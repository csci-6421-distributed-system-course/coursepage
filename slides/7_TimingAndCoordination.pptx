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9" r:id="rId1"/>
  </p:sldMasterIdLst>
  <p:notesMasterIdLst>
    <p:notesMasterId r:id="rId92"/>
  </p:notesMasterIdLst>
  <p:sldIdLst>
    <p:sldId id="256" r:id="rId2"/>
    <p:sldId id="473" r:id="rId3"/>
    <p:sldId id="359" r:id="rId4"/>
    <p:sldId id="360" r:id="rId5"/>
    <p:sldId id="474" r:id="rId6"/>
    <p:sldId id="475" r:id="rId7"/>
    <p:sldId id="528" r:id="rId8"/>
    <p:sldId id="530" r:id="rId9"/>
    <p:sldId id="527" r:id="rId10"/>
    <p:sldId id="476" r:id="rId11"/>
    <p:sldId id="477" r:id="rId12"/>
    <p:sldId id="534" r:id="rId13"/>
    <p:sldId id="535" r:id="rId14"/>
    <p:sldId id="536" r:id="rId15"/>
    <p:sldId id="478" r:id="rId16"/>
    <p:sldId id="479" r:id="rId17"/>
    <p:sldId id="480" r:id="rId18"/>
    <p:sldId id="481" r:id="rId19"/>
    <p:sldId id="482" r:id="rId20"/>
    <p:sldId id="483" r:id="rId21"/>
    <p:sldId id="532" r:id="rId22"/>
    <p:sldId id="485" r:id="rId23"/>
    <p:sldId id="533" r:id="rId24"/>
    <p:sldId id="486" r:id="rId25"/>
    <p:sldId id="487" r:id="rId26"/>
    <p:sldId id="488" r:id="rId27"/>
    <p:sldId id="489" r:id="rId28"/>
    <p:sldId id="490" r:id="rId29"/>
    <p:sldId id="491" r:id="rId30"/>
    <p:sldId id="492" r:id="rId31"/>
    <p:sldId id="493" r:id="rId32"/>
    <p:sldId id="494" r:id="rId33"/>
    <p:sldId id="495" r:id="rId34"/>
    <p:sldId id="496" r:id="rId35"/>
    <p:sldId id="497" r:id="rId36"/>
    <p:sldId id="571" r:id="rId37"/>
    <p:sldId id="498" r:id="rId38"/>
    <p:sldId id="572" r:id="rId39"/>
    <p:sldId id="573" r:id="rId40"/>
    <p:sldId id="574" r:id="rId41"/>
    <p:sldId id="575" r:id="rId42"/>
    <p:sldId id="576" r:id="rId43"/>
    <p:sldId id="504" r:id="rId44"/>
    <p:sldId id="508" r:id="rId45"/>
    <p:sldId id="509" r:id="rId46"/>
    <p:sldId id="542" r:id="rId47"/>
    <p:sldId id="550" r:id="rId48"/>
    <p:sldId id="548" r:id="rId49"/>
    <p:sldId id="511" r:id="rId50"/>
    <p:sldId id="512" r:id="rId51"/>
    <p:sldId id="513" r:id="rId52"/>
    <p:sldId id="551" r:id="rId53"/>
    <p:sldId id="552" r:id="rId54"/>
    <p:sldId id="514" r:id="rId55"/>
    <p:sldId id="515" r:id="rId56"/>
    <p:sldId id="516" r:id="rId57"/>
    <p:sldId id="546" r:id="rId58"/>
    <p:sldId id="540" r:id="rId59"/>
    <p:sldId id="544" r:id="rId60"/>
    <p:sldId id="545" r:id="rId61"/>
    <p:sldId id="547" r:id="rId62"/>
    <p:sldId id="517" r:id="rId63"/>
    <p:sldId id="518" r:id="rId64"/>
    <p:sldId id="519" r:id="rId65"/>
    <p:sldId id="568" r:id="rId66"/>
    <p:sldId id="569" r:id="rId67"/>
    <p:sldId id="523" r:id="rId68"/>
    <p:sldId id="524" r:id="rId69"/>
    <p:sldId id="525" r:id="rId70"/>
    <p:sldId id="577" r:id="rId71"/>
    <p:sldId id="526" r:id="rId72"/>
    <p:sldId id="566" r:id="rId73"/>
    <p:sldId id="537" r:id="rId74"/>
    <p:sldId id="553" r:id="rId75"/>
    <p:sldId id="554" r:id="rId76"/>
    <p:sldId id="559" r:id="rId77"/>
    <p:sldId id="558" r:id="rId78"/>
    <p:sldId id="560" r:id="rId79"/>
    <p:sldId id="561" r:id="rId80"/>
    <p:sldId id="562" r:id="rId81"/>
    <p:sldId id="564" r:id="rId82"/>
    <p:sldId id="538" r:id="rId83"/>
    <p:sldId id="541" r:id="rId84"/>
    <p:sldId id="555" r:id="rId85"/>
    <p:sldId id="563" r:id="rId86"/>
    <p:sldId id="565" r:id="rId87"/>
    <p:sldId id="567" r:id="rId88"/>
    <p:sldId id="557" r:id="rId89"/>
    <p:sldId id="570" r:id="rId90"/>
    <p:sldId id="556" r:id="rId9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000000"/>
        </p14:laserClr>
      </p:ext>
      <p:ext uri="{2FDB2607-1784-4EEB-B798-7EB5836EED8A}">
        <p14:showMediaCtrls xmlns:p14="http://schemas.microsoft.com/office/powerpoint/2010/main" val="1"/>
      </p:ext>
    </p:extLst>
  </p:showPr>
  <p:clrMru>
    <a:srgbClr val="E1EED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B8AE944-FEF7-45D7-A770-1276A1986490}" v="9" dt="2026-03-26T21:21:47.025"/>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249" autoAdjust="0"/>
    <p:restoredTop sz="77376" autoAdjust="0"/>
  </p:normalViewPr>
  <p:slideViewPr>
    <p:cSldViewPr snapToGrid="0">
      <p:cViewPr varScale="1">
        <p:scale>
          <a:sx n="82" d="100"/>
          <a:sy n="82" d="100"/>
        </p:scale>
        <p:origin x="1560" y="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slide" Target="slides/slide67.xml"/><Relationship Id="rId76" Type="http://schemas.openxmlformats.org/officeDocument/2006/relationships/slide" Target="slides/slide75.xml"/><Relationship Id="rId84" Type="http://schemas.openxmlformats.org/officeDocument/2006/relationships/slide" Target="slides/slide83.xml"/><Relationship Id="rId89" Type="http://schemas.openxmlformats.org/officeDocument/2006/relationships/slide" Target="slides/slide88.xml"/><Relationship Id="rId97" Type="http://schemas.microsoft.com/office/2016/11/relationships/changesInfo" Target="changesInfos/changesInfo1.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79" Type="http://schemas.openxmlformats.org/officeDocument/2006/relationships/slide" Target="slides/slide78.xml"/><Relationship Id="rId87" Type="http://schemas.openxmlformats.org/officeDocument/2006/relationships/slide" Target="slides/slide86.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slide" Target="slides/slide81.xml"/><Relationship Id="rId90" Type="http://schemas.openxmlformats.org/officeDocument/2006/relationships/slide" Target="slides/slide89.xml"/><Relationship Id="rId95" Type="http://schemas.openxmlformats.org/officeDocument/2006/relationships/theme" Target="theme/theme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93" Type="http://schemas.openxmlformats.org/officeDocument/2006/relationships/presProps" Target="presProps.xml"/><Relationship Id="rId98" Type="http://schemas.microsoft.com/office/2015/10/relationships/revisionInfo" Target="revisionInfo.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Haghnazar Koochaksaraei, Roozbeh" userId="f61863c8-53a4-47ac-bd4d-d8cd3cc78c01" providerId="ADAL" clId="{F36BDADA-9258-4854-976F-290A23F1DEA6}"/>
    <pc:docChg chg="undo custSel addSld modSld">
      <pc:chgData name="Haghnazar Koochaksaraei, Roozbeh" userId="f61863c8-53a4-47ac-bd4d-d8cd3cc78c01" providerId="ADAL" clId="{F36BDADA-9258-4854-976F-290A23F1DEA6}" dt="2026-03-26T21:22:26.873" v="94" actId="14100"/>
      <pc:docMkLst>
        <pc:docMk/>
      </pc:docMkLst>
      <pc:sldChg chg="modSp mod">
        <pc:chgData name="Haghnazar Koochaksaraei, Roozbeh" userId="f61863c8-53a4-47ac-bd4d-d8cd3cc78c01" providerId="ADAL" clId="{F36BDADA-9258-4854-976F-290A23F1DEA6}" dt="2026-03-26T20:40:02.819" v="18" actId="1076"/>
        <pc:sldMkLst>
          <pc:docMk/>
          <pc:sldMk cId="2462301316" sldId="515"/>
        </pc:sldMkLst>
        <pc:spChg chg="mod">
          <ac:chgData name="Haghnazar Koochaksaraei, Roozbeh" userId="f61863c8-53a4-47ac-bd4d-d8cd3cc78c01" providerId="ADAL" clId="{F36BDADA-9258-4854-976F-290A23F1DEA6}" dt="2026-03-26T20:39:58.502" v="17" actId="20577"/>
          <ac:spMkLst>
            <pc:docMk/>
            <pc:sldMk cId="2462301316" sldId="515"/>
            <ac:spMk id="3" creationId="{9D6F4CC4-78DE-45CC-8A49-E58C78947CDC}"/>
          </ac:spMkLst>
        </pc:spChg>
        <pc:spChg chg="mod">
          <ac:chgData name="Haghnazar Koochaksaraei, Roozbeh" userId="f61863c8-53a4-47ac-bd4d-d8cd3cc78c01" providerId="ADAL" clId="{F36BDADA-9258-4854-976F-290A23F1DEA6}" dt="2026-03-26T20:40:02.819" v="18" actId="1076"/>
          <ac:spMkLst>
            <pc:docMk/>
            <pc:sldMk cId="2462301316" sldId="515"/>
            <ac:spMk id="7" creationId="{E23F2040-3B29-A642-8DD6-7EFDD3ABA61B}"/>
          </ac:spMkLst>
        </pc:spChg>
      </pc:sldChg>
      <pc:sldChg chg="addSp delSp modSp mod">
        <pc:chgData name="Haghnazar Koochaksaraei, Roozbeh" userId="f61863c8-53a4-47ac-bd4d-d8cd3cc78c01" providerId="ADAL" clId="{F36BDADA-9258-4854-976F-290A23F1DEA6}" dt="2026-03-26T20:59:05.396" v="36"/>
        <pc:sldMkLst>
          <pc:docMk/>
          <pc:sldMk cId="3286989416" sldId="547"/>
        </pc:sldMkLst>
        <pc:spChg chg="mod">
          <ac:chgData name="Haghnazar Koochaksaraei, Roozbeh" userId="f61863c8-53a4-47ac-bd4d-d8cd3cc78c01" providerId="ADAL" clId="{F36BDADA-9258-4854-976F-290A23F1DEA6}" dt="2026-03-26T20:58:53.969" v="34" actId="20577"/>
          <ac:spMkLst>
            <pc:docMk/>
            <pc:sldMk cId="3286989416" sldId="547"/>
            <ac:spMk id="3" creationId="{03CF6539-0B99-4936-91AE-C60A286A4061}"/>
          </ac:spMkLst>
        </pc:spChg>
        <pc:spChg chg="add del mod">
          <ac:chgData name="Haghnazar Koochaksaraei, Roozbeh" userId="f61863c8-53a4-47ac-bd4d-d8cd3cc78c01" providerId="ADAL" clId="{F36BDADA-9258-4854-976F-290A23F1DEA6}" dt="2026-03-26T20:59:05.396" v="36"/>
          <ac:spMkLst>
            <pc:docMk/>
            <pc:sldMk cId="3286989416" sldId="547"/>
            <ac:spMk id="5" creationId="{0C3FF25D-9A57-A57F-3A33-694E5462BBDA}"/>
          </ac:spMkLst>
        </pc:spChg>
      </pc:sldChg>
      <pc:sldChg chg="modSp mod">
        <pc:chgData name="Haghnazar Koochaksaraei, Roozbeh" userId="f61863c8-53a4-47ac-bd4d-d8cd3cc78c01" providerId="ADAL" clId="{F36BDADA-9258-4854-976F-290A23F1DEA6}" dt="2026-03-26T20:35:21.518" v="1" actId="20577"/>
        <pc:sldMkLst>
          <pc:docMk/>
          <pc:sldMk cId="4064557591" sldId="552"/>
        </pc:sldMkLst>
        <pc:graphicFrameChg chg="modGraphic">
          <ac:chgData name="Haghnazar Koochaksaraei, Roozbeh" userId="f61863c8-53a4-47ac-bd4d-d8cd3cc78c01" providerId="ADAL" clId="{F36BDADA-9258-4854-976F-290A23F1DEA6}" dt="2026-03-26T20:35:21.518" v="1" actId="20577"/>
          <ac:graphicFrameMkLst>
            <pc:docMk/>
            <pc:sldMk cId="4064557591" sldId="552"/>
            <ac:graphicFrameMk id="8" creationId="{210D92A1-B65E-47D4-A39D-A9043C6128C5}"/>
          </ac:graphicFrameMkLst>
        </pc:graphicFrameChg>
      </pc:sldChg>
      <pc:sldChg chg="modSp mod">
        <pc:chgData name="Haghnazar Koochaksaraei, Roozbeh" userId="f61863c8-53a4-47ac-bd4d-d8cd3cc78c01" providerId="ADAL" clId="{F36BDADA-9258-4854-976F-290A23F1DEA6}" dt="2026-03-26T21:20:52.953" v="77" actId="27636"/>
        <pc:sldMkLst>
          <pc:docMk/>
          <pc:sldMk cId="3196464673" sldId="554"/>
        </pc:sldMkLst>
        <pc:spChg chg="mod">
          <ac:chgData name="Haghnazar Koochaksaraei, Roozbeh" userId="f61863c8-53a4-47ac-bd4d-d8cd3cc78c01" providerId="ADAL" clId="{F36BDADA-9258-4854-976F-290A23F1DEA6}" dt="2026-03-26T21:20:52.953" v="77" actId="27636"/>
          <ac:spMkLst>
            <pc:docMk/>
            <pc:sldMk cId="3196464673" sldId="554"/>
            <ac:spMk id="3" creationId="{FBBA10CD-18DD-F24F-A184-1E48E53F6D8F}"/>
          </ac:spMkLst>
        </pc:spChg>
      </pc:sldChg>
      <pc:sldChg chg="modSp mod">
        <pc:chgData name="Haghnazar Koochaksaraei, Roozbeh" userId="f61863c8-53a4-47ac-bd4d-d8cd3cc78c01" providerId="ADAL" clId="{F36BDADA-9258-4854-976F-290A23F1DEA6}" dt="2026-03-26T21:22:26.873" v="94" actId="14100"/>
        <pc:sldMkLst>
          <pc:docMk/>
          <pc:sldMk cId="1119027553" sldId="559"/>
        </pc:sldMkLst>
        <pc:spChg chg="mod">
          <ac:chgData name="Haghnazar Koochaksaraei, Roozbeh" userId="f61863c8-53a4-47ac-bd4d-d8cd3cc78c01" providerId="ADAL" clId="{F36BDADA-9258-4854-976F-290A23F1DEA6}" dt="2026-03-26T21:22:26.873" v="94" actId="14100"/>
          <ac:spMkLst>
            <pc:docMk/>
            <pc:sldMk cId="1119027553" sldId="559"/>
            <ac:spMk id="3" creationId="{FBBA10CD-18DD-F24F-A184-1E48E53F6D8F}"/>
          </ac:spMkLst>
        </pc:spChg>
      </pc:sldChg>
      <pc:sldChg chg="modSp mod">
        <pc:chgData name="Haghnazar Koochaksaraei, Roozbeh" userId="f61863c8-53a4-47ac-bd4d-d8cd3cc78c01" providerId="ADAL" clId="{F36BDADA-9258-4854-976F-290A23F1DEA6}" dt="2026-03-26T21:16:07.402" v="68" actId="27636"/>
        <pc:sldMkLst>
          <pc:docMk/>
          <pc:sldMk cId="3614970622" sldId="566"/>
        </pc:sldMkLst>
        <pc:spChg chg="mod">
          <ac:chgData name="Haghnazar Koochaksaraei, Roozbeh" userId="f61863c8-53a4-47ac-bd4d-d8cd3cc78c01" providerId="ADAL" clId="{F36BDADA-9258-4854-976F-290A23F1DEA6}" dt="2026-03-26T21:14:30.396" v="56" actId="27636"/>
          <ac:spMkLst>
            <pc:docMk/>
            <pc:sldMk cId="3614970622" sldId="566"/>
            <ac:spMk id="2" creationId="{642A28B1-B8C8-1B4D-A476-7277C679F622}"/>
          </ac:spMkLst>
        </pc:spChg>
        <pc:spChg chg="mod">
          <ac:chgData name="Haghnazar Koochaksaraei, Roozbeh" userId="f61863c8-53a4-47ac-bd4d-d8cd3cc78c01" providerId="ADAL" clId="{F36BDADA-9258-4854-976F-290A23F1DEA6}" dt="2026-03-26T21:16:07.402" v="68" actId="27636"/>
          <ac:spMkLst>
            <pc:docMk/>
            <pc:sldMk cId="3614970622" sldId="566"/>
            <ac:spMk id="3" creationId="{777276A9-3F4C-3640-AF05-62D5F1385D59}"/>
          </ac:spMkLst>
        </pc:spChg>
      </pc:sldChg>
      <pc:sldChg chg="modSp add mod">
        <pc:chgData name="Haghnazar Koochaksaraei, Roozbeh" userId="f61863c8-53a4-47ac-bd4d-d8cd3cc78c01" providerId="ADAL" clId="{F36BDADA-9258-4854-976F-290A23F1DEA6}" dt="2026-03-26T21:12:38.966" v="54" actId="27636"/>
        <pc:sldMkLst>
          <pc:docMk/>
          <pc:sldMk cId="3445176166" sldId="577"/>
        </pc:sldMkLst>
        <pc:spChg chg="mod">
          <ac:chgData name="Haghnazar Koochaksaraei, Roozbeh" userId="f61863c8-53a4-47ac-bd4d-d8cd3cc78c01" providerId="ADAL" clId="{F36BDADA-9258-4854-976F-290A23F1DEA6}" dt="2026-03-26T21:12:33.748" v="52" actId="20577"/>
          <ac:spMkLst>
            <pc:docMk/>
            <pc:sldMk cId="3445176166" sldId="577"/>
            <ac:spMk id="2" creationId="{0A62E601-C517-35BD-3C01-27CE355D16DB}"/>
          </ac:spMkLst>
        </pc:spChg>
        <pc:spChg chg="mod">
          <ac:chgData name="Haghnazar Koochaksaraei, Roozbeh" userId="f61863c8-53a4-47ac-bd4d-d8cd3cc78c01" providerId="ADAL" clId="{F36BDADA-9258-4854-976F-290A23F1DEA6}" dt="2026-03-26T21:12:38.966" v="54" actId="27636"/>
          <ac:spMkLst>
            <pc:docMk/>
            <pc:sldMk cId="3445176166" sldId="577"/>
            <ac:spMk id="3" creationId="{C5A152EC-0B80-AEC6-24D6-83C9D68A502C}"/>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ABB634A-14E0-415C-BB14-C9E85DCC648F}" type="datetimeFigureOut">
              <a:rPr lang="en-US" smtClean="0"/>
              <a:t>3/26/2026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0B7B127-B368-4FE0-98EF-802897691640}" type="slidenum">
              <a:rPr lang="en-US" smtClean="0"/>
              <a:t>‹#›</a:t>
            </a:fld>
            <a:endParaRPr lang="en-US"/>
          </a:p>
        </p:txBody>
      </p:sp>
    </p:spTree>
    <p:extLst>
      <p:ext uri="{BB962C8B-B14F-4D97-AF65-F5344CB8AC3E}">
        <p14:creationId xmlns:p14="http://schemas.microsoft.com/office/powerpoint/2010/main" val="7871642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3" Type="http://schemas.openxmlformats.org/officeDocument/2006/relationships/hyperlink" Target="https://blockgeeks.com/guides/what-is-blockchain-technology/" TargetMode="External"/><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40B7B127-B368-4FE0-98EF-802897691640}" type="slidenum">
              <a:rPr lang="en-US" smtClean="0"/>
              <a:t>1</a:t>
            </a:fld>
            <a:endParaRPr lang="en-US"/>
          </a:p>
        </p:txBody>
      </p:sp>
    </p:spTree>
    <p:extLst>
      <p:ext uri="{BB962C8B-B14F-4D97-AF65-F5344CB8AC3E}">
        <p14:creationId xmlns:p14="http://schemas.microsoft.com/office/powerpoint/2010/main" val="239032748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40B7B127-B368-4FE0-98EF-802897691640}" type="slidenum">
              <a:rPr lang="en-US" smtClean="0"/>
              <a:t>7</a:t>
            </a:fld>
            <a:endParaRPr lang="en-US"/>
          </a:p>
        </p:txBody>
      </p:sp>
    </p:spTree>
    <p:extLst>
      <p:ext uri="{BB962C8B-B14F-4D97-AF65-F5344CB8AC3E}">
        <p14:creationId xmlns:p14="http://schemas.microsoft.com/office/powerpoint/2010/main" val="132470013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is the problem? We learned how our process can communicate with each other or how they can migrate from a place to another one. We learned in distributed system how the entities cooperate with each other to solve a problem.</a:t>
            </a:r>
          </a:p>
          <a:p>
            <a:r>
              <a:rPr lang="en-US" dirty="0"/>
              <a:t>They need to be synched.</a:t>
            </a:r>
          </a:p>
          <a:p>
            <a:r>
              <a:rPr lang="en-US" dirty="0"/>
              <a:t>For example Make program in </a:t>
            </a:r>
            <a:r>
              <a:rPr lang="en-US" dirty="0" err="1"/>
              <a:t>linux</a:t>
            </a:r>
            <a:r>
              <a:rPr lang="en-US" dirty="0"/>
              <a:t> to compile C file. Checking the input and output file of the compiler.</a:t>
            </a:r>
          </a:p>
          <a:p>
            <a:endParaRPr lang="en-US" dirty="0"/>
          </a:p>
          <a:p>
            <a:endParaRPr lang="en-US" dirty="0"/>
          </a:p>
        </p:txBody>
      </p:sp>
      <p:sp>
        <p:nvSpPr>
          <p:cNvPr id="4" name="Slide Number Placeholder 3"/>
          <p:cNvSpPr>
            <a:spLocks noGrp="1"/>
          </p:cNvSpPr>
          <p:nvPr>
            <p:ph type="sldNum" sz="quarter" idx="5"/>
          </p:nvPr>
        </p:nvSpPr>
        <p:spPr/>
        <p:txBody>
          <a:bodyPr/>
          <a:lstStyle/>
          <a:p>
            <a:fld id="{40B7B127-B368-4FE0-98EF-802897691640}" type="slidenum">
              <a:rPr lang="en-US" smtClean="0"/>
              <a:t>9</a:t>
            </a:fld>
            <a:endParaRPr lang="en-US"/>
          </a:p>
        </p:txBody>
      </p:sp>
    </p:spTree>
    <p:extLst>
      <p:ext uri="{BB962C8B-B14F-4D97-AF65-F5344CB8AC3E}">
        <p14:creationId xmlns:p14="http://schemas.microsoft.com/office/powerpoint/2010/main" val="416275089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clocks work?</a:t>
            </a:r>
          </a:p>
          <a:p>
            <a:endParaRPr lang="en-US" dirty="0"/>
          </a:p>
        </p:txBody>
      </p:sp>
      <p:sp>
        <p:nvSpPr>
          <p:cNvPr id="4" name="Slide Number Placeholder 3"/>
          <p:cNvSpPr>
            <a:spLocks noGrp="1"/>
          </p:cNvSpPr>
          <p:nvPr>
            <p:ph type="sldNum" sz="quarter" idx="5"/>
          </p:nvPr>
        </p:nvSpPr>
        <p:spPr/>
        <p:txBody>
          <a:bodyPr/>
          <a:lstStyle/>
          <a:p>
            <a:fld id="{40B7B127-B368-4FE0-98EF-802897691640}" type="slidenum">
              <a:rPr lang="en-US" smtClean="0"/>
              <a:t>11</a:t>
            </a:fld>
            <a:endParaRPr lang="en-US"/>
          </a:p>
        </p:txBody>
      </p:sp>
    </p:spTree>
    <p:extLst>
      <p:ext uri="{BB962C8B-B14F-4D97-AF65-F5344CB8AC3E}">
        <p14:creationId xmlns:p14="http://schemas.microsoft.com/office/powerpoint/2010/main" val="260740419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Clock Skew : the differences between the crystals speed</a:t>
            </a:r>
          </a:p>
        </p:txBody>
      </p:sp>
      <p:sp>
        <p:nvSpPr>
          <p:cNvPr id="4" name="Slide Number Placeholder 3"/>
          <p:cNvSpPr>
            <a:spLocks noGrp="1"/>
          </p:cNvSpPr>
          <p:nvPr>
            <p:ph type="sldNum" sz="quarter" idx="5"/>
          </p:nvPr>
        </p:nvSpPr>
        <p:spPr/>
        <p:txBody>
          <a:bodyPr/>
          <a:lstStyle/>
          <a:p>
            <a:fld id="{40B7B127-B368-4FE0-98EF-802897691640}" type="slidenum">
              <a:rPr lang="en-US" smtClean="0"/>
              <a:t>12</a:t>
            </a:fld>
            <a:endParaRPr lang="en-US"/>
          </a:p>
        </p:txBody>
      </p:sp>
    </p:spTree>
    <p:extLst>
      <p:ext uri="{BB962C8B-B14F-4D97-AF65-F5344CB8AC3E}">
        <p14:creationId xmlns:p14="http://schemas.microsoft.com/office/powerpoint/2010/main" val="256631077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Clock Skew : the differences between the crystals speed</a:t>
            </a:r>
          </a:p>
        </p:txBody>
      </p:sp>
      <p:sp>
        <p:nvSpPr>
          <p:cNvPr id="4" name="Slide Number Placeholder 3"/>
          <p:cNvSpPr>
            <a:spLocks noGrp="1"/>
          </p:cNvSpPr>
          <p:nvPr>
            <p:ph type="sldNum" sz="quarter" idx="5"/>
          </p:nvPr>
        </p:nvSpPr>
        <p:spPr/>
        <p:txBody>
          <a:bodyPr/>
          <a:lstStyle/>
          <a:p>
            <a:fld id="{40B7B127-B368-4FE0-98EF-802897691640}" type="slidenum">
              <a:rPr lang="en-US" smtClean="0"/>
              <a:t>13</a:t>
            </a:fld>
            <a:endParaRPr lang="en-US"/>
          </a:p>
        </p:txBody>
      </p:sp>
    </p:spTree>
    <p:extLst>
      <p:ext uri="{BB962C8B-B14F-4D97-AF65-F5344CB8AC3E}">
        <p14:creationId xmlns:p14="http://schemas.microsoft.com/office/powerpoint/2010/main" val="328557492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BB Quiz: What is the VC of j?</a:t>
            </a:r>
          </a:p>
          <a:p>
            <a:r>
              <a:rPr lang="en-US"/>
              <a:t>4,0,0</a:t>
            </a:r>
          </a:p>
          <a:p>
            <a:r>
              <a:rPr lang="en-US"/>
              <a:t>4,2,4</a:t>
            </a:r>
          </a:p>
          <a:p>
            <a:endParaRPr lang="en-US"/>
          </a:p>
        </p:txBody>
      </p:sp>
      <p:sp>
        <p:nvSpPr>
          <p:cNvPr id="4" name="Slide Number Placeholder 3"/>
          <p:cNvSpPr>
            <a:spLocks noGrp="1"/>
          </p:cNvSpPr>
          <p:nvPr>
            <p:ph type="sldNum" sz="quarter" idx="5"/>
          </p:nvPr>
        </p:nvSpPr>
        <p:spPr/>
        <p:txBody>
          <a:bodyPr/>
          <a:lstStyle/>
          <a:p>
            <a:fld id="{40B7B127-B368-4FE0-98EF-802897691640}" type="slidenum">
              <a:rPr lang="en-US" smtClean="0"/>
              <a:t>31</a:t>
            </a:fld>
            <a:endParaRPr lang="en-US"/>
          </a:p>
        </p:txBody>
      </p:sp>
    </p:spTree>
    <p:extLst>
      <p:ext uri="{BB962C8B-B14F-4D97-AF65-F5344CB8AC3E}">
        <p14:creationId xmlns:p14="http://schemas.microsoft.com/office/powerpoint/2010/main" val="393566941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40B7B127-B368-4FE0-98EF-802897691640}" type="slidenum">
              <a:rPr lang="en-US" smtClean="0"/>
              <a:t>49</a:t>
            </a:fld>
            <a:endParaRPr lang="en-US"/>
          </a:p>
        </p:txBody>
      </p:sp>
    </p:spTree>
    <p:extLst>
      <p:ext uri="{BB962C8B-B14F-4D97-AF65-F5344CB8AC3E}">
        <p14:creationId xmlns:p14="http://schemas.microsoft.com/office/powerpoint/2010/main" val="153407745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Who gets the resource?</a:t>
            </a:r>
          </a:p>
          <a:p>
            <a:endParaRPr lang="en-US"/>
          </a:p>
        </p:txBody>
      </p:sp>
      <p:sp>
        <p:nvSpPr>
          <p:cNvPr id="4" name="Slide Number Placeholder 3"/>
          <p:cNvSpPr>
            <a:spLocks noGrp="1"/>
          </p:cNvSpPr>
          <p:nvPr>
            <p:ph type="sldNum" sz="quarter" idx="5"/>
          </p:nvPr>
        </p:nvSpPr>
        <p:spPr/>
        <p:txBody>
          <a:bodyPr/>
          <a:lstStyle/>
          <a:p>
            <a:fld id="{40B7B127-B368-4FE0-98EF-802897691640}" type="slidenum">
              <a:rPr lang="en-US" smtClean="0"/>
              <a:t>52</a:t>
            </a:fld>
            <a:endParaRPr lang="en-US"/>
          </a:p>
        </p:txBody>
      </p:sp>
    </p:spTree>
    <p:extLst>
      <p:ext uri="{BB962C8B-B14F-4D97-AF65-F5344CB8AC3E}">
        <p14:creationId xmlns:p14="http://schemas.microsoft.com/office/powerpoint/2010/main" val="54107791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40B7B127-B368-4FE0-98EF-802897691640}" type="slidenum">
              <a:rPr lang="en-US" smtClean="0"/>
              <a:t>57</a:t>
            </a:fld>
            <a:endParaRPr lang="en-US"/>
          </a:p>
        </p:txBody>
      </p:sp>
    </p:spTree>
    <p:extLst>
      <p:ext uri="{BB962C8B-B14F-4D97-AF65-F5344CB8AC3E}">
        <p14:creationId xmlns:p14="http://schemas.microsoft.com/office/powerpoint/2010/main" val="64514316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40B7B127-B368-4FE0-98EF-802897691640}" type="slidenum">
              <a:rPr lang="en-US" smtClean="0"/>
              <a:t>58</a:t>
            </a:fld>
            <a:endParaRPr lang="en-US"/>
          </a:p>
        </p:txBody>
      </p:sp>
    </p:spTree>
    <p:extLst>
      <p:ext uri="{BB962C8B-B14F-4D97-AF65-F5344CB8AC3E}">
        <p14:creationId xmlns:p14="http://schemas.microsoft.com/office/powerpoint/2010/main" val="421801981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40B7B127-B368-4FE0-98EF-802897691640}" type="slidenum">
              <a:rPr lang="en-US" smtClean="0"/>
              <a:t>59</a:t>
            </a:fld>
            <a:endParaRPr lang="en-US"/>
          </a:p>
        </p:txBody>
      </p:sp>
    </p:spTree>
    <p:extLst>
      <p:ext uri="{BB962C8B-B14F-4D97-AF65-F5344CB8AC3E}">
        <p14:creationId xmlns:p14="http://schemas.microsoft.com/office/powerpoint/2010/main" val="288163875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40B7B127-B368-4FE0-98EF-802897691640}" type="slidenum">
              <a:rPr lang="en-US" smtClean="0"/>
              <a:t>60</a:t>
            </a:fld>
            <a:endParaRPr lang="en-US"/>
          </a:p>
        </p:txBody>
      </p:sp>
    </p:spTree>
    <p:extLst>
      <p:ext uri="{BB962C8B-B14F-4D97-AF65-F5344CB8AC3E}">
        <p14:creationId xmlns:p14="http://schemas.microsoft.com/office/powerpoint/2010/main" val="286996001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TIM starts</a:t>
            </a:r>
          </a:p>
        </p:txBody>
      </p:sp>
      <p:sp>
        <p:nvSpPr>
          <p:cNvPr id="4" name="Slide Number Placeholder 3"/>
          <p:cNvSpPr>
            <a:spLocks noGrp="1"/>
          </p:cNvSpPr>
          <p:nvPr>
            <p:ph type="sldNum" sz="quarter" idx="5"/>
          </p:nvPr>
        </p:nvSpPr>
        <p:spPr/>
        <p:txBody>
          <a:bodyPr/>
          <a:lstStyle/>
          <a:p>
            <a:fld id="{40B7B127-B368-4FE0-98EF-802897691640}" type="slidenum">
              <a:rPr lang="en-US" smtClean="0"/>
              <a:t>62</a:t>
            </a:fld>
            <a:endParaRPr lang="en-US"/>
          </a:p>
        </p:txBody>
      </p:sp>
    </p:spTree>
    <p:extLst>
      <p:ext uri="{BB962C8B-B14F-4D97-AF65-F5344CB8AC3E}">
        <p14:creationId xmlns:p14="http://schemas.microsoft.com/office/powerpoint/2010/main" val="41313488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Example for the final project</a:t>
            </a:r>
          </a:p>
        </p:txBody>
      </p:sp>
      <p:sp>
        <p:nvSpPr>
          <p:cNvPr id="4" name="Slide Number Placeholder 3"/>
          <p:cNvSpPr>
            <a:spLocks noGrp="1"/>
          </p:cNvSpPr>
          <p:nvPr>
            <p:ph type="sldNum" sz="quarter" idx="5"/>
          </p:nvPr>
        </p:nvSpPr>
        <p:spPr/>
        <p:txBody>
          <a:bodyPr/>
          <a:lstStyle/>
          <a:p>
            <a:fld id="{40B7B127-B368-4FE0-98EF-802897691640}" type="slidenum">
              <a:rPr lang="en-US" smtClean="0"/>
              <a:t>63</a:t>
            </a:fld>
            <a:endParaRPr lang="en-US"/>
          </a:p>
        </p:txBody>
      </p:sp>
    </p:spTree>
    <p:extLst>
      <p:ext uri="{BB962C8B-B14F-4D97-AF65-F5344CB8AC3E}">
        <p14:creationId xmlns:p14="http://schemas.microsoft.com/office/powerpoint/2010/main" val="82554531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388055" indent="-388055">
              <a:buSzPct val="100000"/>
              <a:buAutoNum type="arabicPeriod"/>
            </a:pPr>
            <a:r>
              <a:rPr lang="en-US" dirty="0"/>
              <a:t>Backup fails (no impact, client doesn’t know).  BUT, we should add a log at the Primary so that the backup can catch up if it comes back!</a:t>
            </a:r>
          </a:p>
          <a:p>
            <a:pPr marL="388055" indent="-388055">
              <a:buSzPct val="100000"/>
              <a:buAutoNum type="arabicPeriod"/>
            </a:pPr>
            <a:r>
              <a:rPr lang="en-US" dirty="0"/>
              <a:t>Primary fails (client needs a way to redirect to backup and resync log later)</a:t>
            </a:r>
          </a:p>
          <a:p>
            <a:pPr marL="388055" indent="-388055">
              <a:buSzPct val="100000"/>
              <a:buAutoNum type="arabicPeriod"/>
            </a:pPr>
            <a:r>
              <a:rPr lang="en-US" dirty="0"/>
              <a:t>Flip flop who is failed! If node Oh no we can’t catch back up :(</a:t>
            </a:r>
          </a:p>
          <a:p>
            <a:r>
              <a:rPr lang="en-US" dirty="0"/>
              <a:t>(we don’t care if client fails)</a:t>
            </a:r>
          </a:p>
        </p:txBody>
      </p:sp>
      <p:sp>
        <p:nvSpPr>
          <p:cNvPr id="4" name="Slide Number Placeholder 3"/>
          <p:cNvSpPr>
            <a:spLocks noGrp="1"/>
          </p:cNvSpPr>
          <p:nvPr>
            <p:ph type="sldNum" sz="quarter" idx="5"/>
          </p:nvPr>
        </p:nvSpPr>
        <p:spPr/>
        <p:txBody>
          <a:bodyPr/>
          <a:lstStyle/>
          <a:p>
            <a:fld id="{40B7B127-B368-4FE0-98EF-802897691640}" type="slidenum">
              <a:rPr lang="en-US" smtClean="0"/>
              <a:t>77</a:t>
            </a:fld>
            <a:endParaRPr lang="en-US"/>
          </a:p>
        </p:txBody>
      </p:sp>
    </p:spTree>
    <p:extLst>
      <p:ext uri="{BB962C8B-B14F-4D97-AF65-F5344CB8AC3E}">
        <p14:creationId xmlns:p14="http://schemas.microsoft.com/office/powerpoint/2010/main" val="299384456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388055" indent="-388055">
              <a:buSzPct val="100000"/>
              <a:buAutoNum type="arabicPeriod"/>
            </a:pPr>
            <a:r>
              <a:rPr lang="en-US"/>
              <a:t>Backup fails (no impact, client doesn’t know).  BUT, we should add a log at the Primary so that the backup can catch up if it comes back!</a:t>
            </a:r>
          </a:p>
          <a:p>
            <a:pPr marL="388055" indent="-388055">
              <a:buSzPct val="100000"/>
              <a:buAutoNum type="arabicPeriod"/>
            </a:pPr>
            <a:r>
              <a:rPr lang="en-US"/>
              <a:t>Primary fails (client needs a way to redirect to backup and resync log later)</a:t>
            </a:r>
          </a:p>
          <a:p>
            <a:pPr marL="388055" indent="-388055">
              <a:buSzPct val="100000"/>
              <a:buAutoNum type="arabicPeriod"/>
            </a:pPr>
            <a:r>
              <a:rPr lang="en-US"/>
              <a:t>Flip flop who is failed! If node Oh no we can’t catch back up :(</a:t>
            </a:r>
          </a:p>
          <a:p>
            <a:r>
              <a:rPr lang="en-US"/>
              <a:t>(we don’t care if client fails)</a:t>
            </a:r>
          </a:p>
        </p:txBody>
      </p:sp>
      <p:sp>
        <p:nvSpPr>
          <p:cNvPr id="4" name="Slide Number Placeholder 3"/>
          <p:cNvSpPr>
            <a:spLocks noGrp="1"/>
          </p:cNvSpPr>
          <p:nvPr>
            <p:ph type="sldNum" sz="quarter" idx="5"/>
          </p:nvPr>
        </p:nvSpPr>
        <p:spPr/>
        <p:txBody>
          <a:bodyPr/>
          <a:lstStyle/>
          <a:p>
            <a:fld id="{40B7B127-B368-4FE0-98EF-802897691640}" type="slidenum">
              <a:rPr lang="en-US" smtClean="0"/>
              <a:t>78</a:t>
            </a:fld>
            <a:endParaRPr lang="en-US"/>
          </a:p>
        </p:txBody>
      </p:sp>
    </p:spTree>
    <p:extLst>
      <p:ext uri="{BB962C8B-B14F-4D97-AF65-F5344CB8AC3E}">
        <p14:creationId xmlns:p14="http://schemas.microsoft.com/office/powerpoint/2010/main" val="353565386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388055" indent="-388055">
              <a:buSzPct val="100000"/>
              <a:buAutoNum type="arabicPeriod"/>
            </a:pPr>
            <a:r>
              <a:rPr lang="en-US"/>
              <a:t>Backup fails (no impact, client doesn’t know).  BUT, we should add a log at the Primary so that the backup can catch up if it comes back!</a:t>
            </a:r>
          </a:p>
          <a:p>
            <a:pPr marL="388055" indent="-388055">
              <a:buSzPct val="100000"/>
              <a:buAutoNum type="arabicPeriod"/>
            </a:pPr>
            <a:r>
              <a:rPr lang="en-US"/>
              <a:t>Primary fails (client needs a way to redirect to backup and resync log later)</a:t>
            </a:r>
          </a:p>
          <a:p>
            <a:pPr marL="388055" indent="-388055">
              <a:buSzPct val="100000"/>
              <a:buAutoNum type="arabicPeriod"/>
            </a:pPr>
            <a:r>
              <a:rPr lang="en-US"/>
              <a:t>Flip flop who is failed! If node Oh no we can’t catch back up :(</a:t>
            </a:r>
          </a:p>
          <a:p>
            <a:r>
              <a:rPr lang="en-US"/>
              <a:t>(we don’t care if client fails)</a:t>
            </a:r>
          </a:p>
        </p:txBody>
      </p:sp>
      <p:sp>
        <p:nvSpPr>
          <p:cNvPr id="4" name="Slide Number Placeholder 3"/>
          <p:cNvSpPr>
            <a:spLocks noGrp="1"/>
          </p:cNvSpPr>
          <p:nvPr>
            <p:ph type="sldNum" sz="quarter" idx="5"/>
          </p:nvPr>
        </p:nvSpPr>
        <p:spPr/>
        <p:txBody>
          <a:bodyPr/>
          <a:lstStyle/>
          <a:p>
            <a:fld id="{40B7B127-B368-4FE0-98EF-802897691640}" type="slidenum">
              <a:rPr lang="en-US" smtClean="0"/>
              <a:t>79</a:t>
            </a:fld>
            <a:endParaRPr lang="en-US"/>
          </a:p>
        </p:txBody>
      </p:sp>
    </p:spTree>
    <p:extLst>
      <p:ext uri="{BB962C8B-B14F-4D97-AF65-F5344CB8AC3E}">
        <p14:creationId xmlns:p14="http://schemas.microsoft.com/office/powerpoint/2010/main" val="258981060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388055" indent="-388055">
              <a:buSzPct val="100000"/>
              <a:buAutoNum type="arabicPeriod"/>
            </a:pPr>
            <a:r>
              <a:rPr lang="en-US"/>
              <a:t>Backup fails (no impact, client doesn’t know).  BUT, we should add a log at the Primary so that the backup can catch up if it comes back!</a:t>
            </a:r>
          </a:p>
          <a:p>
            <a:pPr marL="388055" indent="-388055">
              <a:buSzPct val="100000"/>
              <a:buAutoNum type="arabicPeriod"/>
            </a:pPr>
            <a:r>
              <a:rPr lang="en-US"/>
              <a:t>Primary fails (client needs a way to redirect to backup and resync log later)</a:t>
            </a:r>
          </a:p>
          <a:p>
            <a:pPr marL="388055" indent="-388055">
              <a:buSzPct val="100000"/>
              <a:buAutoNum type="arabicPeriod"/>
            </a:pPr>
            <a:r>
              <a:rPr lang="en-US"/>
              <a:t>Flip flop who is failed! If node Oh no we can’t catch back up :(</a:t>
            </a:r>
          </a:p>
          <a:p>
            <a:r>
              <a:rPr lang="en-US"/>
              <a:t>(we don’t care if client fails)</a:t>
            </a:r>
          </a:p>
        </p:txBody>
      </p:sp>
      <p:sp>
        <p:nvSpPr>
          <p:cNvPr id="4" name="Slide Number Placeholder 3"/>
          <p:cNvSpPr>
            <a:spLocks noGrp="1"/>
          </p:cNvSpPr>
          <p:nvPr>
            <p:ph type="sldNum" sz="quarter" idx="5"/>
          </p:nvPr>
        </p:nvSpPr>
        <p:spPr/>
        <p:txBody>
          <a:bodyPr/>
          <a:lstStyle/>
          <a:p>
            <a:fld id="{40B7B127-B368-4FE0-98EF-802897691640}" type="slidenum">
              <a:rPr lang="en-US" smtClean="0"/>
              <a:t>80</a:t>
            </a:fld>
            <a:endParaRPr lang="en-US"/>
          </a:p>
        </p:txBody>
      </p:sp>
    </p:spTree>
    <p:extLst>
      <p:ext uri="{BB962C8B-B14F-4D97-AF65-F5344CB8AC3E}">
        <p14:creationId xmlns:p14="http://schemas.microsoft.com/office/powerpoint/2010/main" val="177562399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388055" indent="-388055">
              <a:buSzPct val="100000"/>
              <a:buAutoNum type="arabicPeriod"/>
            </a:pPr>
            <a:r>
              <a:rPr lang="en-US"/>
              <a:t>Backup fails (no impact, client doesn’t know).  BUT, we should add a log at the Primary so that the backup can catch up if it comes back!</a:t>
            </a:r>
          </a:p>
          <a:p>
            <a:pPr marL="388055" indent="-388055">
              <a:buSzPct val="100000"/>
              <a:buAutoNum type="arabicPeriod"/>
            </a:pPr>
            <a:r>
              <a:rPr lang="en-US"/>
              <a:t>Primary fails (client needs a way to redirect to backup and resync log later)</a:t>
            </a:r>
          </a:p>
          <a:p>
            <a:pPr marL="388055" indent="-388055">
              <a:buSzPct val="100000"/>
              <a:buAutoNum type="arabicPeriod"/>
            </a:pPr>
            <a:r>
              <a:rPr lang="en-US"/>
              <a:t>Flip flop who is failed! If node Oh no we can’t catch back up :(</a:t>
            </a:r>
          </a:p>
          <a:p>
            <a:r>
              <a:rPr lang="en-US"/>
              <a:t>(we don’t care if client fails)</a:t>
            </a:r>
          </a:p>
        </p:txBody>
      </p:sp>
      <p:sp>
        <p:nvSpPr>
          <p:cNvPr id="4" name="Slide Number Placeholder 3"/>
          <p:cNvSpPr>
            <a:spLocks noGrp="1"/>
          </p:cNvSpPr>
          <p:nvPr>
            <p:ph type="sldNum" sz="quarter" idx="5"/>
          </p:nvPr>
        </p:nvSpPr>
        <p:spPr/>
        <p:txBody>
          <a:bodyPr/>
          <a:lstStyle/>
          <a:p>
            <a:fld id="{40B7B127-B368-4FE0-98EF-802897691640}" type="slidenum">
              <a:rPr lang="en-US" smtClean="0"/>
              <a:t>81</a:t>
            </a:fld>
            <a:endParaRPr lang="en-US"/>
          </a:p>
        </p:txBody>
      </p:sp>
    </p:spTree>
    <p:extLst>
      <p:ext uri="{BB962C8B-B14F-4D97-AF65-F5344CB8AC3E}">
        <p14:creationId xmlns:p14="http://schemas.microsoft.com/office/powerpoint/2010/main" val="111479119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dirty="0">
                <a:solidFill>
                  <a:srgbClr val="424D58"/>
                </a:solidFill>
                <a:effectLst/>
                <a:latin typeface="SegoeUI"/>
              </a:rPr>
              <a:t>We will talk more about this case study later</a:t>
            </a:r>
          </a:p>
          <a:p>
            <a:r>
              <a:rPr lang="en-US" b="0" i="0" dirty="0">
                <a:solidFill>
                  <a:srgbClr val="424D58"/>
                </a:solidFill>
                <a:effectLst/>
                <a:latin typeface="SegoeUI"/>
              </a:rPr>
              <a:t>All the decisions are taken by the leader or a board of decision makers. This isn’t possible in a </a:t>
            </a:r>
            <a:r>
              <a:rPr lang="en-US" b="0" i="0" u="none" strike="noStrike" dirty="0">
                <a:solidFill>
                  <a:srgbClr val="22A1F8"/>
                </a:solidFill>
                <a:effectLst/>
                <a:latin typeface="SegoeUI"/>
                <a:hlinkClick r:id="rId3"/>
              </a:rPr>
              <a:t>blockchain</a:t>
            </a:r>
            <a:r>
              <a:rPr lang="en-US" b="0" i="0" dirty="0">
                <a:solidFill>
                  <a:srgbClr val="424D58"/>
                </a:solidFill>
                <a:effectLst/>
                <a:latin typeface="SegoeUI"/>
              </a:rPr>
              <a:t> because a blockchain has no “leader”. For the blockchain to make decisions, they need to come to a consensus using “consensus mechanisms”.</a:t>
            </a:r>
          </a:p>
          <a:p>
            <a:r>
              <a:rPr lang="en-US" b="0" i="0" dirty="0">
                <a:solidFill>
                  <a:srgbClr val="424D58"/>
                </a:solidFill>
                <a:effectLst/>
                <a:latin typeface="SegoeUI"/>
              </a:rPr>
              <a:t>Usages:</a:t>
            </a:r>
          </a:p>
          <a:p>
            <a:r>
              <a:rPr lang="en-US" b="0" i="0" dirty="0">
                <a:solidFill>
                  <a:srgbClr val="424D58"/>
                </a:solidFill>
                <a:effectLst/>
                <a:latin typeface="SegoeUI"/>
              </a:rPr>
              <a:t>Crypto currency </a:t>
            </a:r>
          </a:p>
          <a:p>
            <a:r>
              <a:rPr lang="en-US" b="0" i="0" dirty="0">
                <a:solidFill>
                  <a:srgbClr val="424D58"/>
                </a:solidFill>
                <a:effectLst/>
                <a:latin typeface="SegoeUI"/>
              </a:rPr>
              <a:t>Insurance</a:t>
            </a:r>
          </a:p>
          <a:p>
            <a:r>
              <a:rPr lang="en-US" b="0" i="0" dirty="0">
                <a:solidFill>
                  <a:srgbClr val="424D58"/>
                </a:solidFill>
                <a:effectLst/>
                <a:latin typeface="SegoeUI"/>
              </a:rPr>
              <a:t>Medical records</a:t>
            </a:r>
          </a:p>
          <a:p>
            <a:r>
              <a:rPr lang="en-US" b="0" i="0" dirty="0">
                <a:solidFill>
                  <a:srgbClr val="424D58"/>
                </a:solidFill>
                <a:effectLst/>
                <a:latin typeface="SegoeUI"/>
              </a:rPr>
              <a:t>Digital documentation</a:t>
            </a:r>
            <a:endParaRPr lang="en-US" dirty="0"/>
          </a:p>
        </p:txBody>
      </p:sp>
      <p:sp>
        <p:nvSpPr>
          <p:cNvPr id="4" name="Slide Number Placeholder 3"/>
          <p:cNvSpPr>
            <a:spLocks noGrp="1"/>
          </p:cNvSpPr>
          <p:nvPr>
            <p:ph type="sldNum" sz="quarter" idx="5"/>
          </p:nvPr>
        </p:nvSpPr>
        <p:spPr/>
        <p:txBody>
          <a:bodyPr/>
          <a:lstStyle/>
          <a:p>
            <a:fld id="{40B7B127-B368-4FE0-98EF-802897691640}" type="slidenum">
              <a:rPr lang="en-US" smtClean="0"/>
              <a:t>83</a:t>
            </a:fld>
            <a:endParaRPr lang="en-US"/>
          </a:p>
        </p:txBody>
      </p:sp>
    </p:spTree>
    <p:extLst>
      <p:ext uri="{BB962C8B-B14F-4D97-AF65-F5344CB8AC3E}">
        <p14:creationId xmlns:p14="http://schemas.microsoft.com/office/powerpoint/2010/main" val="81508978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Can be used and applied to your final project </a:t>
            </a:r>
          </a:p>
          <a:p>
            <a:endParaRPr lang="en-US" dirty="0"/>
          </a:p>
          <a:p>
            <a:r>
              <a:rPr lang="en-US" dirty="0"/>
              <a:t>https://www.researchgate.net/publication/328475892_A_Review_of_Distributed_Ledger_Technologies/figures?lo=1</a:t>
            </a:r>
          </a:p>
        </p:txBody>
      </p:sp>
      <p:sp>
        <p:nvSpPr>
          <p:cNvPr id="4" name="Slide Number Placeholder 3"/>
          <p:cNvSpPr>
            <a:spLocks noGrp="1"/>
          </p:cNvSpPr>
          <p:nvPr>
            <p:ph type="sldNum" sz="quarter" idx="5"/>
          </p:nvPr>
        </p:nvSpPr>
        <p:spPr/>
        <p:txBody>
          <a:bodyPr/>
          <a:lstStyle/>
          <a:p>
            <a:fld id="{40B7B127-B368-4FE0-98EF-802897691640}" type="slidenum">
              <a:rPr lang="en-US" smtClean="0"/>
              <a:t>85</a:t>
            </a:fld>
            <a:endParaRPr lang="en-US"/>
          </a:p>
        </p:txBody>
      </p:sp>
    </p:spTree>
    <p:extLst>
      <p:ext uri="{BB962C8B-B14F-4D97-AF65-F5344CB8AC3E}">
        <p14:creationId xmlns:p14="http://schemas.microsoft.com/office/powerpoint/2010/main" val="314359702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Transaction number means the scalability</a:t>
            </a:r>
          </a:p>
          <a:p>
            <a:endParaRPr lang="en-US" dirty="0"/>
          </a:p>
          <a:p>
            <a:r>
              <a:rPr lang="en-US" dirty="0"/>
              <a:t>Time-based increases the justice. Each transaction who obtained 2/3 of the votes has the most priority and it can be a weakness</a:t>
            </a:r>
          </a:p>
          <a:p>
            <a:endParaRPr lang="en-US" dirty="0"/>
          </a:p>
          <a:p>
            <a:r>
              <a:rPr lang="en-US" dirty="0"/>
              <a:t>Blockchain is controlled and uncontrolled.  </a:t>
            </a:r>
            <a:r>
              <a:rPr lang="en-US" dirty="0" err="1"/>
              <a:t>BitCoin</a:t>
            </a:r>
            <a:r>
              <a:rPr lang="en-US" dirty="0"/>
              <a:t> &amp; Ethereum 10Trans/sec</a:t>
            </a:r>
          </a:p>
          <a:p>
            <a:endParaRPr lang="en-US" dirty="0"/>
          </a:p>
        </p:txBody>
      </p:sp>
      <p:sp>
        <p:nvSpPr>
          <p:cNvPr id="4" name="Slide Number Placeholder 3"/>
          <p:cNvSpPr>
            <a:spLocks noGrp="1"/>
          </p:cNvSpPr>
          <p:nvPr>
            <p:ph type="sldNum" sz="quarter" idx="5"/>
          </p:nvPr>
        </p:nvSpPr>
        <p:spPr/>
        <p:txBody>
          <a:bodyPr/>
          <a:lstStyle/>
          <a:p>
            <a:fld id="{40B7B127-B368-4FE0-98EF-802897691640}" type="slidenum">
              <a:rPr lang="en-US" smtClean="0"/>
              <a:t>86</a:t>
            </a:fld>
            <a:endParaRPr lang="en-US"/>
          </a:p>
        </p:txBody>
      </p:sp>
    </p:spTree>
    <p:extLst>
      <p:ext uri="{BB962C8B-B14F-4D97-AF65-F5344CB8AC3E}">
        <p14:creationId xmlns:p14="http://schemas.microsoft.com/office/powerpoint/2010/main" val="192084732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It’s a kind of blockchain without blocks</a:t>
            </a:r>
          </a:p>
        </p:txBody>
      </p:sp>
      <p:sp>
        <p:nvSpPr>
          <p:cNvPr id="4" name="Slide Number Placeholder 3"/>
          <p:cNvSpPr>
            <a:spLocks noGrp="1"/>
          </p:cNvSpPr>
          <p:nvPr>
            <p:ph type="sldNum" sz="quarter" idx="5"/>
          </p:nvPr>
        </p:nvSpPr>
        <p:spPr/>
        <p:txBody>
          <a:bodyPr/>
          <a:lstStyle/>
          <a:p>
            <a:fld id="{40B7B127-B368-4FE0-98EF-802897691640}" type="slidenum">
              <a:rPr lang="en-US" smtClean="0"/>
              <a:t>87</a:t>
            </a:fld>
            <a:endParaRPr lang="en-US"/>
          </a:p>
        </p:txBody>
      </p:sp>
    </p:spTree>
    <p:extLst>
      <p:ext uri="{BB962C8B-B14F-4D97-AF65-F5344CB8AC3E}">
        <p14:creationId xmlns:p14="http://schemas.microsoft.com/office/powerpoint/2010/main" val="358308200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Transactions (Sender, Receiver, Amount)</a:t>
            </a:r>
          </a:p>
          <a:p>
            <a:endParaRPr lang="en-US"/>
          </a:p>
          <a:p>
            <a:r>
              <a:rPr lang="en-US"/>
              <a:t>If a hacker changes a block all the next blocks should be changed</a:t>
            </a:r>
          </a:p>
        </p:txBody>
      </p:sp>
      <p:sp>
        <p:nvSpPr>
          <p:cNvPr id="4" name="Slide Number Placeholder 3"/>
          <p:cNvSpPr>
            <a:spLocks noGrp="1"/>
          </p:cNvSpPr>
          <p:nvPr>
            <p:ph type="sldNum" sz="quarter" idx="5"/>
          </p:nvPr>
        </p:nvSpPr>
        <p:spPr/>
        <p:txBody>
          <a:bodyPr/>
          <a:lstStyle/>
          <a:p>
            <a:fld id="{40B7B127-B368-4FE0-98EF-802897691640}" type="slidenum">
              <a:rPr lang="en-US" smtClean="0"/>
              <a:t>88</a:t>
            </a:fld>
            <a:endParaRPr lang="en-US"/>
          </a:p>
        </p:txBody>
      </p:sp>
    </p:spTree>
    <p:extLst>
      <p:ext uri="{BB962C8B-B14F-4D97-AF65-F5344CB8AC3E}">
        <p14:creationId xmlns:p14="http://schemas.microsoft.com/office/powerpoint/2010/main" val="392516747"/>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8" name="Picture 7" descr="C3-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ctrTitle"/>
          </p:nvPr>
        </p:nvSpPr>
        <p:spPr>
          <a:xfrm>
            <a:off x="1371600" y="1803405"/>
            <a:ext cx="9448800" cy="1825096"/>
          </a:xfrm>
        </p:spPr>
        <p:txBody>
          <a:bodyPr anchor="b">
            <a:normAutofit/>
          </a:bodyPr>
          <a:lstStyle>
            <a:lvl1pPr algn="l">
              <a:defRPr sz="6000"/>
            </a:lvl1pPr>
          </a:lstStyle>
          <a:p>
            <a:r>
              <a:rPr lang="en-US"/>
              <a:t>Click to edit Master title style</a:t>
            </a:r>
          </a:p>
        </p:txBody>
      </p:sp>
      <p:sp>
        <p:nvSpPr>
          <p:cNvPr id="3" name="Subtitle 2"/>
          <p:cNvSpPr>
            <a:spLocks noGrp="1"/>
          </p:cNvSpPr>
          <p:nvPr>
            <p:ph type="subTitle" idx="1"/>
          </p:nvPr>
        </p:nvSpPr>
        <p:spPr>
          <a:xfrm>
            <a:off x="1371600" y="3632201"/>
            <a:ext cx="9448800" cy="685800"/>
          </a:xfrm>
        </p:spPr>
        <p:txBody>
          <a:bodyPr>
            <a:normAutofit/>
          </a:bodyPr>
          <a:lstStyle>
            <a:lvl1pPr marL="0" indent="0" algn="l">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a:xfrm>
            <a:off x="7909561" y="4314328"/>
            <a:ext cx="2910840" cy="374642"/>
          </a:xfrm>
        </p:spPr>
        <p:txBody>
          <a:bodyPr/>
          <a:lstStyle/>
          <a:p>
            <a:fld id="{27120DCE-ACF7-45D9-8ABD-2399899394C1}" type="datetime1">
              <a:rPr lang="en-US" smtClean="0"/>
              <a:t>3/26/2026</a:t>
            </a:fld>
            <a:endParaRPr lang="en-US"/>
          </a:p>
        </p:txBody>
      </p:sp>
      <p:sp>
        <p:nvSpPr>
          <p:cNvPr id="5" name="Footer Placeholder 4"/>
          <p:cNvSpPr>
            <a:spLocks noGrp="1"/>
          </p:cNvSpPr>
          <p:nvPr>
            <p:ph type="ftr" sz="quarter" idx="11"/>
          </p:nvPr>
        </p:nvSpPr>
        <p:spPr>
          <a:xfrm>
            <a:off x="1371600" y="4323845"/>
            <a:ext cx="6400800" cy="365125"/>
          </a:xfrm>
        </p:spPr>
        <p:txBody>
          <a:bodyPr/>
          <a:lstStyle/>
          <a:p>
            <a:r>
              <a:rPr lang="en-US"/>
              <a:t>Prof. Tim Wood &amp; Prof. Roozbeh Haghnazar</a:t>
            </a:r>
          </a:p>
        </p:txBody>
      </p:sp>
      <p:sp>
        <p:nvSpPr>
          <p:cNvPr id="6" name="Slide Number Placeholder 5"/>
          <p:cNvSpPr>
            <a:spLocks noGrp="1"/>
          </p:cNvSpPr>
          <p:nvPr>
            <p:ph type="sldNum" sz="quarter" idx="12"/>
          </p:nvPr>
        </p:nvSpPr>
        <p:spPr>
          <a:xfrm>
            <a:off x="8077200" y="1430866"/>
            <a:ext cx="2743200" cy="365125"/>
          </a:xfrm>
        </p:spPr>
        <p:txBody>
          <a:bodyPr/>
          <a:lstStyle/>
          <a:p>
            <a:fld id="{6D22F896-40B5-4ADD-8801-0D06FADFA095}"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lgn="l">
              <a:defRPr sz="4400" cap="small" baseline="0"/>
            </a:lvl1p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0E801B-4BBE-40D2-BB35-DD40BF19815A}" type="datetime1">
              <a:rPr lang="en-US" smtClean="0"/>
              <a:t>3/26/2026</a:t>
            </a:fld>
            <a:endParaRPr lang="en-US"/>
          </a:p>
        </p:txBody>
      </p:sp>
      <p:sp>
        <p:nvSpPr>
          <p:cNvPr id="5" name="Footer Placeholder 4"/>
          <p:cNvSpPr>
            <a:spLocks noGrp="1"/>
          </p:cNvSpPr>
          <p:nvPr>
            <p:ph type="ftr" sz="quarter" idx="11"/>
          </p:nvPr>
        </p:nvSpPr>
        <p:spPr/>
        <p:txBody>
          <a:bodyPr/>
          <a:lstStyle/>
          <a:p>
            <a:r>
              <a:rPr lang="en-US"/>
              <a:t>Prof. Tim Wood &amp; Prof. Roozbeh Haghnazar</a:t>
            </a:r>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pic>
        <p:nvPicPr>
          <p:cNvPr id="8" name="Picture 7" descr="C3-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title"/>
          </p:nvPr>
        </p:nvSpPr>
        <p:spPr>
          <a:xfrm>
            <a:off x="685800" y="753533"/>
            <a:ext cx="10820399" cy="2801935"/>
          </a:xfrm>
        </p:spPr>
        <p:txBody>
          <a:bodyPr anchor="b">
            <a:normAutofit/>
          </a:bodyPr>
          <a:lstStyle>
            <a:lvl1pPr algn="r">
              <a:defRPr sz="4000"/>
            </a:lvl1pPr>
          </a:lstStyle>
          <a:p>
            <a:r>
              <a:rPr lang="en-US"/>
              <a:t>Click to edit Master title style</a:t>
            </a:r>
          </a:p>
        </p:txBody>
      </p:sp>
      <p:sp>
        <p:nvSpPr>
          <p:cNvPr id="3" name="Text Placeholder 2"/>
          <p:cNvSpPr>
            <a:spLocks noGrp="1"/>
          </p:cNvSpPr>
          <p:nvPr>
            <p:ph type="body" idx="1"/>
          </p:nvPr>
        </p:nvSpPr>
        <p:spPr>
          <a:xfrm>
            <a:off x="1024467" y="3641725"/>
            <a:ext cx="10490200" cy="955675"/>
          </a:xfrm>
        </p:spPr>
        <p:txBody>
          <a:bodyPr>
            <a:normAutofit/>
          </a:bodyPr>
          <a:lstStyle>
            <a:lvl1pPr marL="0" indent="0" algn="r">
              <a:buNone/>
              <a:defRPr sz="22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7814452" y="381000"/>
            <a:ext cx="2910840" cy="365125"/>
          </a:xfrm>
        </p:spPr>
        <p:txBody>
          <a:bodyPr/>
          <a:lstStyle>
            <a:lvl1pPr algn="r">
              <a:defRPr/>
            </a:lvl1pPr>
          </a:lstStyle>
          <a:p>
            <a:fld id="{E5E49E30-DD50-4552-8CED-91B07B79B0DB}" type="datetime1">
              <a:rPr lang="en-US" smtClean="0"/>
              <a:t>3/26/2026</a:t>
            </a:fld>
            <a:endParaRPr lang="en-US"/>
          </a:p>
        </p:txBody>
      </p:sp>
      <p:sp>
        <p:nvSpPr>
          <p:cNvPr id="5" name="Footer Placeholder 4"/>
          <p:cNvSpPr>
            <a:spLocks noGrp="1"/>
          </p:cNvSpPr>
          <p:nvPr>
            <p:ph type="ftr" sz="quarter" idx="11"/>
          </p:nvPr>
        </p:nvSpPr>
        <p:spPr>
          <a:xfrm>
            <a:off x="685800" y="381001"/>
            <a:ext cx="6991492" cy="364065"/>
          </a:xfrm>
        </p:spPr>
        <p:txBody>
          <a:bodyPr/>
          <a:lstStyle/>
          <a:p>
            <a:r>
              <a:rPr lang="en-US"/>
              <a:t>Prof. Tim Wood &amp; Prof. Roozbeh Haghnazar</a:t>
            </a:r>
          </a:p>
        </p:txBody>
      </p:sp>
      <p:sp>
        <p:nvSpPr>
          <p:cNvPr id="6" name="Slide Number Placeholder 5"/>
          <p:cNvSpPr>
            <a:spLocks noGrp="1"/>
          </p:cNvSpPr>
          <p:nvPr>
            <p:ph type="sldNum" sz="quarter" idx="12"/>
          </p:nvPr>
        </p:nvSpPr>
        <p:spPr>
          <a:xfrm>
            <a:off x="10862452" y="381000"/>
            <a:ext cx="643748" cy="365125"/>
          </a:xfrm>
        </p:spPr>
        <p:txBody>
          <a:bodyPr/>
          <a:lstStyle/>
          <a:p>
            <a:fld id="{6D22F896-40B5-4ADD-8801-0D06FADFA095}"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85800" y="2194559"/>
            <a:ext cx="5334000" cy="40241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2194559"/>
            <a:ext cx="5334000" cy="40241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3ED45940-6140-4ADE-95CB-4E7D5D26DD61}" type="datetime1">
              <a:rPr lang="en-US" smtClean="0"/>
              <a:t>3/26/2026</a:t>
            </a:fld>
            <a:endParaRPr lang="en-US"/>
          </a:p>
        </p:txBody>
      </p:sp>
      <p:sp>
        <p:nvSpPr>
          <p:cNvPr id="6" name="Footer Placeholder 5"/>
          <p:cNvSpPr>
            <a:spLocks noGrp="1"/>
          </p:cNvSpPr>
          <p:nvPr>
            <p:ph type="ftr" sz="quarter" idx="11"/>
          </p:nvPr>
        </p:nvSpPr>
        <p:spPr/>
        <p:txBody>
          <a:bodyPr/>
          <a:lstStyle/>
          <a:p>
            <a:r>
              <a:rPr lang="en-US"/>
              <a:t>Prof. Tim Wood &amp; Prof. Roozbeh Haghnazar</a:t>
            </a:r>
          </a:p>
        </p:txBody>
      </p:sp>
      <p:sp>
        <p:nvSpPr>
          <p:cNvPr id="7" name="Slide Number Placeholder 6"/>
          <p:cNvSpPr>
            <a:spLocks noGrp="1"/>
          </p:cNvSpPr>
          <p:nvPr>
            <p:ph type="sldNum" sz="quarter" idx="12"/>
          </p:nvPr>
        </p:nvSpPr>
        <p:spPr/>
        <p:txBody>
          <a:bodyPr/>
          <a:lstStyle/>
          <a:p>
            <a:fld id="{6D22F896-40B5-4ADD-8801-0D06FADFA095}"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2895600" y="762000"/>
            <a:ext cx="8610600" cy="1295400"/>
          </a:xfrm>
        </p:spPr>
        <p:txBody>
          <a:bodyPr/>
          <a:lstStyle/>
          <a:p>
            <a:r>
              <a:rPr lang="en-US"/>
              <a:t>Click to edit Master title style</a:t>
            </a:r>
          </a:p>
        </p:txBody>
      </p:sp>
      <p:sp>
        <p:nvSpPr>
          <p:cNvPr id="3" name="Text Placeholder 2"/>
          <p:cNvSpPr>
            <a:spLocks noGrp="1"/>
          </p:cNvSpPr>
          <p:nvPr>
            <p:ph type="body" idx="1"/>
          </p:nvPr>
        </p:nvSpPr>
        <p:spPr>
          <a:xfrm>
            <a:off x="914409" y="2183802"/>
            <a:ext cx="5079991" cy="823912"/>
          </a:xfrm>
        </p:spPr>
        <p:txBody>
          <a:bodyPr anchor="b">
            <a:norm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85800" y="3132666"/>
            <a:ext cx="5311775" cy="308601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400800" y="2183802"/>
            <a:ext cx="5105400" cy="823912"/>
          </a:xfrm>
        </p:spPr>
        <p:txBody>
          <a:bodyPr anchor="b">
            <a:norm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3132666"/>
            <a:ext cx="5334000" cy="308601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3E7B5454-A396-430C-9B60-2EA78E2C0ABB}" type="datetime1">
              <a:rPr lang="en-US" smtClean="0"/>
              <a:t>3/26/2026</a:t>
            </a:fld>
            <a:endParaRPr lang="en-US"/>
          </a:p>
        </p:txBody>
      </p:sp>
      <p:sp>
        <p:nvSpPr>
          <p:cNvPr id="8" name="Footer Placeholder 7"/>
          <p:cNvSpPr>
            <a:spLocks noGrp="1"/>
          </p:cNvSpPr>
          <p:nvPr>
            <p:ph type="ftr" sz="quarter" idx="11"/>
          </p:nvPr>
        </p:nvSpPr>
        <p:spPr/>
        <p:txBody>
          <a:bodyPr/>
          <a:lstStyle/>
          <a:p>
            <a:r>
              <a:rPr lang="en-US"/>
              <a:t>Prof. Tim Wood &amp; Prof. Roozbeh Haghnazar</a:t>
            </a:r>
          </a:p>
        </p:txBody>
      </p:sp>
      <p:sp>
        <p:nvSpPr>
          <p:cNvPr id="9" name="Slide Number Placeholder 8"/>
          <p:cNvSpPr>
            <a:spLocks noGrp="1"/>
          </p:cNvSpPr>
          <p:nvPr>
            <p:ph type="sldNum" sz="quarter" idx="12"/>
          </p:nvPr>
        </p:nvSpPr>
        <p:spPr/>
        <p:txBody>
          <a:bodyPr/>
          <a:lstStyle/>
          <a:p>
            <a:fld id="{6D22F896-40B5-4ADD-8801-0D06FADFA095}"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478FBC9A-B173-49FC-9CB8-AC6AB5B0289C}" type="datetime1">
              <a:rPr lang="en-US" smtClean="0"/>
              <a:t>3/26/2026</a:t>
            </a:fld>
            <a:endParaRPr lang="en-US"/>
          </a:p>
        </p:txBody>
      </p:sp>
      <p:sp>
        <p:nvSpPr>
          <p:cNvPr id="4" name="Footer Placeholder 3"/>
          <p:cNvSpPr>
            <a:spLocks noGrp="1"/>
          </p:cNvSpPr>
          <p:nvPr>
            <p:ph type="ftr" sz="quarter" idx="11"/>
          </p:nvPr>
        </p:nvSpPr>
        <p:spPr/>
        <p:txBody>
          <a:bodyPr/>
          <a:lstStyle/>
          <a:p>
            <a:r>
              <a:rPr lang="en-US"/>
              <a:t>Prof. Tim Wood &amp; Prof. Roozbeh Haghnazar</a:t>
            </a:r>
          </a:p>
        </p:txBody>
      </p:sp>
      <p:sp>
        <p:nvSpPr>
          <p:cNvPr id="5" name="Slide Number Placeholder 4"/>
          <p:cNvSpPr>
            <a:spLocks noGrp="1"/>
          </p:cNvSpPr>
          <p:nvPr>
            <p:ph type="sldNum" sz="quarter" idx="12"/>
          </p:nvPr>
        </p:nvSpPr>
        <p:spPr/>
        <p:txBody>
          <a:bodyPr/>
          <a:lstStyle/>
          <a:p>
            <a:fld id="{6D22F896-40B5-4ADD-8801-0D06FADFA095}"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A29D669-AED3-4136-8141-4D601BC0B22C}" type="datetime1">
              <a:rPr lang="en-US" smtClean="0"/>
              <a:t>3/26/2026</a:t>
            </a:fld>
            <a:endParaRPr lang="en-US"/>
          </a:p>
        </p:txBody>
      </p:sp>
      <p:sp>
        <p:nvSpPr>
          <p:cNvPr id="3" name="Footer Placeholder 2"/>
          <p:cNvSpPr>
            <a:spLocks noGrp="1"/>
          </p:cNvSpPr>
          <p:nvPr>
            <p:ph type="ftr" sz="quarter" idx="11"/>
          </p:nvPr>
        </p:nvSpPr>
        <p:spPr/>
        <p:txBody>
          <a:bodyPr/>
          <a:lstStyle/>
          <a:p>
            <a:r>
              <a:rPr lang="en-US"/>
              <a:t>Prof. Tim Wood &amp; Prof. Roozbeh Haghnazar</a:t>
            </a:r>
          </a:p>
        </p:txBody>
      </p:sp>
      <p:sp>
        <p:nvSpPr>
          <p:cNvPr id="4" name="Slide Number Placeholder 3"/>
          <p:cNvSpPr>
            <a:spLocks noGrp="1"/>
          </p:cNvSpPr>
          <p:nvPr>
            <p:ph type="sldNum" sz="quarter" idx="12"/>
          </p:nvPr>
        </p:nvSpPr>
        <p:spPr/>
        <p:txBody>
          <a:bodyPr/>
          <a:lstStyle/>
          <a:p>
            <a:fld id="{6D22F896-40B5-4ADD-8801-0D06FADFA095}"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800" y="1524000"/>
            <a:ext cx="4114800" cy="1600200"/>
          </a:xfrm>
        </p:spPr>
        <p:txBody>
          <a:bodyPr anchor="b"/>
          <a:lstStyle>
            <a:lvl1pPr algn="l">
              <a:defRPr sz="3200"/>
            </a:lvl1pPr>
          </a:lstStyle>
          <a:p>
            <a:r>
              <a:rPr lang="en-US"/>
              <a:t>Click to edit Master title style</a:t>
            </a:r>
          </a:p>
        </p:txBody>
      </p:sp>
      <p:sp>
        <p:nvSpPr>
          <p:cNvPr id="3" name="Content Placeholder 2"/>
          <p:cNvSpPr>
            <a:spLocks noGrp="1"/>
          </p:cNvSpPr>
          <p:nvPr>
            <p:ph idx="1"/>
          </p:nvPr>
        </p:nvSpPr>
        <p:spPr>
          <a:xfrm>
            <a:off x="4995582" y="746759"/>
            <a:ext cx="6510618" cy="5471925"/>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85800" y="3124199"/>
            <a:ext cx="4114800" cy="3094485"/>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3928A521-5C71-4434-84A0-AA74E2224AE3}" type="datetime1">
              <a:rPr lang="en-US" smtClean="0"/>
              <a:t>3/26/2026</a:t>
            </a:fld>
            <a:endParaRPr lang="en-US"/>
          </a:p>
        </p:txBody>
      </p:sp>
      <p:sp>
        <p:nvSpPr>
          <p:cNvPr id="6" name="Footer Placeholder 5"/>
          <p:cNvSpPr>
            <a:spLocks noGrp="1"/>
          </p:cNvSpPr>
          <p:nvPr>
            <p:ph type="ftr" sz="quarter" idx="11"/>
          </p:nvPr>
        </p:nvSpPr>
        <p:spPr/>
        <p:txBody>
          <a:bodyPr/>
          <a:lstStyle/>
          <a:p>
            <a:r>
              <a:rPr lang="en-US"/>
              <a:t>Prof. Tim Wood &amp; Prof. Roozbeh Haghnazar</a:t>
            </a:r>
          </a:p>
        </p:txBody>
      </p:sp>
      <p:sp>
        <p:nvSpPr>
          <p:cNvPr id="7" name="Slide Number Placeholder 6"/>
          <p:cNvSpPr>
            <a:spLocks noGrp="1"/>
          </p:cNvSpPr>
          <p:nvPr>
            <p:ph type="sldNum" sz="quarter" idx="12"/>
          </p:nvPr>
        </p:nvSpPr>
        <p:spPr/>
        <p:txBody>
          <a:bodyPr/>
          <a:lstStyle/>
          <a:p>
            <a:fld id="{6D22F896-40B5-4ADD-8801-0D06FADFA095}"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800" y="1524000"/>
            <a:ext cx="6873240" cy="1600200"/>
          </a:xfrm>
        </p:spPr>
        <p:txBody>
          <a:bodyPr anchor="b"/>
          <a:lstStyle>
            <a:lvl1pPr algn="l">
              <a:defRPr sz="3200"/>
            </a:lvl1pPr>
          </a:lstStyle>
          <a:p>
            <a:r>
              <a:rPr lang="en-US"/>
              <a:t>Click to edit Master title style</a:t>
            </a:r>
          </a:p>
        </p:txBody>
      </p:sp>
      <p:sp>
        <p:nvSpPr>
          <p:cNvPr id="3" name="Picture Placeholder 2"/>
          <p:cNvSpPr>
            <a:spLocks noGrp="1" noChangeAspect="1"/>
          </p:cNvSpPr>
          <p:nvPr>
            <p:ph type="pic" idx="1"/>
          </p:nvPr>
        </p:nvSpPr>
        <p:spPr>
          <a:xfrm>
            <a:off x="7861238" y="751241"/>
            <a:ext cx="3644962" cy="5467443"/>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685800" y="3124199"/>
            <a:ext cx="6873240" cy="3094485"/>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3158F955-B8E3-47FA-9958-7C2AB7317C01}" type="datetime1">
              <a:rPr lang="en-US" smtClean="0"/>
              <a:t>3/26/2026</a:t>
            </a:fld>
            <a:endParaRPr lang="en-US"/>
          </a:p>
        </p:txBody>
      </p:sp>
      <p:sp>
        <p:nvSpPr>
          <p:cNvPr id="6" name="Footer Placeholder 5"/>
          <p:cNvSpPr>
            <a:spLocks noGrp="1"/>
          </p:cNvSpPr>
          <p:nvPr>
            <p:ph type="ftr" sz="quarter" idx="11"/>
          </p:nvPr>
        </p:nvSpPr>
        <p:spPr/>
        <p:txBody>
          <a:bodyPr/>
          <a:lstStyle/>
          <a:p>
            <a:r>
              <a:rPr lang="en-US"/>
              <a:t>Prof. Tim Wood &amp; Prof. Roozbeh Haghnazar</a:t>
            </a:r>
          </a:p>
        </p:txBody>
      </p:sp>
      <p:sp>
        <p:nvSpPr>
          <p:cNvPr id="7" name="Slide Number Placeholder 6"/>
          <p:cNvSpPr>
            <a:spLocks noGrp="1"/>
          </p:cNvSpPr>
          <p:nvPr>
            <p:ph type="sldNum" sz="quarter" idx="12"/>
          </p:nvPr>
        </p:nvSpPr>
        <p:spPr/>
        <p:txBody>
          <a:bodyPr/>
          <a:lstStyle/>
          <a:p>
            <a:fld id="{6D22F896-40B5-4ADD-8801-0D06FADFA095}"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777" y="4697360"/>
            <a:ext cx="10822034" cy="819355"/>
          </a:xfrm>
        </p:spPr>
        <p:txBody>
          <a:bodyPr anchor="b"/>
          <a:lstStyle>
            <a:lvl1pPr algn="l">
              <a:defRPr sz="3200"/>
            </a:lvl1pPr>
          </a:lstStyle>
          <a:p>
            <a:r>
              <a:rPr lang="en-US"/>
              <a:t>Click to edit Master title style</a:t>
            </a:r>
          </a:p>
        </p:txBody>
      </p:sp>
      <p:sp>
        <p:nvSpPr>
          <p:cNvPr id="3" name="Picture Placeholder 2"/>
          <p:cNvSpPr>
            <a:spLocks noGrp="1" noChangeAspect="1"/>
          </p:cNvSpPr>
          <p:nvPr>
            <p:ph type="pic" idx="1"/>
          </p:nvPr>
        </p:nvSpPr>
        <p:spPr>
          <a:xfrm>
            <a:off x="681727" y="941439"/>
            <a:ext cx="10821840" cy="3478161"/>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685800" y="5516715"/>
            <a:ext cx="10820400" cy="701969"/>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BA12E0BC-F7AC-4F4D-8752-18473CCC4A7E}" type="datetime1">
              <a:rPr lang="en-US" smtClean="0"/>
              <a:t>3/26/2026</a:t>
            </a:fld>
            <a:endParaRPr lang="en-US"/>
          </a:p>
        </p:txBody>
      </p:sp>
      <p:sp>
        <p:nvSpPr>
          <p:cNvPr id="6" name="Footer Placeholder 5"/>
          <p:cNvSpPr>
            <a:spLocks noGrp="1"/>
          </p:cNvSpPr>
          <p:nvPr>
            <p:ph type="ftr" sz="quarter" idx="11"/>
          </p:nvPr>
        </p:nvSpPr>
        <p:spPr/>
        <p:txBody>
          <a:bodyPr/>
          <a:lstStyle/>
          <a:p>
            <a:r>
              <a:rPr lang="en-US"/>
              <a:t>Prof. Tim Wood &amp; Prof. Roozbeh Haghnazar</a:t>
            </a:r>
          </a:p>
        </p:txBody>
      </p:sp>
      <p:sp>
        <p:nvSpPr>
          <p:cNvPr id="7" name="Slide Number Placeholder 6"/>
          <p:cNvSpPr>
            <a:spLocks noGrp="1"/>
          </p:cNvSpPr>
          <p:nvPr>
            <p:ph type="sldNum" sz="quarter" idx="12"/>
          </p:nvPr>
        </p:nvSpPr>
        <p:spPr/>
        <p:txBody>
          <a:bodyPr/>
          <a:lstStyle/>
          <a:p>
            <a:fld id="{6D22F896-40B5-4ADD-8801-0D06FADFA095}"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Title and Caption">
    <p:spTree>
      <p:nvGrpSpPr>
        <p:cNvPr id="1" name=""/>
        <p:cNvGrpSpPr/>
        <p:nvPr/>
      </p:nvGrpSpPr>
      <p:grpSpPr>
        <a:xfrm>
          <a:off x="0" y="0"/>
          <a:ext cx="0" cy="0"/>
          <a:chOff x="0" y="0"/>
          <a:chExt cx="0" cy="0"/>
        </a:xfrm>
      </p:grpSpPr>
      <p:pic>
        <p:nvPicPr>
          <p:cNvPr id="9" name="Picture 8" descr="C3-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title"/>
          </p:nvPr>
        </p:nvSpPr>
        <p:spPr>
          <a:xfrm>
            <a:off x="685800" y="753532"/>
            <a:ext cx="10820400" cy="2802467"/>
          </a:xfrm>
        </p:spPr>
        <p:txBody>
          <a:bodyPr anchor="ctr"/>
          <a:lstStyle>
            <a:lvl1pPr algn="l">
              <a:defRPr sz="3200"/>
            </a:lvl1pPr>
          </a:lstStyle>
          <a:p>
            <a:r>
              <a:rPr lang="en-US"/>
              <a:t>Click to edit Master title style</a:t>
            </a:r>
          </a:p>
        </p:txBody>
      </p:sp>
      <p:sp>
        <p:nvSpPr>
          <p:cNvPr id="4" name="Text Placeholder 3"/>
          <p:cNvSpPr>
            <a:spLocks noGrp="1"/>
          </p:cNvSpPr>
          <p:nvPr>
            <p:ph type="body" sz="half" idx="2"/>
          </p:nvPr>
        </p:nvSpPr>
        <p:spPr>
          <a:xfrm>
            <a:off x="1024467" y="3649133"/>
            <a:ext cx="10130516" cy="999067"/>
          </a:xfrm>
        </p:spPr>
        <p:txBody>
          <a:bodyPr anchor="ct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7814452" y="381000"/>
            <a:ext cx="2910840" cy="365125"/>
          </a:xfrm>
        </p:spPr>
        <p:txBody>
          <a:bodyPr/>
          <a:lstStyle>
            <a:lvl1pPr algn="r">
              <a:defRPr/>
            </a:lvl1pPr>
          </a:lstStyle>
          <a:p>
            <a:fld id="{21E72735-F039-4212-93DF-0696D1C457F3}" type="datetime1">
              <a:rPr lang="en-US" smtClean="0"/>
              <a:t>3/26/2026</a:t>
            </a:fld>
            <a:endParaRPr lang="en-US"/>
          </a:p>
        </p:txBody>
      </p:sp>
      <p:sp>
        <p:nvSpPr>
          <p:cNvPr id="6" name="Footer Placeholder 5"/>
          <p:cNvSpPr>
            <a:spLocks noGrp="1"/>
          </p:cNvSpPr>
          <p:nvPr>
            <p:ph type="ftr" sz="quarter" idx="11"/>
          </p:nvPr>
        </p:nvSpPr>
        <p:spPr>
          <a:xfrm>
            <a:off x="685800" y="379941"/>
            <a:ext cx="6991492" cy="365125"/>
          </a:xfrm>
        </p:spPr>
        <p:txBody>
          <a:bodyPr/>
          <a:lstStyle/>
          <a:p>
            <a:r>
              <a:rPr lang="en-US"/>
              <a:t>Prof. Tim Wood &amp; Prof. Roozbeh Haghnazar</a:t>
            </a:r>
          </a:p>
        </p:txBody>
      </p:sp>
      <p:sp>
        <p:nvSpPr>
          <p:cNvPr id="7" name="Slide Number Placeholder 6"/>
          <p:cNvSpPr>
            <a:spLocks noGrp="1"/>
          </p:cNvSpPr>
          <p:nvPr>
            <p:ph type="sldNum" sz="quarter" idx="12"/>
          </p:nvPr>
        </p:nvSpPr>
        <p:spPr>
          <a:xfrm>
            <a:off x="10862452" y="381000"/>
            <a:ext cx="643748" cy="365125"/>
          </a:xfrm>
        </p:spPr>
        <p:txBody>
          <a:bodyPr/>
          <a:lstStyle/>
          <a:p>
            <a:fld id="{6D22F896-40B5-4ADD-8801-0D06FADFA095}" type="slidenum">
              <a:rPr lang="en-US" smtClean="0"/>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Quote with Caption">
    <p:spTree>
      <p:nvGrpSpPr>
        <p:cNvPr id="1" name=""/>
        <p:cNvGrpSpPr/>
        <p:nvPr/>
      </p:nvGrpSpPr>
      <p:grpSpPr>
        <a:xfrm>
          <a:off x="0" y="0"/>
          <a:ext cx="0" cy="0"/>
          <a:chOff x="0" y="0"/>
          <a:chExt cx="0" cy="0"/>
        </a:xfrm>
      </p:grpSpPr>
      <p:pic>
        <p:nvPicPr>
          <p:cNvPr id="11" name="Picture 10" descr="C3-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title"/>
          </p:nvPr>
        </p:nvSpPr>
        <p:spPr>
          <a:xfrm>
            <a:off x="1024467" y="753533"/>
            <a:ext cx="10151533" cy="2604495"/>
          </a:xfrm>
        </p:spPr>
        <p:txBody>
          <a:bodyPr anchor="ctr"/>
          <a:lstStyle>
            <a:lvl1pPr algn="l">
              <a:defRPr sz="3200"/>
            </a:lvl1pPr>
          </a:lstStyle>
          <a:p>
            <a:r>
              <a:rPr lang="en-US"/>
              <a:t>Click to edit Master title style</a:t>
            </a:r>
          </a:p>
        </p:txBody>
      </p:sp>
      <p:sp>
        <p:nvSpPr>
          <p:cNvPr id="12" name="Text Placeholder 3"/>
          <p:cNvSpPr>
            <a:spLocks noGrp="1"/>
          </p:cNvSpPr>
          <p:nvPr>
            <p:ph type="body" sz="half" idx="13"/>
          </p:nvPr>
        </p:nvSpPr>
        <p:spPr>
          <a:xfrm>
            <a:off x="1303865" y="3365556"/>
            <a:ext cx="9592736" cy="444443"/>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1024467" y="3959862"/>
            <a:ext cx="10151533" cy="679871"/>
          </a:xfrm>
        </p:spPr>
        <p:txBody>
          <a:bodyPr anchor="ct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7814452" y="381000"/>
            <a:ext cx="2910840" cy="365125"/>
          </a:xfrm>
        </p:spPr>
        <p:txBody>
          <a:bodyPr/>
          <a:lstStyle>
            <a:lvl1pPr algn="r">
              <a:defRPr/>
            </a:lvl1pPr>
          </a:lstStyle>
          <a:p>
            <a:fld id="{DF0BEC39-C780-41E8-A057-FCA7110F7C6F}" type="datetime1">
              <a:rPr lang="en-US" smtClean="0"/>
              <a:t>3/26/2026</a:t>
            </a:fld>
            <a:endParaRPr lang="en-US"/>
          </a:p>
        </p:txBody>
      </p:sp>
      <p:sp>
        <p:nvSpPr>
          <p:cNvPr id="6" name="Footer Placeholder 5"/>
          <p:cNvSpPr>
            <a:spLocks noGrp="1"/>
          </p:cNvSpPr>
          <p:nvPr>
            <p:ph type="ftr" sz="quarter" idx="11"/>
          </p:nvPr>
        </p:nvSpPr>
        <p:spPr>
          <a:xfrm>
            <a:off x="685800" y="379941"/>
            <a:ext cx="6991492" cy="365125"/>
          </a:xfrm>
        </p:spPr>
        <p:txBody>
          <a:bodyPr/>
          <a:lstStyle/>
          <a:p>
            <a:r>
              <a:rPr lang="en-US"/>
              <a:t>Prof. Tim Wood &amp; Prof. Roozbeh Haghnazar</a:t>
            </a:r>
          </a:p>
        </p:txBody>
      </p:sp>
      <p:sp>
        <p:nvSpPr>
          <p:cNvPr id="7" name="Slide Number Placeholder 6"/>
          <p:cNvSpPr>
            <a:spLocks noGrp="1"/>
          </p:cNvSpPr>
          <p:nvPr>
            <p:ph type="sldNum" sz="quarter" idx="12"/>
          </p:nvPr>
        </p:nvSpPr>
        <p:spPr>
          <a:xfrm>
            <a:off x="10862452" y="381000"/>
            <a:ext cx="643748" cy="365125"/>
          </a:xfrm>
        </p:spPr>
        <p:txBody>
          <a:bodyPr/>
          <a:lstStyle/>
          <a:p>
            <a:fld id="{6D22F896-40B5-4ADD-8801-0D06FADFA095}" type="slidenum">
              <a:rPr lang="en-US" smtClean="0"/>
              <a:t>‹#›</a:t>
            </a:fld>
            <a:endParaRPr lang="en-US"/>
          </a:p>
        </p:txBody>
      </p:sp>
      <p:sp>
        <p:nvSpPr>
          <p:cNvPr id="9" name="TextBox 8"/>
          <p:cNvSpPr txBox="1"/>
          <p:nvPr/>
        </p:nvSpPr>
        <p:spPr>
          <a:xfrm>
            <a:off x="476250" y="93345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a:solidFill>
                  <a:schemeClr val="tx1"/>
                </a:solidFill>
                <a:effectLst/>
              </a:rPr>
              <a:t>“</a:t>
            </a:r>
          </a:p>
        </p:txBody>
      </p:sp>
      <p:sp>
        <p:nvSpPr>
          <p:cNvPr id="10" name="TextBox 9"/>
          <p:cNvSpPr txBox="1"/>
          <p:nvPr/>
        </p:nvSpPr>
        <p:spPr>
          <a:xfrm>
            <a:off x="10984230" y="270129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a:solidFill>
                  <a:schemeClr val="tx1"/>
                </a:solidFill>
                <a:effectLst/>
              </a:rPr>
              <a:t>”</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Name Card">
    <p:spTree>
      <p:nvGrpSpPr>
        <p:cNvPr id="1" name=""/>
        <p:cNvGrpSpPr/>
        <p:nvPr/>
      </p:nvGrpSpPr>
      <p:grpSpPr>
        <a:xfrm>
          <a:off x="0" y="0"/>
          <a:ext cx="0" cy="0"/>
          <a:chOff x="0" y="0"/>
          <a:chExt cx="0" cy="0"/>
        </a:xfrm>
      </p:grpSpPr>
      <p:pic>
        <p:nvPicPr>
          <p:cNvPr id="8" name="Picture 7" descr="C3-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title"/>
          </p:nvPr>
        </p:nvSpPr>
        <p:spPr>
          <a:xfrm>
            <a:off x="1024495" y="1124701"/>
            <a:ext cx="10146186" cy="2511835"/>
          </a:xfrm>
        </p:spPr>
        <p:txBody>
          <a:bodyPr anchor="b"/>
          <a:lstStyle>
            <a:lvl1pPr algn="l">
              <a:defRPr sz="3200"/>
            </a:lvl1pPr>
          </a:lstStyle>
          <a:p>
            <a:r>
              <a:rPr lang="en-US"/>
              <a:t>Click to edit Master title style</a:t>
            </a:r>
          </a:p>
        </p:txBody>
      </p:sp>
      <p:sp>
        <p:nvSpPr>
          <p:cNvPr id="4" name="Text Placeholder 3"/>
          <p:cNvSpPr>
            <a:spLocks noGrp="1"/>
          </p:cNvSpPr>
          <p:nvPr>
            <p:ph type="body" sz="half" idx="2"/>
          </p:nvPr>
        </p:nvSpPr>
        <p:spPr>
          <a:xfrm>
            <a:off x="1024467" y="3648315"/>
            <a:ext cx="10144654" cy="999885"/>
          </a:xfrm>
        </p:spPr>
        <p:txBody>
          <a:bodyPr anchor="t"/>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7814452" y="378883"/>
            <a:ext cx="2910840" cy="365125"/>
          </a:xfrm>
        </p:spPr>
        <p:txBody>
          <a:bodyPr/>
          <a:lstStyle>
            <a:lvl1pPr algn="r">
              <a:defRPr/>
            </a:lvl1pPr>
          </a:lstStyle>
          <a:p>
            <a:fld id="{10515141-FCC7-4130-A974-CCC996C53870}" type="datetime1">
              <a:rPr lang="en-US" smtClean="0"/>
              <a:t>3/26/2026</a:t>
            </a:fld>
            <a:endParaRPr lang="en-US"/>
          </a:p>
        </p:txBody>
      </p:sp>
      <p:sp>
        <p:nvSpPr>
          <p:cNvPr id="6" name="Footer Placeholder 5"/>
          <p:cNvSpPr>
            <a:spLocks noGrp="1"/>
          </p:cNvSpPr>
          <p:nvPr>
            <p:ph type="ftr" sz="quarter" idx="11"/>
          </p:nvPr>
        </p:nvSpPr>
        <p:spPr>
          <a:xfrm>
            <a:off x="685800" y="378883"/>
            <a:ext cx="6991492" cy="365125"/>
          </a:xfrm>
        </p:spPr>
        <p:txBody>
          <a:bodyPr/>
          <a:lstStyle/>
          <a:p>
            <a:r>
              <a:rPr lang="en-US"/>
              <a:t>Prof. Tim Wood &amp; Prof. Roozbeh Haghnazar</a:t>
            </a:r>
          </a:p>
        </p:txBody>
      </p:sp>
      <p:sp>
        <p:nvSpPr>
          <p:cNvPr id="7" name="Slide Number Placeholder 6"/>
          <p:cNvSpPr>
            <a:spLocks noGrp="1"/>
          </p:cNvSpPr>
          <p:nvPr>
            <p:ph type="sldNum" sz="quarter" idx="12"/>
          </p:nvPr>
        </p:nvSpPr>
        <p:spPr>
          <a:xfrm>
            <a:off x="10862452" y="381000"/>
            <a:ext cx="643748" cy="365125"/>
          </a:xfrm>
        </p:spPr>
        <p:txBody>
          <a:bodyPr/>
          <a:lstStyle/>
          <a:p>
            <a:fld id="{6D22F896-40B5-4ADD-8801-0D06FADFA095}" type="slidenum">
              <a:rPr lang="en-US" smtClean="0"/>
              <a:t>‹#›</a:t>
            </a:fld>
            <a:endParaRPr 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2895600" y="761999"/>
            <a:ext cx="8610599" cy="1303867"/>
          </a:xfrm>
        </p:spPr>
        <p:txBody>
          <a:bodyPr/>
          <a:lstStyle/>
          <a:p>
            <a:r>
              <a:rPr lang="en-US"/>
              <a:t>Click to edit Master title style</a:t>
            </a:r>
          </a:p>
        </p:txBody>
      </p:sp>
      <p:sp>
        <p:nvSpPr>
          <p:cNvPr id="7" name="Text Placeholder 2"/>
          <p:cNvSpPr>
            <a:spLocks noGrp="1"/>
          </p:cNvSpPr>
          <p:nvPr>
            <p:ph type="body" idx="1"/>
          </p:nvPr>
        </p:nvSpPr>
        <p:spPr>
          <a:xfrm>
            <a:off x="685800" y="2202080"/>
            <a:ext cx="3456432" cy="617320"/>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685799" y="2904565"/>
            <a:ext cx="3456432" cy="331413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368800" y="2201333"/>
            <a:ext cx="3456432" cy="626534"/>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366858" y="2904067"/>
            <a:ext cx="3456432" cy="331461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8051800" y="2192866"/>
            <a:ext cx="3456432" cy="626534"/>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8051801" y="2904565"/>
            <a:ext cx="3456432" cy="331413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E5712E0D-7C31-4F9A-962F-26FD1B8A6A73}" type="datetime1">
              <a:rPr lang="en-US" smtClean="0"/>
              <a:t>3/26/2026</a:t>
            </a:fld>
            <a:endParaRPr lang="en-US"/>
          </a:p>
        </p:txBody>
      </p:sp>
      <p:sp>
        <p:nvSpPr>
          <p:cNvPr id="4" name="Footer Placeholder 3"/>
          <p:cNvSpPr>
            <a:spLocks noGrp="1"/>
          </p:cNvSpPr>
          <p:nvPr>
            <p:ph type="ftr" sz="quarter" idx="11"/>
          </p:nvPr>
        </p:nvSpPr>
        <p:spPr/>
        <p:txBody>
          <a:bodyPr/>
          <a:lstStyle/>
          <a:p>
            <a:r>
              <a:rPr lang="en-US"/>
              <a:t>Prof. Tim Wood &amp; Prof. Roozbeh Haghnazar</a:t>
            </a:r>
          </a:p>
        </p:txBody>
      </p:sp>
      <p:sp>
        <p:nvSpPr>
          <p:cNvPr id="5" name="Slide Number Placeholder 4"/>
          <p:cNvSpPr>
            <a:spLocks noGrp="1"/>
          </p:cNvSpPr>
          <p:nvPr>
            <p:ph type="sldNum" sz="quarter" idx="12"/>
          </p:nvPr>
        </p:nvSpPr>
        <p:spPr/>
        <p:txBody>
          <a:bodyPr/>
          <a:lstStyle/>
          <a:p>
            <a:fld id="{6D22F896-40B5-4ADD-8801-0D06FADFA095}" type="slidenum">
              <a:rPr lang="en-US" smtClean="0"/>
              <a:t>‹#›</a:t>
            </a:fld>
            <a:endParaRPr 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2895600" y="762000"/>
            <a:ext cx="8610599" cy="1295400"/>
          </a:xfrm>
        </p:spPr>
        <p:txBody>
          <a:bodyPr/>
          <a:lstStyle/>
          <a:p>
            <a:r>
              <a:rPr lang="en-US"/>
              <a:t>Click to edit Master title style</a:t>
            </a:r>
          </a:p>
        </p:txBody>
      </p:sp>
      <p:sp>
        <p:nvSpPr>
          <p:cNvPr id="19" name="Text Placeholder 2"/>
          <p:cNvSpPr>
            <a:spLocks noGrp="1"/>
          </p:cNvSpPr>
          <p:nvPr>
            <p:ph type="body" idx="1"/>
          </p:nvPr>
        </p:nvSpPr>
        <p:spPr>
          <a:xfrm>
            <a:off x="688618" y="4191000"/>
            <a:ext cx="3451582" cy="682765"/>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688618" y="2362200"/>
            <a:ext cx="3451582"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p>
        </p:txBody>
      </p:sp>
      <p:sp>
        <p:nvSpPr>
          <p:cNvPr id="21" name="Text Placeholder 3"/>
          <p:cNvSpPr>
            <a:spLocks noGrp="1"/>
          </p:cNvSpPr>
          <p:nvPr>
            <p:ph type="body" sz="half" idx="18"/>
          </p:nvPr>
        </p:nvSpPr>
        <p:spPr>
          <a:xfrm>
            <a:off x="688618" y="4873764"/>
            <a:ext cx="3451582" cy="1344921"/>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374263" y="4191000"/>
            <a:ext cx="3448935" cy="682765"/>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374263" y="2362200"/>
            <a:ext cx="3448936"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p>
        </p:txBody>
      </p:sp>
      <p:sp>
        <p:nvSpPr>
          <p:cNvPr id="24" name="Text Placeholder 3"/>
          <p:cNvSpPr>
            <a:spLocks noGrp="1"/>
          </p:cNvSpPr>
          <p:nvPr>
            <p:ph type="body" sz="half" idx="19"/>
          </p:nvPr>
        </p:nvSpPr>
        <p:spPr>
          <a:xfrm>
            <a:off x="4374264" y="4873763"/>
            <a:ext cx="3448935" cy="1344921"/>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8049731" y="4191000"/>
            <a:ext cx="3456469" cy="682765"/>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8049855" y="2362200"/>
            <a:ext cx="3447878"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p>
        </p:txBody>
      </p:sp>
      <p:sp>
        <p:nvSpPr>
          <p:cNvPr id="27" name="Text Placeholder 3"/>
          <p:cNvSpPr>
            <a:spLocks noGrp="1"/>
          </p:cNvSpPr>
          <p:nvPr>
            <p:ph type="body" sz="half" idx="20"/>
          </p:nvPr>
        </p:nvSpPr>
        <p:spPr>
          <a:xfrm>
            <a:off x="8049731" y="4873761"/>
            <a:ext cx="3452445" cy="1344921"/>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523ABD68-0117-470D-9ED1-39098A358CF9}" type="datetime1">
              <a:rPr lang="en-US" smtClean="0"/>
              <a:t>3/26/2026</a:t>
            </a:fld>
            <a:endParaRPr lang="en-US"/>
          </a:p>
        </p:txBody>
      </p:sp>
      <p:sp>
        <p:nvSpPr>
          <p:cNvPr id="4" name="Footer Placeholder 3"/>
          <p:cNvSpPr>
            <a:spLocks noGrp="1"/>
          </p:cNvSpPr>
          <p:nvPr>
            <p:ph type="ftr" sz="quarter" idx="11"/>
          </p:nvPr>
        </p:nvSpPr>
        <p:spPr/>
        <p:txBody>
          <a:bodyPr/>
          <a:lstStyle/>
          <a:p>
            <a:r>
              <a:rPr lang="en-US"/>
              <a:t>Prof. Tim Wood &amp; Prof. Roozbeh Haghnazar</a:t>
            </a:r>
          </a:p>
        </p:txBody>
      </p:sp>
      <p:sp>
        <p:nvSpPr>
          <p:cNvPr id="5" name="Slide Number Placeholder 4"/>
          <p:cNvSpPr>
            <a:spLocks noGrp="1"/>
          </p:cNvSpPr>
          <p:nvPr>
            <p:ph type="sldNum" sz="quarter" idx="12"/>
          </p:nvPr>
        </p:nvSpPr>
        <p:spPr/>
        <p:txBody>
          <a:bodyPr/>
          <a:lstStyle/>
          <a:p>
            <a:fld id="{6D22F896-40B5-4ADD-8801-0D06FADFA095}" type="slidenum">
              <a:rPr lang="en-US" smtClean="0"/>
              <a:t>‹#›</a:t>
            </a:fld>
            <a:endParaRPr 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a:xfrm>
            <a:off x="685800" y="2194559"/>
            <a:ext cx="10820400" cy="40241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EE15776-E3C4-4F64-83D6-E8FFE0C4F4AA}" type="datetime1">
              <a:rPr lang="en-US" smtClean="0"/>
              <a:t>3/26/2026</a:t>
            </a:fld>
            <a:endParaRPr lang="en-US"/>
          </a:p>
        </p:txBody>
      </p:sp>
      <p:sp>
        <p:nvSpPr>
          <p:cNvPr id="5" name="Footer Placeholder 4"/>
          <p:cNvSpPr>
            <a:spLocks noGrp="1"/>
          </p:cNvSpPr>
          <p:nvPr>
            <p:ph type="ftr" sz="quarter" idx="11"/>
          </p:nvPr>
        </p:nvSpPr>
        <p:spPr/>
        <p:txBody>
          <a:bodyPr/>
          <a:lstStyle/>
          <a:p>
            <a:r>
              <a:rPr lang="en-US"/>
              <a:t>Prof. Tim Wood &amp; Prof. Roozbeh Haghnazar</a:t>
            </a:r>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pic>
        <p:nvPicPr>
          <p:cNvPr id="9" name="Picture 8" descr="C3-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Vertical Title 1"/>
          <p:cNvSpPr>
            <a:spLocks noGrp="1"/>
          </p:cNvSpPr>
          <p:nvPr>
            <p:ph type="title" orient="vert"/>
          </p:nvPr>
        </p:nvSpPr>
        <p:spPr>
          <a:xfrm>
            <a:off x="9448800" y="745066"/>
            <a:ext cx="2057400" cy="3903133"/>
          </a:xfrm>
        </p:spPr>
        <p:txBody>
          <a:bodyPr vert="eaVert"/>
          <a:lstStyle>
            <a:lvl1pPr algn="l">
              <a:defRPr/>
            </a:lvl1pPr>
          </a:lstStyle>
          <a:p>
            <a:r>
              <a:rPr lang="en-US"/>
              <a:t>Click to edit Master title style</a:t>
            </a:r>
          </a:p>
        </p:txBody>
      </p:sp>
      <p:sp>
        <p:nvSpPr>
          <p:cNvPr id="3" name="Vertical Text Placeholder 2"/>
          <p:cNvSpPr>
            <a:spLocks noGrp="1"/>
          </p:cNvSpPr>
          <p:nvPr>
            <p:ph type="body" orient="vert" idx="1"/>
          </p:nvPr>
        </p:nvSpPr>
        <p:spPr>
          <a:xfrm>
            <a:off x="1024466" y="745067"/>
            <a:ext cx="8204201" cy="3903133"/>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7814452" y="379941"/>
            <a:ext cx="2910840" cy="365125"/>
          </a:xfrm>
        </p:spPr>
        <p:txBody>
          <a:bodyPr/>
          <a:lstStyle>
            <a:lvl1pPr algn="r">
              <a:defRPr/>
            </a:lvl1pPr>
          </a:lstStyle>
          <a:p>
            <a:fld id="{66DF6605-DE79-44EB-AAD2-D75C98E5BA7C}" type="datetime1">
              <a:rPr lang="en-US" smtClean="0"/>
              <a:t>3/26/2026</a:t>
            </a:fld>
            <a:endParaRPr lang="en-US"/>
          </a:p>
        </p:txBody>
      </p:sp>
      <p:sp>
        <p:nvSpPr>
          <p:cNvPr id="5" name="Footer Placeholder 4"/>
          <p:cNvSpPr>
            <a:spLocks noGrp="1"/>
          </p:cNvSpPr>
          <p:nvPr>
            <p:ph type="ftr" sz="quarter" idx="11"/>
          </p:nvPr>
        </p:nvSpPr>
        <p:spPr>
          <a:xfrm>
            <a:off x="685800" y="381000"/>
            <a:ext cx="6991492" cy="365125"/>
          </a:xfrm>
        </p:spPr>
        <p:txBody>
          <a:bodyPr/>
          <a:lstStyle/>
          <a:p>
            <a:r>
              <a:rPr lang="en-US"/>
              <a:t>Prof. Tim Wood &amp; Prof. Roozbeh Haghnazar</a:t>
            </a:r>
          </a:p>
        </p:txBody>
      </p:sp>
      <p:sp>
        <p:nvSpPr>
          <p:cNvPr id="6" name="Slide Number Placeholder 5"/>
          <p:cNvSpPr>
            <a:spLocks noGrp="1"/>
          </p:cNvSpPr>
          <p:nvPr>
            <p:ph type="sldNum" sz="quarter" idx="12"/>
          </p:nvPr>
        </p:nvSpPr>
        <p:spPr>
          <a:xfrm>
            <a:off x="10862452" y="381000"/>
            <a:ext cx="643748" cy="365125"/>
          </a:xfrm>
        </p:spPr>
        <p:txBody>
          <a:bodyPr/>
          <a:lstStyle/>
          <a:p>
            <a:fld id="{6D22F896-40B5-4ADD-8801-0D06FADFA095}" type="slidenum">
              <a:rPr lang="en-US" smtClean="0"/>
              <a:t>‹#›</a:t>
            </a:fld>
            <a:endParaRPr 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type="tx">
  <p:cSld name="body">
    <p:bg>
      <p:bgPr>
        <a:solidFill>
          <a:srgbClr val="FFFFFF"/>
        </a:solidFill>
        <a:effectLst/>
      </p:bgPr>
    </p:bg>
    <p:spTree>
      <p:nvGrpSpPr>
        <p:cNvPr id="1" name=""/>
        <p:cNvGrpSpPr/>
        <p:nvPr/>
      </p:nvGrpSpPr>
      <p:grpSpPr>
        <a:xfrm>
          <a:off x="0" y="0"/>
          <a:ext cx="0" cy="0"/>
          <a:chOff x="0" y="0"/>
          <a:chExt cx="0" cy="0"/>
        </a:xfrm>
      </p:grpSpPr>
      <p:pic>
        <p:nvPicPr>
          <p:cNvPr id="21" name="cloud-header.jpg" descr="cloud-header.jpg"/>
          <p:cNvPicPr>
            <a:picLocks noChangeAspect="1"/>
          </p:cNvPicPr>
          <p:nvPr/>
        </p:nvPicPr>
        <p:blipFill>
          <a:blip r:embed="rId2"/>
          <a:stretch>
            <a:fillRect/>
          </a:stretch>
        </p:blipFill>
        <p:spPr>
          <a:xfrm>
            <a:off x="-78251" y="-107156"/>
            <a:ext cx="12800940" cy="1339453"/>
          </a:xfrm>
          <a:prstGeom prst="rect">
            <a:avLst/>
          </a:prstGeom>
          <a:ln w="12700">
            <a:miter lim="400000"/>
          </a:ln>
        </p:spPr>
      </p:pic>
      <p:sp>
        <p:nvSpPr>
          <p:cNvPr id="22" name="Tim Wood - The George Washington University - Department of Computer Science"/>
          <p:cNvSpPr/>
          <p:nvPr/>
        </p:nvSpPr>
        <p:spPr>
          <a:xfrm>
            <a:off x="0" y="6500812"/>
            <a:ext cx="12215813" cy="357188"/>
          </a:xfrm>
          <a:prstGeom prst="rect">
            <a:avLst/>
          </a:prstGeom>
          <a:solidFill>
            <a:srgbClr val="026993"/>
          </a:solidFill>
          <a:ln w="254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3578" tIns="53578" rIns="53578" bIns="53578" anchor="ctr"/>
          <a:lstStyle>
            <a:lvl1pPr>
              <a:defRPr sz="2000">
                <a:solidFill>
                  <a:srgbClr val="91ADD6"/>
                </a:solidFill>
                <a:latin typeface="Helvetica Neue Light"/>
                <a:ea typeface="Helvetica Neue Light"/>
                <a:cs typeface="Helvetica Neue Light"/>
                <a:sym typeface="Helvetica Neue Light"/>
              </a:defRPr>
            </a:lvl1pPr>
          </a:lstStyle>
          <a:p>
            <a:r>
              <a:rPr sz="1406"/>
              <a:t>Tim Wood - The George Washington University - Department of Computer Science</a:t>
            </a:r>
          </a:p>
        </p:txBody>
      </p:sp>
      <p:sp>
        <p:nvSpPr>
          <p:cNvPr id="23" name="Title Text"/>
          <p:cNvSpPr txBox="1">
            <a:spLocks noGrp="1"/>
          </p:cNvSpPr>
          <p:nvPr>
            <p:ph type="title"/>
          </p:nvPr>
        </p:nvSpPr>
        <p:spPr>
          <a:xfrm>
            <a:off x="285750" y="178594"/>
            <a:ext cx="11584781" cy="910828"/>
          </a:xfrm>
          <a:prstGeom prst="rect">
            <a:avLst/>
          </a:prstGeom>
        </p:spPr>
        <p:txBody>
          <a:bodyPr/>
          <a:lstStyle>
            <a:lvl1pPr>
              <a:defRPr>
                <a:solidFill>
                  <a:srgbClr val="006893"/>
                </a:solidFill>
              </a:defRPr>
            </a:lvl1pPr>
          </a:lstStyle>
          <a:p>
            <a:r>
              <a:rPr lang="en-US"/>
              <a:t>Click to edit Master title style</a:t>
            </a:r>
            <a:endParaRPr/>
          </a:p>
        </p:txBody>
      </p:sp>
      <p:sp>
        <p:nvSpPr>
          <p:cNvPr id="24" name="Body Level One…"/>
          <p:cNvSpPr txBox="1">
            <a:spLocks noGrp="1"/>
          </p:cNvSpPr>
          <p:nvPr>
            <p:ph type="body" idx="1"/>
          </p:nvPr>
        </p:nvSpPr>
        <p:spPr>
          <a:xfrm>
            <a:off x="285750" y="1098351"/>
            <a:ext cx="11584781" cy="5357813"/>
          </a:xfrm>
          <a:prstGeom prst="rect">
            <a:avLst/>
          </a:prstGeom>
        </p:spPr>
        <p:txBody>
          <a:bodyPr anchor="t"/>
          <a:lstStyle>
            <a:lvl1pPr algn="l">
              <a:lnSpc>
                <a:spcPct val="80000"/>
              </a:lnSpc>
              <a:spcBef>
                <a:spcPts val="1547"/>
              </a:spcBef>
              <a:defRPr sz="2883">
                <a:solidFill>
                  <a:srgbClr val="000000"/>
                </a:solidFill>
                <a:latin typeface="Helvetica Neue Light"/>
                <a:ea typeface="Helvetica Neue Light"/>
                <a:cs typeface="Helvetica Neue Light"/>
                <a:sym typeface="Helvetica Neue Light"/>
              </a:defRPr>
            </a:lvl1pPr>
            <a:lvl2pPr marL="625056" indent="-178587" algn="l">
              <a:lnSpc>
                <a:spcPct val="90000"/>
              </a:lnSpc>
              <a:spcBef>
                <a:spcPts val="422"/>
              </a:spcBef>
              <a:buSzPct val="75000"/>
              <a:buChar char="-"/>
              <a:defRPr sz="2250">
                <a:solidFill>
                  <a:srgbClr val="232323"/>
                </a:solidFill>
                <a:latin typeface="Helvetica Neue Light"/>
                <a:ea typeface="Helvetica Neue Light"/>
                <a:cs typeface="Helvetica Neue Light"/>
                <a:sym typeface="Helvetica Neue Light"/>
              </a:defRPr>
            </a:lvl2pPr>
            <a:lvl3pPr marL="892937" indent="-178587" algn="l">
              <a:lnSpc>
                <a:spcPct val="90000"/>
              </a:lnSpc>
              <a:spcBef>
                <a:spcPts val="422"/>
              </a:spcBef>
              <a:buSzPct val="75000"/>
              <a:buChar char="-"/>
              <a:defRPr sz="1969">
                <a:solidFill>
                  <a:srgbClr val="232323"/>
                </a:solidFill>
                <a:latin typeface="Helvetica Neue Light"/>
                <a:ea typeface="Helvetica Neue Light"/>
                <a:cs typeface="Helvetica Neue Light"/>
                <a:sym typeface="Helvetica Neue Light"/>
              </a:defRPr>
            </a:lvl3pPr>
            <a:lvl4pPr marL="1160818" indent="-178587" algn="l">
              <a:lnSpc>
                <a:spcPct val="70000"/>
              </a:lnSpc>
              <a:spcBef>
                <a:spcPts val="422"/>
              </a:spcBef>
              <a:buSzPct val="75000"/>
              <a:buChar char="-"/>
              <a:defRPr sz="1828">
                <a:solidFill>
                  <a:srgbClr val="232323"/>
                </a:solidFill>
                <a:latin typeface="Helvetica Neue Light"/>
                <a:ea typeface="Helvetica Neue Light"/>
                <a:cs typeface="Helvetica Neue Light"/>
                <a:sym typeface="Helvetica Neue Light"/>
              </a:defRPr>
            </a:lvl4pPr>
            <a:lvl5pPr marL="1428699" indent="-178587" algn="l">
              <a:lnSpc>
                <a:spcPct val="60000"/>
              </a:lnSpc>
              <a:spcBef>
                <a:spcPts val="422"/>
              </a:spcBef>
              <a:buSzPct val="75000"/>
              <a:buChar char="-"/>
              <a:defRPr sz="1687">
                <a:solidFill>
                  <a:srgbClr val="232323"/>
                </a:solidFill>
                <a:latin typeface="Helvetica Neue Light"/>
                <a:ea typeface="Helvetica Neue Light"/>
                <a:cs typeface="Helvetica Neue Light"/>
                <a:sym typeface="Helvetica Neue Ligh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25" name="Slide Number"/>
          <p:cNvSpPr txBox="1">
            <a:spLocks noGrp="1"/>
          </p:cNvSpPr>
          <p:nvPr>
            <p:ph type="sldNum" sz="quarter" idx="2"/>
          </p:nvPr>
        </p:nvSpPr>
        <p:spPr>
          <a:xfrm>
            <a:off x="11572875" y="6554391"/>
            <a:ext cx="321469" cy="252133"/>
          </a:xfrm>
          <a:prstGeom prst="rect">
            <a:avLst/>
          </a:prstGeom>
        </p:spPr>
        <p:txBody>
          <a:bodyPr/>
          <a:lstStyle>
            <a:lvl1pPr>
              <a:defRPr>
                <a:solidFill>
                  <a:srgbClr val="606060"/>
                </a:solidFill>
                <a:latin typeface="+mj-lt"/>
                <a:ea typeface="+mj-ea"/>
                <a:cs typeface="+mj-cs"/>
                <a:sym typeface="Times New Roman"/>
              </a:defRPr>
            </a:lvl1pPr>
          </a:lstStyle>
          <a:p>
            <a:fld id="{86CB4B4D-7CA3-9044-876B-883B54F8677D}" type="slidenum">
              <a:t>‹#›</a:t>
            </a:fld>
            <a:endParaRPr/>
          </a:p>
        </p:txBody>
      </p:sp>
    </p:spTree>
    <p:extLst>
      <p:ext uri="{BB962C8B-B14F-4D97-AF65-F5344CB8AC3E}">
        <p14:creationId xmlns:p14="http://schemas.microsoft.com/office/powerpoint/2010/main" val="3821264762"/>
      </p:ext>
    </p:extLst>
  </p:cSld>
  <p:clrMapOvr>
    <a:masterClrMapping/>
  </p:clrMapOvr>
  <p:transition spd="med"/>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8" name="Picture 7" descr="C3-HD-TOP.png"/>
          <p:cNvPicPr>
            <a:picLocks noChangeAspect="1"/>
          </p:cNvPicPr>
          <p:nvPr/>
        </p:nvPicPr>
        <p:blipFill>
          <a:blip r:embed="rId20">
            <a:extLst>
              <a:ext uri="{28A0092B-C50C-407E-A947-70E740481C1C}">
                <a14:useLocalDpi xmlns:a14="http://schemas.microsoft.com/office/drawing/2010/main" val="0"/>
              </a:ext>
            </a:extLst>
          </a:blip>
          <a:stretch>
            <a:fillRect/>
          </a:stretch>
        </p:blipFill>
        <p:spPr>
          <a:xfrm>
            <a:off x="0" y="0"/>
            <a:ext cx="12192000" cy="1441450"/>
          </a:xfrm>
          <a:prstGeom prst="rect">
            <a:avLst/>
          </a:prstGeom>
        </p:spPr>
      </p:pic>
      <p:sp>
        <p:nvSpPr>
          <p:cNvPr id="2" name="Title Placeholder 1"/>
          <p:cNvSpPr>
            <a:spLocks noGrp="1"/>
          </p:cNvSpPr>
          <p:nvPr>
            <p:ph type="title"/>
          </p:nvPr>
        </p:nvSpPr>
        <p:spPr>
          <a:xfrm>
            <a:off x="2895600" y="764373"/>
            <a:ext cx="8610600" cy="1293028"/>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85800" y="2194560"/>
            <a:ext cx="10820400" cy="4024125"/>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595360" y="6356350"/>
            <a:ext cx="291084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7255AB0B-E2BB-4180-9C43-AEF1912294DF}" type="datetime1">
              <a:rPr lang="en-US" smtClean="0"/>
              <a:t>3/26/2026</a:t>
            </a:fld>
            <a:endParaRPr lang="en-US"/>
          </a:p>
        </p:txBody>
      </p:sp>
      <p:sp>
        <p:nvSpPr>
          <p:cNvPr id="5" name="Footer Placeholder 4"/>
          <p:cNvSpPr>
            <a:spLocks noGrp="1"/>
          </p:cNvSpPr>
          <p:nvPr>
            <p:ph type="ftr" sz="quarter" idx="3"/>
          </p:nvPr>
        </p:nvSpPr>
        <p:spPr>
          <a:xfrm>
            <a:off x="685800" y="6355845"/>
            <a:ext cx="7772400" cy="365125"/>
          </a:xfrm>
          <a:prstGeom prst="rect">
            <a:avLst/>
          </a:prstGeom>
        </p:spPr>
        <p:txBody>
          <a:bodyPr vert="horz" lIns="91440" tIns="45720" rIns="91440" bIns="45720" rtlCol="0" anchor="ctr"/>
          <a:lstStyle>
            <a:lvl1pPr algn="l">
              <a:defRPr sz="1050">
                <a:solidFill>
                  <a:schemeClr val="tx1">
                    <a:tint val="75000"/>
                  </a:schemeClr>
                </a:solidFill>
              </a:defRPr>
            </a:lvl1pPr>
          </a:lstStyle>
          <a:p>
            <a:r>
              <a:rPr lang="en-US"/>
              <a:t>Prof. Tim Wood &amp; Prof. Roozbeh Haghnazar</a:t>
            </a:r>
          </a:p>
        </p:txBody>
      </p:sp>
      <p:sp>
        <p:nvSpPr>
          <p:cNvPr id="6" name="Slide Number Placeholder 5"/>
          <p:cNvSpPr>
            <a:spLocks noGrp="1"/>
          </p:cNvSpPr>
          <p:nvPr>
            <p:ph type="sldNum" sz="quarter" idx="4"/>
          </p:nvPr>
        </p:nvSpPr>
        <p:spPr>
          <a:xfrm>
            <a:off x="8763000" y="381000"/>
            <a:ext cx="274320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6D22F896-40B5-4ADD-8801-0D06FADFA095}" type="slidenum">
              <a:rPr lang="en-US" smtClean="0"/>
              <a:pPr/>
              <a:t>‹#›</a:t>
            </a:fld>
            <a:endParaRPr lang="en-US"/>
          </a:p>
        </p:txBody>
      </p:sp>
    </p:spTree>
    <p:extLst>
      <p:ext uri="{BB962C8B-B14F-4D97-AF65-F5344CB8AC3E}">
        <p14:creationId xmlns:p14="http://schemas.microsoft.com/office/powerpoint/2010/main" val="494058853"/>
      </p:ext>
    </p:extLst>
  </p:cSld>
  <p:clrMap bg1="lt1" tx1="dk1" bg2="lt2" tx2="dk2" accent1="accent1" accent2="accent2" accent3="accent3" accent4="accent4" accent5="accent5" accent6="accent6" hlink="hlink" folHlink="folHlink"/>
  <p:sldLayoutIdLst>
    <p:sldLayoutId id="2147483670" r:id="rId1"/>
    <p:sldLayoutId id="2147483671" r:id="rId2"/>
    <p:sldLayoutId id="2147483672" r:id="rId3"/>
    <p:sldLayoutId id="2147483673" r:id="rId4"/>
    <p:sldLayoutId id="2147483674" r:id="rId5"/>
    <p:sldLayoutId id="2147483675" r:id="rId6"/>
    <p:sldLayoutId id="2147483676" r:id="rId7"/>
    <p:sldLayoutId id="2147483677" r:id="rId8"/>
    <p:sldLayoutId id="2147483678" r:id="rId9"/>
    <p:sldLayoutId id="2147483679" r:id="rId10"/>
    <p:sldLayoutId id="2147483680" r:id="rId11"/>
    <p:sldLayoutId id="2147483681" r:id="rId12"/>
    <p:sldLayoutId id="2147483682" r:id="rId13"/>
    <p:sldLayoutId id="2147483683" r:id="rId14"/>
    <p:sldLayoutId id="2147483684" r:id="rId15"/>
    <p:sldLayoutId id="2147483685" r:id="rId16"/>
    <p:sldLayoutId id="2147483686" r:id="rId17"/>
    <p:sldLayoutId id="2147483687" r:id="rId18"/>
  </p:sldLayoutIdLst>
  <p:hf sldNum="0" hdr="0" dt="0"/>
  <p:txStyles>
    <p:titleStyle>
      <a:lvl1pPr algn="l" defTabSz="914400" rtl="0" eaLnBrk="1" latinLnBrk="0" hangingPunct="1">
        <a:lnSpc>
          <a:spcPct val="90000"/>
        </a:lnSpc>
        <a:spcBef>
          <a:spcPct val="0"/>
        </a:spcBef>
        <a:buNone/>
        <a:defRPr sz="4800" kern="1200" cap="small" baseline="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2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8.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22.png"/></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image" Target="../media/image23.emf"/><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notesSlide" Target="../notesSlides/notesSlide23.xml"/><Relationship Id="rId1" Type="http://schemas.openxmlformats.org/officeDocument/2006/relationships/slideLayout" Target="../slideLayouts/slideLayout4.xml"/></Relationships>
</file>

<file path=ppt/slides/_rels/slide87.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4.xml"/><Relationship Id="rId1" Type="http://schemas.openxmlformats.org/officeDocument/2006/relationships/slideLayout" Target="../slideLayouts/slideLayout4.xml"/></Relationships>
</file>

<file path=ppt/slides/_rels/slide88.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5.xml"/><Relationship Id="rId1" Type="http://schemas.openxmlformats.org/officeDocument/2006/relationships/slideLayout" Target="../slideLayouts/slideLayout4.xml"/></Relationships>
</file>

<file path=ppt/slides/_rels/slide89.xml.rels><?xml version="1.0" encoding="UTF-8" standalone="yes"?>
<Relationships xmlns="http://schemas.openxmlformats.org/package/2006/relationships"><Relationship Id="rId2" Type="http://schemas.openxmlformats.org/officeDocument/2006/relationships/image" Target="../media/image29.jpeg"/><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840631-7F9B-427A-B42A-0702B125C6E7}"/>
              </a:ext>
            </a:extLst>
          </p:cNvPr>
          <p:cNvSpPr>
            <a:spLocks noGrp="1"/>
          </p:cNvSpPr>
          <p:nvPr>
            <p:ph type="ctrTitle"/>
          </p:nvPr>
        </p:nvSpPr>
        <p:spPr>
          <a:xfrm>
            <a:off x="1371600" y="2516452"/>
            <a:ext cx="9448800" cy="1825096"/>
          </a:xfrm>
        </p:spPr>
        <p:txBody>
          <a:bodyPr>
            <a:normAutofit fontScale="90000"/>
          </a:bodyPr>
          <a:lstStyle/>
          <a:p>
            <a:pPr algn="ctr"/>
            <a:r>
              <a:rPr lang="en-US" dirty="0"/>
              <a:t>Distributed Systems</a:t>
            </a:r>
            <a:br>
              <a:rPr lang="en-US" dirty="0"/>
            </a:br>
            <a:r>
              <a:rPr lang="en-US" dirty="0"/>
              <a:t>CS6421</a:t>
            </a:r>
            <a:br>
              <a:rPr lang="en-US" dirty="0"/>
            </a:br>
            <a:r>
              <a:rPr lang="en-US" b="1" dirty="0"/>
              <a:t>Timing Worksheet</a:t>
            </a:r>
            <a:endParaRPr lang="en-US" dirty="0"/>
          </a:p>
        </p:txBody>
      </p:sp>
      <p:sp>
        <p:nvSpPr>
          <p:cNvPr id="5" name="Footer Placeholder 4">
            <a:extLst>
              <a:ext uri="{FF2B5EF4-FFF2-40B4-BE49-F238E27FC236}">
                <a16:creationId xmlns:a16="http://schemas.microsoft.com/office/drawing/2014/main" id="{3C498480-BF3B-49B4-BAC1-61859985F9AE}"/>
              </a:ext>
            </a:extLst>
          </p:cNvPr>
          <p:cNvSpPr>
            <a:spLocks noGrp="1"/>
          </p:cNvSpPr>
          <p:nvPr>
            <p:ph type="ftr" sz="quarter" idx="11"/>
          </p:nvPr>
        </p:nvSpPr>
        <p:spPr>
          <a:xfrm>
            <a:off x="6309360" y="6492875"/>
            <a:ext cx="6400800" cy="365125"/>
          </a:xfrm>
        </p:spPr>
        <p:txBody>
          <a:bodyPr/>
          <a:lstStyle/>
          <a:p>
            <a:r>
              <a:rPr lang="en-US"/>
              <a:t>Includes material adapted from Van Steen and Tanenbaum’s Distributed Systems book</a:t>
            </a:r>
          </a:p>
        </p:txBody>
      </p:sp>
      <p:sp>
        <p:nvSpPr>
          <p:cNvPr id="6" name="Subtitle 5">
            <a:extLst>
              <a:ext uri="{FF2B5EF4-FFF2-40B4-BE49-F238E27FC236}">
                <a16:creationId xmlns:a16="http://schemas.microsoft.com/office/drawing/2014/main" id="{F16637F8-7742-42DF-84CE-AD7055E9FE39}"/>
              </a:ext>
            </a:extLst>
          </p:cNvPr>
          <p:cNvSpPr>
            <a:spLocks noGrp="1"/>
          </p:cNvSpPr>
          <p:nvPr>
            <p:ph type="subTitle" idx="1"/>
          </p:nvPr>
        </p:nvSpPr>
        <p:spPr/>
        <p:txBody>
          <a:bodyPr/>
          <a:lstStyle/>
          <a:p>
            <a:endParaRPr lang="en-US"/>
          </a:p>
        </p:txBody>
      </p:sp>
      <p:sp>
        <p:nvSpPr>
          <p:cNvPr id="7" name="Subtitle 2">
            <a:extLst>
              <a:ext uri="{FF2B5EF4-FFF2-40B4-BE49-F238E27FC236}">
                <a16:creationId xmlns:a16="http://schemas.microsoft.com/office/drawing/2014/main" id="{AD3E9F44-A9F3-493A-A5D3-D6253DE886D3}"/>
              </a:ext>
            </a:extLst>
          </p:cNvPr>
          <p:cNvSpPr txBox="1">
            <a:spLocks/>
          </p:cNvSpPr>
          <p:nvPr/>
        </p:nvSpPr>
        <p:spPr>
          <a:xfrm>
            <a:off x="1371600" y="4625841"/>
            <a:ext cx="9448800" cy="1368559"/>
          </a:xfrm>
          <a:prstGeom prst="rect">
            <a:avLst/>
          </a:prstGeom>
        </p:spPr>
        <p:txBody>
          <a:bodyPr vert="horz" lIns="91440" tIns="45720" rIns="91440" bIns="45720" rtlCol="0" anchor="t">
            <a:normAutofit fontScale="92500" lnSpcReduction="10000"/>
          </a:bodyPr>
          <a:lstStyle>
            <a:lvl1pPr marL="0" indent="0" algn="l" defTabSz="914400" rtl="0" eaLnBrk="1" latinLnBrk="0" hangingPunct="1">
              <a:lnSpc>
                <a:spcPct val="90000"/>
              </a:lnSpc>
              <a:spcBef>
                <a:spcPts val="1000"/>
              </a:spcBef>
              <a:buFont typeface="Arial" panose="020B0604020202020204" pitchFamily="34" charset="0"/>
              <a:buNone/>
              <a:defRPr sz="20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ctr"/>
            <a:r>
              <a:rPr lang="en-US" sz="2800" dirty="0"/>
              <a:t>Prof. Roozbeh Haghnazar</a:t>
            </a:r>
          </a:p>
          <a:p>
            <a:pPr algn="ctr"/>
            <a:endParaRPr lang="en-US" dirty="0"/>
          </a:p>
          <a:p>
            <a:pPr algn="ctr"/>
            <a:r>
              <a:rPr lang="en-US" sz="1200" dirty="0"/>
              <a:t>Slides Credit:</a:t>
            </a:r>
          </a:p>
          <a:p>
            <a:pPr algn="ctr"/>
            <a:r>
              <a:rPr lang="en-US" sz="1200" dirty="0"/>
              <a:t>Prof. Tim Wood  and Prof. Roozbeh Haghnazar</a:t>
            </a:r>
          </a:p>
          <a:p>
            <a:pPr algn="ctr"/>
            <a:endParaRPr lang="en-US" dirty="0"/>
          </a:p>
        </p:txBody>
      </p:sp>
    </p:spTree>
    <p:extLst>
      <p:ext uri="{BB962C8B-B14F-4D97-AF65-F5344CB8AC3E}">
        <p14:creationId xmlns:p14="http://schemas.microsoft.com/office/powerpoint/2010/main" val="209256547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3BF3BC-FC02-D741-BC68-7973F49AB1BF}"/>
              </a:ext>
            </a:extLst>
          </p:cNvPr>
          <p:cNvSpPr>
            <a:spLocks noGrp="1"/>
          </p:cNvSpPr>
          <p:nvPr>
            <p:ph type="title"/>
          </p:nvPr>
        </p:nvSpPr>
        <p:spPr/>
        <p:txBody>
          <a:bodyPr/>
          <a:lstStyle/>
          <a:p>
            <a:r>
              <a:rPr lang="en-US"/>
              <a:t>Final Project</a:t>
            </a:r>
          </a:p>
        </p:txBody>
      </p:sp>
      <p:sp>
        <p:nvSpPr>
          <p:cNvPr id="3" name="Content Placeholder 2">
            <a:extLst>
              <a:ext uri="{FF2B5EF4-FFF2-40B4-BE49-F238E27FC236}">
                <a16:creationId xmlns:a16="http://schemas.microsoft.com/office/drawing/2014/main" id="{17118C1E-BB20-D145-A762-184099225C63}"/>
              </a:ext>
            </a:extLst>
          </p:cNvPr>
          <p:cNvSpPr>
            <a:spLocks noGrp="1"/>
          </p:cNvSpPr>
          <p:nvPr>
            <p:ph sz="half" idx="1"/>
          </p:nvPr>
        </p:nvSpPr>
        <p:spPr/>
        <p:txBody>
          <a:bodyPr>
            <a:normAutofit/>
          </a:bodyPr>
          <a:lstStyle/>
          <a:p>
            <a:r>
              <a:rPr lang="en-US"/>
              <a:t>Groups of 3-4 students</a:t>
            </a:r>
          </a:p>
          <a:p>
            <a:r>
              <a:rPr lang="en-US" b="1"/>
              <a:t>Research-focused</a:t>
            </a:r>
            <a:r>
              <a:rPr lang="en-US"/>
              <a:t>: Reimplement or extend a research paper</a:t>
            </a:r>
          </a:p>
          <a:p>
            <a:r>
              <a:rPr lang="en-US" b="1"/>
              <a:t>Implementation-focused</a:t>
            </a:r>
            <a:r>
              <a:rPr lang="en-US"/>
              <a:t>: Implement a simplified version of a real distributed system</a:t>
            </a:r>
          </a:p>
          <a:p>
            <a:endParaRPr lang="en-US"/>
          </a:p>
          <a:p>
            <a:r>
              <a:rPr lang="en-US"/>
              <a:t>Course website has sample ideas</a:t>
            </a:r>
          </a:p>
          <a:p>
            <a:pPr lvl="1"/>
            <a:r>
              <a:rPr lang="en-US"/>
              <a:t>But don’t feel limited by them!</a:t>
            </a:r>
          </a:p>
          <a:p>
            <a:pPr lvl="1"/>
            <a:r>
              <a:rPr lang="en-US"/>
              <a:t>You don’t have to use go!</a:t>
            </a:r>
          </a:p>
        </p:txBody>
      </p:sp>
      <p:sp>
        <p:nvSpPr>
          <p:cNvPr id="5" name="Content Placeholder 4">
            <a:extLst>
              <a:ext uri="{FF2B5EF4-FFF2-40B4-BE49-F238E27FC236}">
                <a16:creationId xmlns:a16="http://schemas.microsoft.com/office/drawing/2014/main" id="{67B6C344-403F-BB4A-BE59-876E949096A2}"/>
              </a:ext>
            </a:extLst>
          </p:cNvPr>
          <p:cNvSpPr>
            <a:spLocks noGrp="1"/>
          </p:cNvSpPr>
          <p:nvPr>
            <p:ph sz="half" idx="2"/>
          </p:nvPr>
        </p:nvSpPr>
        <p:spPr>
          <a:xfrm>
            <a:off x="6172199" y="2194559"/>
            <a:ext cx="5815361" cy="4024125"/>
          </a:xfrm>
        </p:spPr>
        <p:txBody>
          <a:bodyPr/>
          <a:lstStyle/>
          <a:p>
            <a:r>
              <a:rPr lang="en-US" dirty="0"/>
              <a:t>Timeline</a:t>
            </a:r>
          </a:p>
          <a:p>
            <a:pPr lvl="1"/>
            <a:r>
              <a:rPr lang="en-US" dirty="0"/>
              <a:t>Milestone 0: Form a Team</a:t>
            </a:r>
          </a:p>
          <a:p>
            <a:pPr lvl="1"/>
            <a:r>
              <a:rPr lang="en-US" dirty="0"/>
              <a:t>Milestone 1: Select a Topic</a:t>
            </a:r>
          </a:p>
          <a:p>
            <a:pPr lvl="1"/>
            <a:r>
              <a:rPr lang="en-US" b="1" dirty="0"/>
              <a:t>Milestone 2: Literature Survey</a:t>
            </a:r>
          </a:p>
          <a:p>
            <a:pPr lvl="1"/>
            <a:r>
              <a:rPr lang="en-US" dirty="0"/>
              <a:t>Milestone 3: Design Document Milestone 4: Final Presentation</a:t>
            </a:r>
          </a:p>
        </p:txBody>
      </p:sp>
      <p:sp>
        <p:nvSpPr>
          <p:cNvPr id="4" name="Footer Placeholder 3">
            <a:extLst>
              <a:ext uri="{FF2B5EF4-FFF2-40B4-BE49-F238E27FC236}">
                <a16:creationId xmlns:a16="http://schemas.microsoft.com/office/drawing/2014/main" id="{CFBCFAEC-69F7-F445-AF45-1A9B09BD6BD1}"/>
              </a:ext>
            </a:extLst>
          </p:cNvPr>
          <p:cNvSpPr>
            <a:spLocks noGrp="1"/>
          </p:cNvSpPr>
          <p:nvPr>
            <p:ph type="ftr" sz="quarter" idx="11"/>
          </p:nvPr>
        </p:nvSpPr>
        <p:spPr/>
        <p:txBody>
          <a:bodyPr/>
          <a:lstStyle/>
          <a:p>
            <a:r>
              <a:rPr lang="en-US"/>
              <a:t>Prof. Tim Wood &amp; Prof. Roozbeh Haghnazar</a:t>
            </a:r>
          </a:p>
        </p:txBody>
      </p:sp>
      <p:sp>
        <p:nvSpPr>
          <p:cNvPr id="7" name="Rounded Rectangle 6">
            <a:extLst>
              <a:ext uri="{FF2B5EF4-FFF2-40B4-BE49-F238E27FC236}">
                <a16:creationId xmlns:a16="http://schemas.microsoft.com/office/drawing/2014/main" id="{CDF7497C-7031-AA4E-946B-38FCC05AB3BD}"/>
              </a:ext>
            </a:extLst>
          </p:cNvPr>
          <p:cNvSpPr/>
          <p:nvPr/>
        </p:nvSpPr>
        <p:spPr>
          <a:xfrm>
            <a:off x="7475838" y="864973"/>
            <a:ext cx="4030362" cy="95147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a:t>Questions?</a:t>
            </a:r>
          </a:p>
        </p:txBody>
      </p:sp>
    </p:spTree>
    <p:extLst>
      <p:ext uri="{BB962C8B-B14F-4D97-AF65-F5344CB8AC3E}">
        <p14:creationId xmlns:p14="http://schemas.microsoft.com/office/powerpoint/2010/main" val="256254123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90E2E5-EA7E-8147-9F7D-4F1191C5FDEC}"/>
              </a:ext>
            </a:extLst>
          </p:cNvPr>
          <p:cNvSpPr>
            <a:spLocks noGrp="1"/>
          </p:cNvSpPr>
          <p:nvPr>
            <p:ph type="title"/>
          </p:nvPr>
        </p:nvSpPr>
        <p:spPr/>
        <p:txBody>
          <a:bodyPr/>
          <a:lstStyle/>
          <a:p>
            <a:r>
              <a:rPr lang="en-US"/>
              <a:t>Last Time…</a:t>
            </a:r>
          </a:p>
        </p:txBody>
      </p:sp>
      <p:sp>
        <p:nvSpPr>
          <p:cNvPr id="3" name="Content Placeholder 2">
            <a:extLst>
              <a:ext uri="{FF2B5EF4-FFF2-40B4-BE49-F238E27FC236}">
                <a16:creationId xmlns:a16="http://schemas.microsoft.com/office/drawing/2014/main" id="{B9FE18E0-0C1D-A646-B7E4-49A969F7CB5C}"/>
              </a:ext>
            </a:extLst>
          </p:cNvPr>
          <p:cNvSpPr>
            <a:spLocks noGrp="1"/>
          </p:cNvSpPr>
          <p:nvPr>
            <p:ph idx="1"/>
          </p:nvPr>
        </p:nvSpPr>
        <p:spPr/>
        <p:txBody>
          <a:bodyPr>
            <a:normAutofit/>
          </a:bodyPr>
          <a:lstStyle/>
          <a:p>
            <a:r>
              <a:rPr lang="en-US"/>
              <a:t>Advanced Resource Management</a:t>
            </a:r>
          </a:p>
          <a:p>
            <a:pPr lvl="1"/>
            <a:r>
              <a:rPr lang="en-US"/>
              <a:t>MapReduce / DevOps</a:t>
            </a:r>
          </a:p>
          <a:p>
            <a:pPr lvl="1"/>
            <a:r>
              <a:rPr lang="en-US"/>
              <a:t>Resource Optimization problems</a:t>
            </a:r>
          </a:p>
          <a:p>
            <a:pPr lvl="2"/>
            <a:r>
              <a:rPr lang="en-US"/>
              <a:t>NP Hardness</a:t>
            </a:r>
          </a:p>
          <a:p>
            <a:pPr lvl="2"/>
            <a:r>
              <a:rPr lang="en-US"/>
              <a:t>Many-objective Optimization</a:t>
            </a:r>
          </a:p>
          <a:p>
            <a:pPr lvl="1"/>
            <a:r>
              <a:rPr lang="en-US"/>
              <a:t>Migration</a:t>
            </a:r>
          </a:p>
          <a:p>
            <a:pPr lvl="2"/>
            <a:r>
              <a:rPr lang="en-US"/>
              <a:t>Code</a:t>
            </a:r>
          </a:p>
          <a:p>
            <a:pPr lvl="2"/>
            <a:r>
              <a:rPr lang="en-US"/>
              <a:t>Processes</a:t>
            </a:r>
          </a:p>
          <a:p>
            <a:pPr lvl="2"/>
            <a:r>
              <a:rPr lang="en-US"/>
              <a:t>VMs</a:t>
            </a:r>
          </a:p>
        </p:txBody>
      </p:sp>
      <p:sp>
        <p:nvSpPr>
          <p:cNvPr id="4" name="Footer Placeholder 3">
            <a:extLst>
              <a:ext uri="{FF2B5EF4-FFF2-40B4-BE49-F238E27FC236}">
                <a16:creationId xmlns:a16="http://schemas.microsoft.com/office/drawing/2014/main" id="{23730AD9-5E8F-FC4B-88AA-B305A80F56E0}"/>
              </a:ext>
            </a:extLst>
          </p:cNvPr>
          <p:cNvSpPr>
            <a:spLocks noGrp="1"/>
          </p:cNvSpPr>
          <p:nvPr>
            <p:ph type="ftr" sz="quarter" idx="11"/>
          </p:nvPr>
        </p:nvSpPr>
        <p:spPr/>
        <p:txBody>
          <a:bodyPr/>
          <a:lstStyle/>
          <a:p>
            <a:r>
              <a:rPr lang="en-US"/>
              <a:t>Prof. Tim Wood &amp; Prof. </a:t>
            </a:r>
            <a:r>
              <a:rPr lang="en-US" err="1"/>
              <a:t>Roozbeh</a:t>
            </a:r>
            <a:r>
              <a:rPr lang="en-US"/>
              <a:t> </a:t>
            </a:r>
            <a:r>
              <a:rPr lang="en-US" err="1"/>
              <a:t>Haghnazar</a:t>
            </a:r>
            <a:endParaRPr lang="en-US"/>
          </a:p>
        </p:txBody>
      </p:sp>
    </p:spTree>
    <p:extLst>
      <p:ext uri="{BB962C8B-B14F-4D97-AF65-F5344CB8AC3E}">
        <p14:creationId xmlns:p14="http://schemas.microsoft.com/office/powerpoint/2010/main" val="326438488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8974BE-AFEC-A14F-AE0F-3B5A2AFADB8C}"/>
              </a:ext>
            </a:extLst>
          </p:cNvPr>
          <p:cNvSpPr>
            <a:spLocks noGrp="1"/>
          </p:cNvSpPr>
          <p:nvPr>
            <p:ph type="title"/>
          </p:nvPr>
        </p:nvSpPr>
        <p:spPr/>
        <p:txBody>
          <a:bodyPr/>
          <a:lstStyle/>
          <a:p>
            <a:r>
              <a:rPr lang="en-US"/>
              <a:t>This Week: Coordination</a:t>
            </a:r>
          </a:p>
        </p:txBody>
      </p:sp>
      <p:sp>
        <p:nvSpPr>
          <p:cNvPr id="3" name="Content Placeholder 2">
            <a:extLst>
              <a:ext uri="{FF2B5EF4-FFF2-40B4-BE49-F238E27FC236}">
                <a16:creationId xmlns:a16="http://schemas.microsoft.com/office/drawing/2014/main" id="{601AA1C3-83BB-FE49-ABE3-0F1C932190D1}"/>
              </a:ext>
            </a:extLst>
          </p:cNvPr>
          <p:cNvSpPr>
            <a:spLocks noGrp="1"/>
          </p:cNvSpPr>
          <p:nvPr>
            <p:ph idx="1"/>
          </p:nvPr>
        </p:nvSpPr>
        <p:spPr/>
        <p:txBody>
          <a:bodyPr/>
          <a:lstStyle/>
          <a:p>
            <a:r>
              <a:rPr lang="en-US"/>
              <a:t>Clock Synchronization</a:t>
            </a:r>
          </a:p>
          <a:p>
            <a:r>
              <a:rPr lang="en-US"/>
              <a:t>Logical Clocks</a:t>
            </a:r>
          </a:p>
          <a:p>
            <a:r>
              <a:rPr lang="en-US"/>
              <a:t>Vector Clocks</a:t>
            </a:r>
          </a:p>
          <a:p>
            <a:r>
              <a:rPr lang="en-US"/>
              <a:t>Mutual Exclusion</a:t>
            </a:r>
          </a:p>
          <a:p>
            <a:r>
              <a:rPr lang="en-US"/>
              <a:t>Election Algorithms</a:t>
            </a:r>
          </a:p>
        </p:txBody>
      </p:sp>
      <p:sp>
        <p:nvSpPr>
          <p:cNvPr id="4" name="Footer Placeholder 3">
            <a:extLst>
              <a:ext uri="{FF2B5EF4-FFF2-40B4-BE49-F238E27FC236}">
                <a16:creationId xmlns:a16="http://schemas.microsoft.com/office/drawing/2014/main" id="{7B0F1264-3A2B-8E42-914C-6D1C9BB34353}"/>
              </a:ext>
            </a:extLst>
          </p:cNvPr>
          <p:cNvSpPr>
            <a:spLocks noGrp="1"/>
          </p:cNvSpPr>
          <p:nvPr>
            <p:ph type="ftr" sz="quarter" idx="11"/>
          </p:nvPr>
        </p:nvSpPr>
        <p:spPr/>
        <p:txBody>
          <a:bodyPr/>
          <a:lstStyle/>
          <a:p>
            <a:r>
              <a:rPr lang="en-US"/>
              <a:t>Prof. Tim Wood &amp; Prof. </a:t>
            </a:r>
            <a:r>
              <a:rPr lang="en-US" err="1"/>
              <a:t>Roozbeh</a:t>
            </a:r>
            <a:r>
              <a:rPr lang="en-US"/>
              <a:t> </a:t>
            </a:r>
            <a:r>
              <a:rPr lang="en-US" err="1"/>
              <a:t>Haghnazar</a:t>
            </a:r>
            <a:endParaRPr lang="en-US"/>
          </a:p>
        </p:txBody>
      </p:sp>
      <p:sp>
        <p:nvSpPr>
          <p:cNvPr id="5" name="Rounded Rectangle 4">
            <a:extLst>
              <a:ext uri="{FF2B5EF4-FFF2-40B4-BE49-F238E27FC236}">
                <a16:creationId xmlns:a16="http://schemas.microsoft.com/office/drawing/2014/main" id="{8DC8BE1F-D13C-A34D-9ABA-3BEE6250AC91}"/>
              </a:ext>
            </a:extLst>
          </p:cNvPr>
          <p:cNvSpPr/>
          <p:nvPr/>
        </p:nvSpPr>
        <p:spPr>
          <a:xfrm>
            <a:off x="5634681" y="2891481"/>
            <a:ext cx="5338119" cy="2397211"/>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a:t>How can distributed components </a:t>
            </a:r>
            <a:r>
              <a:rPr lang="en-US" sz="3200" b="1"/>
              <a:t>coordinate</a:t>
            </a:r>
            <a:r>
              <a:rPr lang="en-US" sz="3200"/>
              <a:t> and agree on the </a:t>
            </a:r>
            <a:r>
              <a:rPr lang="en-US" sz="3200" b="1"/>
              <a:t>ordering</a:t>
            </a:r>
            <a:r>
              <a:rPr lang="en-US" sz="3200"/>
              <a:t> of events?</a:t>
            </a:r>
          </a:p>
        </p:txBody>
      </p:sp>
    </p:spTree>
    <p:extLst>
      <p:ext uri="{BB962C8B-B14F-4D97-AF65-F5344CB8AC3E}">
        <p14:creationId xmlns:p14="http://schemas.microsoft.com/office/powerpoint/2010/main" val="147188857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809D64-2B88-E24F-BC96-E6D606463586}"/>
              </a:ext>
            </a:extLst>
          </p:cNvPr>
          <p:cNvSpPr>
            <a:spLocks noGrp="1"/>
          </p:cNvSpPr>
          <p:nvPr>
            <p:ph type="title"/>
          </p:nvPr>
        </p:nvSpPr>
        <p:spPr/>
        <p:txBody>
          <a:bodyPr/>
          <a:lstStyle/>
          <a:p>
            <a:r>
              <a:rPr lang="en-US"/>
              <a:t>Next Week: Fault Tolerance</a:t>
            </a:r>
          </a:p>
        </p:txBody>
      </p:sp>
      <p:sp>
        <p:nvSpPr>
          <p:cNvPr id="3" name="Content Placeholder 2">
            <a:extLst>
              <a:ext uri="{FF2B5EF4-FFF2-40B4-BE49-F238E27FC236}">
                <a16:creationId xmlns:a16="http://schemas.microsoft.com/office/drawing/2014/main" id="{01BE5190-C33D-8049-9D43-45D514A889CC}"/>
              </a:ext>
            </a:extLst>
          </p:cNvPr>
          <p:cNvSpPr>
            <a:spLocks noGrp="1"/>
          </p:cNvSpPr>
          <p:nvPr>
            <p:ph idx="1"/>
          </p:nvPr>
        </p:nvSpPr>
        <p:spPr/>
        <p:txBody>
          <a:bodyPr/>
          <a:lstStyle/>
          <a:p>
            <a:r>
              <a:rPr lang="en-US"/>
              <a:t>How can we use coordination concepts to provide fault tolerance?</a:t>
            </a:r>
          </a:p>
          <a:p>
            <a:endParaRPr lang="en-US"/>
          </a:p>
          <a:p>
            <a:r>
              <a:rPr lang="en-US"/>
              <a:t>Raft – State Machine Replication</a:t>
            </a:r>
          </a:p>
          <a:p>
            <a:pPr lvl="1"/>
            <a:r>
              <a:rPr lang="en-US"/>
              <a:t>Centralized, crash fault tolerance</a:t>
            </a:r>
          </a:p>
          <a:p>
            <a:r>
              <a:rPr lang="en-US"/>
              <a:t>Blockchain / Crypto currency</a:t>
            </a:r>
          </a:p>
          <a:p>
            <a:pPr lvl="1"/>
            <a:r>
              <a:rPr lang="en-US"/>
              <a:t>Decentralized, byzantine fault tolerance</a:t>
            </a:r>
          </a:p>
          <a:p>
            <a:r>
              <a:rPr lang="en-US"/>
              <a:t>DynamoDB (Amazon’s Distributed Database)</a:t>
            </a:r>
          </a:p>
          <a:p>
            <a:pPr lvl="1"/>
            <a:r>
              <a:rPr lang="en-US"/>
              <a:t>Quorum replication, cloud scale fault tolerance</a:t>
            </a:r>
          </a:p>
        </p:txBody>
      </p:sp>
      <p:sp>
        <p:nvSpPr>
          <p:cNvPr id="4" name="Footer Placeholder 3">
            <a:extLst>
              <a:ext uri="{FF2B5EF4-FFF2-40B4-BE49-F238E27FC236}">
                <a16:creationId xmlns:a16="http://schemas.microsoft.com/office/drawing/2014/main" id="{B5979786-7D7B-594F-AD3A-5837016AE9FA}"/>
              </a:ext>
            </a:extLst>
          </p:cNvPr>
          <p:cNvSpPr>
            <a:spLocks noGrp="1"/>
          </p:cNvSpPr>
          <p:nvPr>
            <p:ph type="ftr" sz="quarter" idx="11"/>
          </p:nvPr>
        </p:nvSpPr>
        <p:spPr/>
        <p:txBody>
          <a:bodyPr/>
          <a:lstStyle/>
          <a:p>
            <a:r>
              <a:rPr lang="en-US"/>
              <a:t>Prof. Tim Wood &amp; Prof. </a:t>
            </a:r>
            <a:r>
              <a:rPr lang="en-US" err="1"/>
              <a:t>Roozbeh</a:t>
            </a:r>
            <a:r>
              <a:rPr lang="en-US"/>
              <a:t> </a:t>
            </a:r>
            <a:r>
              <a:rPr lang="en-US" err="1"/>
              <a:t>Haghnazar</a:t>
            </a:r>
            <a:endParaRPr lang="en-US"/>
          </a:p>
        </p:txBody>
      </p:sp>
    </p:spTree>
    <p:extLst>
      <p:ext uri="{BB962C8B-B14F-4D97-AF65-F5344CB8AC3E}">
        <p14:creationId xmlns:p14="http://schemas.microsoft.com/office/powerpoint/2010/main" val="90467311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139FFC-D084-4717-9CE1-7598B378E12B}"/>
              </a:ext>
            </a:extLst>
          </p:cNvPr>
          <p:cNvSpPr>
            <a:spLocks noGrp="1"/>
          </p:cNvSpPr>
          <p:nvPr>
            <p:ph type="title"/>
          </p:nvPr>
        </p:nvSpPr>
        <p:spPr/>
        <p:txBody>
          <a:bodyPr/>
          <a:lstStyle/>
          <a:p>
            <a:r>
              <a:rPr lang="en-US"/>
              <a:t>Challenges</a:t>
            </a:r>
          </a:p>
        </p:txBody>
      </p:sp>
      <p:sp>
        <p:nvSpPr>
          <p:cNvPr id="3" name="Content Placeholder 2">
            <a:extLst>
              <a:ext uri="{FF2B5EF4-FFF2-40B4-BE49-F238E27FC236}">
                <a16:creationId xmlns:a16="http://schemas.microsoft.com/office/drawing/2014/main" id="{783CF9EB-40C8-4800-91D0-B3B059E07E06}"/>
              </a:ext>
            </a:extLst>
          </p:cNvPr>
          <p:cNvSpPr>
            <a:spLocks noGrp="1"/>
          </p:cNvSpPr>
          <p:nvPr>
            <p:ph idx="1"/>
          </p:nvPr>
        </p:nvSpPr>
        <p:spPr/>
        <p:txBody>
          <a:bodyPr/>
          <a:lstStyle/>
          <a:p>
            <a:r>
              <a:rPr lang="en-US"/>
              <a:t>Heterogeneity</a:t>
            </a:r>
          </a:p>
          <a:p>
            <a:r>
              <a:rPr lang="en-US"/>
              <a:t>Openness</a:t>
            </a:r>
          </a:p>
          <a:p>
            <a:r>
              <a:rPr lang="en-US"/>
              <a:t>Security</a:t>
            </a:r>
          </a:p>
          <a:p>
            <a:r>
              <a:rPr lang="en-US"/>
              <a:t>Failure Handling</a:t>
            </a:r>
          </a:p>
          <a:p>
            <a:r>
              <a:rPr lang="en-US" b="1"/>
              <a:t>Concurrency</a:t>
            </a:r>
          </a:p>
          <a:p>
            <a:r>
              <a:rPr lang="en-US"/>
              <a:t>Quality of Service</a:t>
            </a:r>
          </a:p>
          <a:p>
            <a:r>
              <a:rPr lang="en-US"/>
              <a:t>Scalability</a:t>
            </a:r>
          </a:p>
          <a:p>
            <a:r>
              <a:rPr lang="en-US"/>
              <a:t>Transparency</a:t>
            </a:r>
          </a:p>
        </p:txBody>
      </p:sp>
      <p:sp>
        <p:nvSpPr>
          <p:cNvPr id="4" name="Footer Placeholder 3">
            <a:extLst>
              <a:ext uri="{FF2B5EF4-FFF2-40B4-BE49-F238E27FC236}">
                <a16:creationId xmlns:a16="http://schemas.microsoft.com/office/drawing/2014/main" id="{B33BB2B7-7C8C-4BE7-A1DB-7E9B85B79C54}"/>
              </a:ext>
            </a:extLst>
          </p:cNvPr>
          <p:cNvSpPr>
            <a:spLocks noGrp="1"/>
          </p:cNvSpPr>
          <p:nvPr>
            <p:ph type="ftr" sz="quarter" idx="11"/>
          </p:nvPr>
        </p:nvSpPr>
        <p:spPr/>
        <p:txBody>
          <a:bodyPr/>
          <a:lstStyle/>
          <a:p>
            <a:r>
              <a:rPr lang="en-US"/>
              <a:t>Prof. Tim Wood &amp; Prof. Roozbeh Haghnazar</a:t>
            </a:r>
          </a:p>
        </p:txBody>
      </p:sp>
    </p:spTree>
    <p:extLst>
      <p:ext uri="{BB962C8B-B14F-4D97-AF65-F5344CB8AC3E}">
        <p14:creationId xmlns:p14="http://schemas.microsoft.com/office/powerpoint/2010/main" val="282408522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2DA920-0140-4D48-9182-AF3AAF5F6E46}"/>
              </a:ext>
            </a:extLst>
          </p:cNvPr>
          <p:cNvSpPr>
            <a:spLocks noGrp="1"/>
          </p:cNvSpPr>
          <p:nvPr>
            <p:ph type="title"/>
          </p:nvPr>
        </p:nvSpPr>
        <p:spPr>
          <a:xfrm>
            <a:off x="3684670" y="471244"/>
            <a:ext cx="8610600" cy="1293028"/>
          </a:xfrm>
        </p:spPr>
        <p:txBody>
          <a:bodyPr/>
          <a:lstStyle/>
          <a:p>
            <a:r>
              <a:rPr lang="en-US"/>
              <a:t>Problem and challenge ex. </a:t>
            </a:r>
          </a:p>
        </p:txBody>
      </p:sp>
      <p:sp>
        <p:nvSpPr>
          <p:cNvPr id="3" name="Content Placeholder 2">
            <a:extLst>
              <a:ext uri="{FF2B5EF4-FFF2-40B4-BE49-F238E27FC236}">
                <a16:creationId xmlns:a16="http://schemas.microsoft.com/office/drawing/2014/main" id="{B87745DF-C1A9-4C3E-B64C-7342486C8584}"/>
              </a:ext>
            </a:extLst>
          </p:cNvPr>
          <p:cNvSpPr>
            <a:spLocks noGrp="1"/>
          </p:cNvSpPr>
          <p:nvPr>
            <p:ph idx="1"/>
          </p:nvPr>
        </p:nvSpPr>
        <p:spPr>
          <a:xfrm>
            <a:off x="685800" y="2194560"/>
            <a:ext cx="4280234" cy="4024125"/>
          </a:xfrm>
        </p:spPr>
        <p:txBody>
          <a:bodyPr/>
          <a:lstStyle/>
          <a:p>
            <a:r>
              <a:rPr lang="en-US"/>
              <a:t>Concurrency challenge in a database</a:t>
            </a:r>
          </a:p>
          <a:p>
            <a:pPr lvl="1"/>
            <a:r>
              <a:rPr lang="en-US"/>
              <a:t>Lost update anomaly</a:t>
            </a:r>
          </a:p>
        </p:txBody>
      </p:sp>
      <p:sp>
        <p:nvSpPr>
          <p:cNvPr id="4" name="Footer Placeholder 3">
            <a:extLst>
              <a:ext uri="{FF2B5EF4-FFF2-40B4-BE49-F238E27FC236}">
                <a16:creationId xmlns:a16="http://schemas.microsoft.com/office/drawing/2014/main" id="{74EF717A-3195-4F60-93B3-AB52276B40A4}"/>
              </a:ext>
            </a:extLst>
          </p:cNvPr>
          <p:cNvSpPr>
            <a:spLocks noGrp="1"/>
          </p:cNvSpPr>
          <p:nvPr>
            <p:ph type="ftr" sz="quarter" idx="11"/>
          </p:nvPr>
        </p:nvSpPr>
        <p:spPr/>
        <p:txBody>
          <a:bodyPr/>
          <a:lstStyle/>
          <a:p>
            <a:r>
              <a:rPr lang="en-US"/>
              <a:t>Prof. Tim Wood &amp; Prof. Roozbeh Haghnazar</a:t>
            </a:r>
          </a:p>
        </p:txBody>
      </p:sp>
      <p:sp>
        <p:nvSpPr>
          <p:cNvPr id="48" name="Rectangle: Rounded Corners 47">
            <a:extLst>
              <a:ext uri="{FF2B5EF4-FFF2-40B4-BE49-F238E27FC236}">
                <a16:creationId xmlns:a16="http://schemas.microsoft.com/office/drawing/2014/main" id="{A01E2A72-BE87-4F6D-9622-14BA117A699F}"/>
              </a:ext>
            </a:extLst>
          </p:cNvPr>
          <p:cNvSpPr/>
          <p:nvPr/>
        </p:nvSpPr>
        <p:spPr>
          <a:xfrm>
            <a:off x="685800" y="4037379"/>
            <a:ext cx="4280233" cy="1863033"/>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a:t>Solution ???</a:t>
            </a:r>
          </a:p>
        </p:txBody>
      </p:sp>
      <p:grpSp>
        <p:nvGrpSpPr>
          <p:cNvPr id="53" name="Group 52">
            <a:extLst>
              <a:ext uri="{FF2B5EF4-FFF2-40B4-BE49-F238E27FC236}">
                <a16:creationId xmlns:a16="http://schemas.microsoft.com/office/drawing/2014/main" id="{C7A715D5-6E79-4754-A8B9-D045B026F753}"/>
              </a:ext>
            </a:extLst>
          </p:cNvPr>
          <p:cNvGrpSpPr/>
          <p:nvPr/>
        </p:nvGrpSpPr>
        <p:grpSpPr>
          <a:xfrm>
            <a:off x="558980" y="3985259"/>
            <a:ext cx="4982738" cy="2318466"/>
            <a:chOff x="685799" y="4060365"/>
            <a:chExt cx="4655216" cy="2166070"/>
          </a:xfrm>
        </p:grpSpPr>
        <p:sp>
          <p:nvSpPr>
            <p:cNvPr id="50" name="Rectangle: Rounded Corners 49">
              <a:extLst>
                <a:ext uri="{FF2B5EF4-FFF2-40B4-BE49-F238E27FC236}">
                  <a16:creationId xmlns:a16="http://schemas.microsoft.com/office/drawing/2014/main" id="{63E11A31-6D4D-4C1F-8F85-92DA951B795C}"/>
                </a:ext>
              </a:extLst>
            </p:cNvPr>
            <p:cNvSpPr/>
            <p:nvPr/>
          </p:nvSpPr>
          <p:spPr>
            <a:xfrm>
              <a:off x="685799" y="4060365"/>
              <a:ext cx="4280233" cy="1863033"/>
            </a:xfrm>
            <a:prstGeom prst="round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sz="3200"/>
                <a:t>Time and clock!!!</a:t>
              </a:r>
            </a:p>
            <a:p>
              <a:pPr algn="ctr"/>
              <a:r>
                <a:rPr lang="en-US" sz="3200"/>
                <a:t>Or </a:t>
              </a:r>
            </a:p>
            <a:p>
              <a:pPr algn="ctr"/>
              <a:r>
                <a:rPr lang="en-US" sz="3200"/>
                <a:t>Lock</a:t>
              </a:r>
            </a:p>
            <a:p>
              <a:pPr algn="ctr"/>
              <a:endParaRPr lang="en-US" sz="3200"/>
            </a:p>
          </p:txBody>
        </p:sp>
        <p:pic>
          <p:nvPicPr>
            <p:cNvPr id="52" name="Picture 51" descr="Icon&#10;&#10;Description automatically generated">
              <a:extLst>
                <a:ext uri="{FF2B5EF4-FFF2-40B4-BE49-F238E27FC236}">
                  <a16:creationId xmlns:a16="http://schemas.microsoft.com/office/drawing/2014/main" id="{539CDED5-9251-4E0B-AF77-FEE65BC43200}"/>
                </a:ext>
              </a:extLst>
            </p:cNvPr>
            <p:cNvPicPr>
              <a:picLocks noChangeAspect="1"/>
            </p:cNvPicPr>
            <p:nvPr/>
          </p:nvPicPr>
          <p:blipFill>
            <a:blip r:embed="rId3"/>
            <a:stretch>
              <a:fillRect/>
            </a:stretch>
          </p:blipFill>
          <p:spPr>
            <a:xfrm>
              <a:off x="4181973" y="5067393"/>
              <a:ext cx="1159042" cy="1159042"/>
            </a:xfrm>
            <a:prstGeom prst="rect">
              <a:avLst/>
            </a:prstGeom>
          </p:spPr>
        </p:pic>
      </p:grpSp>
      <p:grpSp>
        <p:nvGrpSpPr>
          <p:cNvPr id="61" name="Group 60">
            <a:extLst>
              <a:ext uri="{FF2B5EF4-FFF2-40B4-BE49-F238E27FC236}">
                <a16:creationId xmlns:a16="http://schemas.microsoft.com/office/drawing/2014/main" id="{3B8308B0-3B46-4431-8A47-FD139028D6CA}"/>
              </a:ext>
            </a:extLst>
          </p:cNvPr>
          <p:cNvGrpSpPr/>
          <p:nvPr/>
        </p:nvGrpSpPr>
        <p:grpSpPr>
          <a:xfrm>
            <a:off x="5055272" y="1895139"/>
            <a:ext cx="6805856" cy="4170660"/>
            <a:chOff x="5055272" y="1895139"/>
            <a:chExt cx="6805856" cy="4170660"/>
          </a:xfrm>
        </p:grpSpPr>
        <p:sp>
          <p:nvSpPr>
            <p:cNvPr id="10" name="TextBox 9">
              <a:extLst>
                <a:ext uri="{FF2B5EF4-FFF2-40B4-BE49-F238E27FC236}">
                  <a16:creationId xmlns:a16="http://schemas.microsoft.com/office/drawing/2014/main" id="{8224E9FA-46BF-41E5-9DA6-4F5BF18ADD39}"/>
                </a:ext>
              </a:extLst>
            </p:cNvPr>
            <p:cNvSpPr txBox="1"/>
            <p:nvPr/>
          </p:nvSpPr>
          <p:spPr>
            <a:xfrm>
              <a:off x="5055272" y="1895139"/>
              <a:ext cx="1636295" cy="584775"/>
            </a:xfrm>
            <a:prstGeom prst="rect">
              <a:avLst/>
            </a:prstGeom>
            <a:noFill/>
          </p:spPr>
          <p:txBody>
            <a:bodyPr wrap="square" rtlCol="0">
              <a:spAutoFit/>
            </a:bodyPr>
            <a:lstStyle/>
            <a:p>
              <a:pPr algn="ctr"/>
              <a:r>
                <a:rPr lang="en-US" sz="1600" b="1" u="sng"/>
                <a:t>Exec. Process1</a:t>
              </a:r>
            </a:p>
          </p:txBody>
        </p:sp>
        <p:pic>
          <p:nvPicPr>
            <p:cNvPr id="57" name="Picture 56" descr="A desktop computer monitor sitting on top of a desk&#10;&#10;Description automatically generated">
              <a:extLst>
                <a:ext uri="{FF2B5EF4-FFF2-40B4-BE49-F238E27FC236}">
                  <a16:creationId xmlns:a16="http://schemas.microsoft.com/office/drawing/2014/main" id="{BAC59079-FBE8-4CEE-918A-F80AB497801A}"/>
                </a:ext>
              </a:extLst>
            </p:cNvPr>
            <p:cNvPicPr>
              <a:picLocks noChangeAspect="1"/>
            </p:cNvPicPr>
            <p:nvPr/>
          </p:nvPicPr>
          <p:blipFill>
            <a:blip r:embed="rId4"/>
            <a:stretch>
              <a:fillRect/>
            </a:stretch>
          </p:blipFill>
          <p:spPr>
            <a:xfrm>
              <a:off x="5475151" y="2441107"/>
              <a:ext cx="903186" cy="657705"/>
            </a:xfrm>
            <a:prstGeom prst="rect">
              <a:avLst/>
            </a:prstGeom>
          </p:spPr>
        </p:pic>
        <p:sp>
          <p:nvSpPr>
            <p:cNvPr id="5" name="Flowchart: Magnetic Disk 4">
              <a:extLst>
                <a:ext uri="{FF2B5EF4-FFF2-40B4-BE49-F238E27FC236}">
                  <a16:creationId xmlns:a16="http://schemas.microsoft.com/office/drawing/2014/main" id="{40965D40-8E75-4BB5-B031-4B9A81E8ADFF}"/>
                </a:ext>
              </a:extLst>
            </p:cNvPr>
            <p:cNvSpPr/>
            <p:nvPr/>
          </p:nvSpPr>
          <p:spPr>
            <a:xfrm>
              <a:off x="7806493" y="2405189"/>
              <a:ext cx="1163053" cy="662029"/>
            </a:xfrm>
            <a:prstGeom prst="flowChartMagneticDisk">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US" sz="1400"/>
                <a:t>$500</a:t>
              </a:r>
            </a:p>
          </p:txBody>
        </p:sp>
        <p:sp>
          <p:nvSpPr>
            <p:cNvPr id="6" name="TextBox 5">
              <a:extLst>
                <a:ext uri="{FF2B5EF4-FFF2-40B4-BE49-F238E27FC236}">
                  <a16:creationId xmlns:a16="http://schemas.microsoft.com/office/drawing/2014/main" id="{B92802C8-5AEE-480F-93C6-0FA65BFB7FFD}"/>
                </a:ext>
              </a:extLst>
            </p:cNvPr>
            <p:cNvSpPr txBox="1"/>
            <p:nvPr/>
          </p:nvSpPr>
          <p:spPr>
            <a:xfrm>
              <a:off x="7722269" y="1906122"/>
              <a:ext cx="1267326" cy="338554"/>
            </a:xfrm>
            <a:prstGeom prst="rect">
              <a:avLst/>
            </a:prstGeom>
            <a:noFill/>
          </p:spPr>
          <p:txBody>
            <a:bodyPr wrap="square" rtlCol="0">
              <a:spAutoFit/>
            </a:bodyPr>
            <a:lstStyle/>
            <a:p>
              <a:pPr algn="ctr"/>
              <a:r>
                <a:rPr lang="en-US" sz="1600" b="1" u="sng"/>
                <a:t>Database</a:t>
              </a:r>
            </a:p>
          </p:txBody>
        </p:sp>
        <p:sp>
          <p:nvSpPr>
            <p:cNvPr id="8" name="TextBox 7">
              <a:extLst>
                <a:ext uri="{FF2B5EF4-FFF2-40B4-BE49-F238E27FC236}">
                  <a16:creationId xmlns:a16="http://schemas.microsoft.com/office/drawing/2014/main" id="{923A4FA0-9AB5-41CA-9F68-708BBB3030AE}"/>
                </a:ext>
              </a:extLst>
            </p:cNvPr>
            <p:cNvSpPr txBox="1"/>
            <p:nvPr/>
          </p:nvSpPr>
          <p:spPr>
            <a:xfrm>
              <a:off x="10028324" y="1906122"/>
              <a:ext cx="1636295" cy="324566"/>
            </a:xfrm>
            <a:prstGeom prst="rect">
              <a:avLst/>
            </a:prstGeom>
            <a:noFill/>
          </p:spPr>
          <p:txBody>
            <a:bodyPr wrap="square" rtlCol="0">
              <a:spAutoFit/>
            </a:bodyPr>
            <a:lstStyle/>
            <a:p>
              <a:pPr algn="ctr"/>
              <a:r>
                <a:rPr lang="en-US" sz="1600" b="1" u="sng"/>
                <a:t>Exec. Process2</a:t>
              </a:r>
            </a:p>
          </p:txBody>
        </p:sp>
        <p:sp>
          <p:nvSpPr>
            <p:cNvPr id="12" name="TextBox 11">
              <a:extLst>
                <a:ext uri="{FF2B5EF4-FFF2-40B4-BE49-F238E27FC236}">
                  <a16:creationId xmlns:a16="http://schemas.microsoft.com/office/drawing/2014/main" id="{34FF154C-6365-4D9C-BF34-BAF7BBF799AA}"/>
                </a:ext>
              </a:extLst>
            </p:cNvPr>
            <p:cNvSpPr txBox="1"/>
            <p:nvPr/>
          </p:nvSpPr>
          <p:spPr>
            <a:xfrm>
              <a:off x="5055272" y="3386792"/>
              <a:ext cx="1636295" cy="324566"/>
            </a:xfrm>
            <a:prstGeom prst="rect">
              <a:avLst/>
            </a:prstGeom>
            <a:noFill/>
          </p:spPr>
          <p:txBody>
            <a:bodyPr wrap="square" rtlCol="0">
              <a:spAutoFit/>
            </a:bodyPr>
            <a:lstStyle/>
            <a:p>
              <a:pPr algn="ctr"/>
              <a:r>
                <a:rPr lang="en-US" sz="1600"/>
                <a:t>READ balance</a:t>
              </a:r>
            </a:p>
          </p:txBody>
        </p:sp>
        <p:sp>
          <p:nvSpPr>
            <p:cNvPr id="14" name="TextBox 13">
              <a:extLst>
                <a:ext uri="{FF2B5EF4-FFF2-40B4-BE49-F238E27FC236}">
                  <a16:creationId xmlns:a16="http://schemas.microsoft.com/office/drawing/2014/main" id="{0CA145A1-8237-4CF5-8716-E7972961E7F6}"/>
                </a:ext>
              </a:extLst>
            </p:cNvPr>
            <p:cNvSpPr txBox="1"/>
            <p:nvPr/>
          </p:nvSpPr>
          <p:spPr>
            <a:xfrm>
              <a:off x="10224833" y="3381800"/>
              <a:ext cx="1636295" cy="324566"/>
            </a:xfrm>
            <a:prstGeom prst="rect">
              <a:avLst/>
            </a:prstGeom>
            <a:noFill/>
          </p:spPr>
          <p:txBody>
            <a:bodyPr wrap="square" rtlCol="0">
              <a:spAutoFit/>
            </a:bodyPr>
            <a:lstStyle/>
            <a:p>
              <a:pPr algn="ctr"/>
              <a:r>
                <a:rPr lang="en-US" sz="1600"/>
                <a:t>READ balance</a:t>
              </a:r>
            </a:p>
          </p:txBody>
        </p:sp>
        <p:sp>
          <p:nvSpPr>
            <p:cNvPr id="16" name="TextBox 15">
              <a:extLst>
                <a:ext uri="{FF2B5EF4-FFF2-40B4-BE49-F238E27FC236}">
                  <a16:creationId xmlns:a16="http://schemas.microsoft.com/office/drawing/2014/main" id="{45742E0D-44F6-4A47-9281-855E28E9B6EA}"/>
                </a:ext>
              </a:extLst>
            </p:cNvPr>
            <p:cNvSpPr txBox="1"/>
            <p:nvPr/>
          </p:nvSpPr>
          <p:spPr>
            <a:xfrm>
              <a:off x="6611355" y="3386792"/>
              <a:ext cx="1034716" cy="324566"/>
            </a:xfrm>
            <a:prstGeom prst="rect">
              <a:avLst/>
            </a:prstGeom>
          </p:spPr>
          <p:style>
            <a:lnRef idx="1">
              <a:schemeClr val="accent5"/>
            </a:lnRef>
            <a:fillRef idx="2">
              <a:schemeClr val="accent5"/>
            </a:fillRef>
            <a:effectRef idx="1">
              <a:schemeClr val="accent5"/>
            </a:effectRef>
            <a:fontRef idx="minor">
              <a:schemeClr val="dk1"/>
            </a:fontRef>
          </p:style>
          <p:txBody>
            <a:bodyPr wrap="square" rtlCol="0">
              <a:spAutoFit/>
            </a:bodyPr>
            <a:lstStyle/>
            <a:p>
              <a:pPr algn="ctr"/>
              <a:r>
                <a:rPr lang="en-US" sz="1600">
                  <a:solidFill>
                    <a:srgbClr val="FF0000"/>
                  </a:solidFill>
                </a:rPr>
                <a:t>$500</a:t>
              </a:r>
            </a:p>
          </p:txBody>
        </p:sp>
        <p:sp>
          <p:nvSpPr>
            <p:cNvPr id="18" name="TextBox 17">
              <a:extLst>
                <a:ext uri="{FF2B5EF4-FFF2-40B4-BE49-F238E27FC236}">
                  <a16:creationId xmlns:a16="http://schemas.microsoft.com/office/drawing/2014/main" id="{A9BB4F96-1838-4F43-BE5E-D01FA6572B6F}"/>
                </a:ext>
              </a:extLst>
            </p:cNvPr>
            <p:cNvSpPr txBox="1"/>
            <p:nvPr/>
          </p:nvSpPr>
          <p:spPr>
            <a:xfrm>
              <a:off x="9202154" y="3381800"/>
              <a:ext cx="1034716" cy="324566"/>
            </a:xfrm>
            <a:prstGeom prst="rect">
              <a:avLst/>
            </a:prstGeom>
          </p:spPr>
          <p:style>
            <a:lnRef idx="1">
              <a:schemeClr val="accent5"/>
            </a:lnRef>
            <a:fillRef idx="2">
              <a:schemeClr val="accent5"/>
            </a:fillRef>
            <a:effectRef idx="1">
              <a:schemeClr val="accent5"/>
            </a:effectRef>
            <a:fontRef idx="minor">
              <a:schemeClr val="dk1"/>
            </a:fontRef>
          </p:style>
          <p:txBody>
            <a:bodyPr wrap="square" rtlCol="0">
              <a:spAutoFit/>
            </a:bodyPr>
            <a:lstStyle/>
            <a:p>
              <a:pPr algn="ctr"/>
              <a:r>
                <a:rPr lang="en-US" sz="1600">
                  <a:solidFill>
                    <a:srgbClr val="FF0000"/>
                  </a:solidFill>
                </a:rPr>
                <a:t>$500</a:t>
              </a:r>
            </a:p>
          </p:txBody>
        </p:sp>
        <p:cxnSp>
          <p:nvCxnSpPr>
            <p:cNvPr id="20" name="Straight Arrow Connector 19">
              <a:extLst>
                <a:ext uri="{FF2B5EF4-FFF2-40B4-BE49-F238E27FC236}">
                  <a16:creationId xmlns:a16="http://schemas.microsoft.com/office/drawing/2014/main" id="{607D2C37-B423-4C86-B226-97A9E8A15532}"/>
                </a:ext>
              </a:extLst>
            </p:cNvPr>
            <p:cNvCxnSpPr>
              <a:stCxn id="5" idx="2"/>
            </p:cNvCxnSpPr>
            <p:nvPr/>
          </p:nvCxnSpPr>
          <p:spPr>
            <a:xfrm flipH="1">
              <a:off x="7128714" y="2736204"/>
              <a:ext cx="677779" cy="650588"/>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2" name="Straight Arrow Connector 21">
              <a:extLst>
                <a:ext uri="{FF2B5EF4-FFF2-40B4-BE49-F238E27FC236}">
                  <a16:creationId xmlns:a16="http://schemas.microsoft.com/office/drawing/2014/main" id="{4F1FB14A-17BB-4577-9575-D8698F449420}"/>
                </a:ext>
              </a:extLst>
            </p:cNvPr>
            <p:cNvCxnSpPr>
              <a:stCxn id="5" idx="4"/>
              <a:endCxn id="18" idx="0"/>
            </p:cNvCxnSpPr>
            <p:nvPr/>
          </p:nvCxnSpPr>
          <p:spPr>
            <a:xfrm>
              <a:off x="8969546" y="2736204"/>
              <a:ext cx="749966" cy="645596"/>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24" name="TextBox 23">
              <a:extLst>
                <a:ext uri="{FF2B5EF4-FFF2-40B4-BE49-F238E27FC236}">
                  <a16:creationId xmlns:a16="http://schemas.microsoft.com/office/drawing/2014/main" id="{612AD4F3-47CD-40D4-B5AF-8AFB2D3AA221}"/>
                </a:ext>
              </a:extLst>
            </p:cNvPr>
            <p:cNvSpPr txBox="1"/>
            <p:nvPr/>
          </p:nvSpPr>
          <p:spPr>
            <a:xfrm>
              <a:off x="5055272" y="4037381"/>
              <a:ext cx="1636295" cy="324566"/>
            </a:xfrm>
            <a:prstGeom prst="rect">
              <a:avLst/>
            </a:prstGeom>
            <a:noFill/>
          </p:spPr>
          <p:txBody>
            <a:bodyPr wrap="square" rtlCol="0">
              <a:spAutoFit/>
            </a:bodyPr>
            <a:lstStyle/>
            <a:p>
              <a:pPr algn="ctr"/>
              <a:r>
                <a:rPr lang="en-US" sz="1600"/>
                <a:t>Add $100</a:t>
              </a:r>
            </a:p>
          </p:txBody>
        </p:sp>
        <p:sp>
          <p:nvSpPr>
            <p:cNvPr id="26" name="TextBox 25">
              <a:extLst>
                <a:ext uri="{FF2B5EF4-FFF2-40B4-BE49-F238E27FC236}">
                  <a16:creationId xmlns:a16="http://schemas.microsoft.com/office/drawing/2014/main" id="{3D767241-E452-4B04-86AF-620479368F3B}"/>
                </a:ext>
              </a:extLst>
            </p:cNvPr>
            <p:cNvSpPr txBox="1"/>
            <p:nvPr/>
          </p:nvSpPr>
          <p:spPr>
            <a:xfrm>
              <a:off x="10028324" y="4037381"/>
              <a:ext cx="1636295" cy="324566"/>
            </a:xfrm>
            <a:prstGeom prst="rect">
              <a:avLst/>
            </a:prstGeom>
            <a:noFill/>
          </p:spPr>
          <p:txBody>
            <a:bodyPr wrap="square" rtlCol="0">
              <a:spAutoFit/>
            </a:bodyPr>
            <a:lstStyle/>
            <a:p>
              <a:pPr algn="ctr"/>
              <a:r>
                <a:rPr lang="en-US" sz="1600"/>
                <a:t>Add $200</a:t>
              </a:r>
            </a:p>
          </p:txBody>
        </p:sp>
        <p:sp>
          <p:nvSpPr>
            <p:cNvPr id="28" name="TextBox 27">
              <a:extLst>
                <a:ext uri="{FF2B5EF4-FFF2-40B4-BE49-F238E27FC236}">
                  <a16:creationId xmlns:a16="http://schemas.microsoft.com/office/drawing/2014/main" id="{41CB9214-018B-41E5-B244-F55DBB0528F7}"/>
                </a:ext>
              </a:extLst>
            </p:cNvPr>
            <p:cNvSpPr txBox="1"/>
            <p:nvPr/>
          </p:nvSpPr>
          <p:spPr>
            <a:xfrm>
              <a:off x="6601329" y="4037381"/>
              <a:ext cx="1034716" cy="324566"/>
            </a:xfrm>
            <a:prstGeom prst="rect">
              <a:avLst/>
            </a:prstGeom>
          </p:spPr>
          <p:style>
            <a:lnRef idx="1">
              <a:schemeClr val="accent5"/>
            </a:lnRef>
            <a:fillRef idx="2">
              <a:schemeClr val="accent5"/>
            </a:fillRef>
            <a:effectRef idx="1">
              <a:schemeClr val="accent5"/>
            </a:effectRef>
            <a:fontRef idx="minor">
              <a:schemeClr val="dk1"/>
            </a:fontRef>
          </p:style>
          <p:txBody>
            <a:bodyPr wrap="square" rtlCol="0">
              <a:spAutoFit/>
            </a:bodyPr>
            <a:lstStyle/>
            <a:p>
              <a:pPr algn="ctr"/>
              <a:r>
                <a:rPr lang="en-US" sz="1600">
                  <a:solidFill>
                    <a:srgbClr val="FF0000"/>
                  </a:solidFill>
                </a:rPr>
                <a:t>$600</a:t>
              </a:r>
            </a:p>
          </p:txBody>
        </p:sp>
        <p:sp>
          <p:nvSpPr>
            <p:cNvPr id="30" name="TextBox 29">
              <a:extLst>
                <a:ext uri="{FF2B5EF4-FFF2-40B4-BE49-F238E27FC236}">
                  <a16:creationId xmlns:a16="http://schemas.microsoft.com/office/drawing/2014/main" id="{677CD10E-D3B1-4EEC-9B49-A3C4992CB600}"/>
                </a:ext>
              </a:extLst>
            </p:cNvPr>
            <p:cNvSpPr txBox="1"/>
            <p:nvPr/>
          </p:nvSpPr>
          <p:spPr>
            <a:xfrm>
              <a:off x="9202154" y="4037381"/>
              <a:ext cx="1034716" cy="324566"/>
            </a:xfrm>
            <a:prstGeom prst="rect">
              <a:avLst/>
            </a:prstGeom>
          </p:spPr>
          <p:style>
            <a:lnRef idx="1">
              <a:schemeClr val="accent5"/>
            </a:lnRef>
            <a:fillRef idx="2">
              <a:schemeClr val="accent5"/>
            </a:fillRef>
            <a:effectRef idx="1">
              <a:schemeClr val="accent5"/>
            </a:effectRef>
            <a:fontRef idx="minor">
              <a:schemeClr val="dk1"/>
            </a:fontRef>
          </p:style>
          <p:txBody>
            <a:bodyPr wrap="square" rtlCol="0">
              <a:spAutoFit/>
            </a:bodyPr>
            <a:lstStyle/>
            <a:p>
              <a:pPr algn="ctr"/>
              <a:r>
                <a:rPr lang="en-US" sz="1600">
                  <a:solidFill>
                    <a:srgbClr val="FF0000"/>
                  </a:solidFill>
                </a:rPr>
                <a:t>$700</a:t>
              </a:r>
            </a:p>
          </p:txBody>
        </p:sp>
        <p:sp>
          <p:nvSpPr>
            <p:cNvPr id="32" name="Flowchart: Magnetic Disk 31">
              <a:extLst>
                <a:ext uri="{FF2B5EF4-FFF2-40B4-BE49-F238E27FC236}">
                  <a16:creationId xmlns:a16="http://schemas.microsoft.com/office/drawing/2014/main" id="{0D744BF1-1384-4992-98BB-F831401FC476}"/>
                </a:ext>
              </a:extLst>
            </p:cNvPr>
            <p:cNvSpPr/>
            <p:nvPr/>
          </p:nvSpPr>
          <p:spPr>
            <a:xfrm>
              <a:off x="7806493" y="4660868"/>
              <a:ext cx="1163053" cy="662029"/>
            </a:xfrm>
            <a:prstGeom prst="flowChartMagneticDisk">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US" sz="1400"/>
                <a:t>$600</a:t>
              </a:r>
            </a:p>
          </p:txBody>
        </p:sp>
        <p:sp>
          <p:nvSpPr>
            <p:cNvPr id="34" name="Flowchart: Magnetic Disk 33">
              <a:extLst>
                <a:ext uri="{FF2B5EF4-FFF2-40B4-BE49-F238E27FC236}">
                  <a16:creationId xmlns:a16="http://schemas.microsoft.com/office/drawing/2014/main" id="{68619B14-D28D-4869-8C85-367E3E190E71}"/>
                </a:ext>
              </a:extLst>
            </p:cNvPr>
            <p:cNvSpPr/>
            <p:nvPr/>
          </p:nvSpPr>
          <p:spPr>
            <a:xfrm>
              <a:off x="7806492" y="5403770"/>
              <a:ext cx="1163053" cy="662029"/>
            </a:xfrm>
            <a:prstGeom prst="flowChartMagneticDisk">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US" sz="1400"/>
                <a:t>$700</a:t>
              </a:r>
            </a:p>
          </p:txBody>
        </p:sp>
        <p:cxnSp>
          <p:nvCxnSpPr>
            <p:cNvPr id="36" name="Straight Arrow Connector 35">
              <a:extLst>
                <a:ext uri="{FF2B5EF4-FFF2-40B4-BE49-F238E27FC236}">
                  <a16:creationId xmlns:a16="http://schemas.microsoft.com/office/drawing/2014/main" id="{90099539-F88E-4F6B-A957-72E12365F8F4}"/>
                </a:ext>
              </a:extLst>
            </p:cNvPr>
            <p:cNvCxnSpPr>
              <a:stCxn id="16" idx="2"/>
            </p:cNvCxnSpPr>
            <p:nvPr/>
          </p:nvCxnSpPr>
          <p:spPr>
            <a:xfrm>
              <a:off x="7128714" y="3711358"/>
              <a:ext cx="0" cy="32602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8" name="Straight Arrow Connector 37">
              <a:extLst>
                <a:ext uri="{FF2B5EF4-FFF2-40B4-BE49-F238E27FC236}">
                  <a16:creationId xmlns:a16="http://schemas.microsoft.com/office/drawing/2014/main" id="{4868A906-8612-49E2-BB78-1DA200F9A4A7}"/>
                </a:ext>
              </a:extLst>
            </p:cNvPr>
            <p:cNvCxnSpPr>
              <a:stCxn id="28" idx="2"/>
              <a:endCxn id="32" idx="2"/>
            </p:cNvCxnSpPr>
            <p:nvPr/>
          </p:nvCxnSpPr>
          <p:spPr>
            <a:xfrm>
              <a:off x="7118687" y="4361947"/>
              <a:ext cx="687807" cy="629936"/>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40" name="Straight Arrow Connector 39">
              <a:extLst>
                <a:ext uri="{FF2B5EF4-FFF2-40B4-BE49-F238E27FC236}">
                  <a16:creationId xmlns:a16="http://schemas.microsoft.com/office/drawing/2014/main" id="{97A8D0A1-785A-40D2-A6AB-8CFF4BB07A1A}"/>
                </a:ext>
              </a:extLst>
            </p:cNvPr>
            <p:cNvCxnSpPr>
              <a:stCxn id="18" idx="2"/>
              <a:endCxn id="30" idx="0"/>
            </p:cNvCxnSpPr>
            <p:nvPr/>
          </p:nvCxnSpPr>
          <p:spPr>
            <a:xfrm>
              <a:off x="9719512" y="3706366"/>
              <a:ext cx="0" cy="33101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42" name="Straight Arrow Connector 41">
              <a:extLst>
                <a:ext uri="{FF2B5EF4-FFF2-40B4-BE49-F238E27FC236}">
                  <a16:creationId xmlns:a16="http://schemas.microsoft.com/office/drawing/2014/main" id="{56236E80-8A46-4EDD-8320-11B109F0321A}"/>
                </a:ext>
              </a:extLst>
            </p:cNvPr>
            <p:cNvCxnSpPr>
              <a:stCxn id="30" idx="2"/>
              <a:endCxn id="34" idx="4"/>
            </p:cNvCxnSpPr>
            <p:nvPr/>
          </p:nvCxnSpPr>
          <p:spPr>
            <a:xfrm flipH="1">
              <a:off x="8969545" y="4361947"/>
              <a:ext cx="749967" cy="1372838"/>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pic>
          <p:nvPicPr>
            <p:cNvPr id="59" name="Picture 58" descr="A desktop computer monitor sitting on top of a desk&#10;&#10;Description automatically generated">
              <a:extLst>
                <a:ext uri="{FF2B5EF4-FFF2-40B4-BE49-F238E27FC236}">
                  <a16:creationId xmlns:a16="http://schemas.microsoft.com/office/drawing/2014/main" id="{95199DD5-FE31-4F00-9BD2-822BDED39645}"/>
                </a:ext>
              </a:extLst>
            </p:cNvPr>
            <p:cNvPicPr>
              <a:picLocks noChangeAspect="1"/>
            </p:cNvPicPr>
            <p:nvPr/>
          </p:nvPicPr>
          <p:blipFill>
            <a:blip r:embed="rId4"/>
            <a:stretch>
              <a:fillRect/>
            </a:stretch>
          </p:blipFill>
          <p:spPr>
            <a:xfrm>
              <a:off x="10430972" y="2443415"/>
              <a:ext cx="903186" cy="657705"/>
            </a:xfrm>
            <a:prstGeom prst="rect">
              <a:avLst/>
            </a:prstGeom>
          </p:spPr>
        </p:pic>
      </p:grpSp>
    </p:spTree>
    <p:extLst>
      <p:ext uri="{BB962C8B-B14F-4D97-AF65-F5344CB8AC3E}">
        <p14:creationId xmlns:p14="http://schemas.microsoft.com/office/powerpoint/2010/main" val="37337047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3"/>
                                        </p:tgtEl>
                                        <p:attrNameLst>
                                          <p:attrName>style.visibility</p:attrName>
                                        </p:attrNameLst>
                                      </p:cBhvr>
                                      <p:to>
                                        <p:strVal val="visible"/>
                                      </p:to>
                                    </p:set>
                                    <p:animEffect transition="in" filter="fade">
                                      <p:cBhvr>
                                        <p:cTn id="7" dur="500"/>
                                        <p:tgtEl>
                                          <p:spTgt spid="5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Content Placeholder 99">
            <a:extLst>
              <a:ext uri="{FF2B5EF4-FFF2-40B4-BE49-F238E27FC236}">
                <a16:creationId xmlns:a16="http://schemas.microsoft.com/office/drawing/2014/main" id="{C354CF0F-FBD2-46DA-B699-7609BC5030BF}"/>
              </a:ext>
            </a:extLst>
          </p:cNvPr>
          <p:cNvSpPr>
            <a:spLocks noGrp="1"/>
          </p:cNvSpPr>
          <p:nvPr>
            <p:ph idx="1"/>
          </p:nvPr>
        </p:nvSpPr>
        <p:spPr>
          <a:xfrm>
            <a:off x="685800" y="2194560"/>
            <a:ext cx="4454553" cy="4024125"/>
          </a:xfrm>
        </p:spPr>
        <p:txBody>
          <a:bodyPr/>
          <a:lstStyle/>
          <a:p>
            <a:r>
              <a:rPr lang="en-US"/>
              <a:t>We need to replicate the last update</a:t>
            </a:r>
          </a:p>
          <a:p>
            <a:r>
              <a:rPr lang="en-US"/>
              <a:t>Concurrent operation and replication conflict</a:t>
            </a:r>
          </a:p>
        </p:txBody>
      </p:sp>
      <p:sp>
        <p:nvSpPr>
          <p:cNvPr id="2" name="Title 1">
            <a:extLst>
              <a:ext uri="{FF2B5EF4-FFF2-40B4-BE49-F238E27FC236}">
                <a16:creationId xmlns:a16="http://schemas.microsoft.com/office/drawing/2014/main" id="{9FDA228A-A52A-4F77-B2EF-3A99F3692735}"/>
              </a:ext>
            </a:extLst>
          </p:cNvPr>
          <p:cNvSpPr>
            <a:spLocks noGrp="1"/>
          </p:cNvSpPr>
          <p:nvPr>
            <p:ph type="title"/>
          </p:nvPr>
        </p:nvSpPr>
        <p:spPr>
          <a:xfrm>
            <a:off x="1088453" y="245783"/>
            <a:ext cx="8610600" cy="1293028"/>
          </a:xfrm>
        </p:spPr>
        <p:txBody>
          <a:bodyPr/>
          <a:lstStyle/>
          <a:p>
            <a:r>
              <a:rPr lang="en-US"/>
              <a:t>Clock and Time</a:t>
            </a:r>
          </a:p>
        </p:txBody>
      </p:sp>
      <p:sp>
        <p:nvSpPr>
          <p:cNvPr id="4" name="Footer Placeholder 3">
            <a:extLst>
              <a:ext uri="{FF2B5EF4-FFF2-40B4-BE49-F238E27FC236}">
                <a16:creationId xmlns:a16="http://schemas.microsoft.com/office/drawing/2014/main" id="{BD502B4E-7BF4-4CE7-82BE-4E84FE466043}"/>
              </a:ext>
            </a:extLst>
          </p:cNvPr>
          <p:cNvSpPr>
            <a:spLocks noGrp="1"/>
          </p:cNvSpPr>
          <p:nvPr>
            <p:ph type="ftr" sz="quarter" idx="11"/>
          </p:nvPr>
        </p:nvSpPr>
        <p:spPr/>
        <p:txBody>
          <a:bodyPr/>
          <a:lstStyle/>
          <a:p>
            <a:r>
              <a:rPr lang="en-US"/>
              <a:t>Prof. Tim Wood &amp; Prof. Roozbeh Haghnazar</a:t>
            </a:r>
          </a:p>
        </p:txBody>
      </p:sp>
      <p:sp>
        <p:nvSpPr>
          <p:cNvPr id="50" name="TextBox 49">
            <a:extLst>
              <a:ext uri="{FF2B5EF4-FFF2-40B4-BE49-F238E27FC236}">
                <a16:creationId xmlns:a16="http://schemas.microsoft.com/office/drawing/2014/main" id="{3D10B0B4-C577-43AE-A03D-6B3ADAFB041C}"/>
              </a:ext>
            </a:extLst>
          </p:cNvPr>
          <p:cNvSpPr txBox="1"/>
          <p:nvPr/>
        </p:nvSpPr>
        <p:spPr>
          <a:xfrm>
            <a:off x="5247777" y="1084482"/>
            <a:ext cx="1636295" cy="584775"/>
          </a:xfrm>
          <a:prstGeom prst="rect">
            <a:avLst/>
          </a:prstGeom>
          <a:noFill/>
        </p:spPr>
        <p:txBody>
          <a:bodyPr wrap="square" rtlCol="0">
            <a:spAutoFit/>
          </a:bodyPr>
          <a:lstStyle/>
          <a:p>
            <a:pPr algn="ctr"/>
            <a:r>
              <a:rPr lang="en-US" sz="1600" b="1" u="sng"/>
              <a:t>Exec. Process1</a:t>
            </a:r>
          </a:p>
        </p:txBody>
      </p:sp>
      <p:pic>
        <p:nvPicPr>
          <p:cNvPr id="51" name="Picture 50" descr="A desktop computer monitor sitting on top of a desk&#10;&#10;Description automatically generated">
            <a:extLst>
              <a:ext uri="{FF2B5EF4-FFF2-40B4-BE49-F238E27FC236}">
                <a16:creationId xmlns:a16="http://schemas.microsoft.com/office/drawing/2014/main" id="{FFD2D4D5-B1C6-4EF7-8AFD-4D907B3E1C1C}"/>
              </a:ext>
            </a:extLst>
          </p:cNvPr>
          <p:cNvPicPr>
            <a:picLocks noChangeAspect="1"/>
          </p:cNvPicPr>
          <p:nvPr/>
        </p:nvPicPr>
        <p:blipFill>
          <a:blip r:embed="rId2"/>
          <a:stretch>
            <a:fillRect/>
          </a:stretch>
        </p:blipFill>
        <p:spPr>
          <a:xfrm>
            <a:off x="5667656" y="1786863"/>
            <a:ext cx="903186" cy="657705"/>
          </a:xfrm>
          <a:prstGeom prst="rect">
            <a:avLst/>
          </a:prstGeom>
        </p:spPr>
      </p:pic>
      <p:sp>
        <p:nvSpPr>
          <p:cNvPr id="52" name="Flowchart: Magnetic Disk 51">
            <a:extLst>
              <a:ext uri="{FF2B5EF4-FFF2-40B4-BE49-F238E27FC236}">
                <a16:creationId xmlns:a16="http://schemas.microsoft.com/office/drawing/2014/main" id="{E9BE775A-227A-4626-9C5E-B391349BA53C}"/>
              </a:ext>
            </a:extLst>
          </p:cNvPr>
          <p:cNvSpPr/>
          <p:nvPr/>
        </p:nvSpPr>
        <p:spPr>
          <a:xfrm>
            <a:off x="6757531" y="1172301"/>
            <a:ext cx="1163053" cy="662029"/>
          </a:xfrm>
          <a:prstGeom prst="flowChartMagneticDisk">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US" sz="1600">
                <a:solidFill>
                  <a:schemeClr val="accent1"/>
                </a:solidFill>
              </a:rPr>
              <a:t>Rec A</a:t>
            </a:r>
          </a:p>
        </p:txBody>
      </p:sp>
      <p:sp>
        <p:nvSpPr>
          <p:cNvPr id="53" name="TextBox 52">
            <a:extLst>
              <a:ext uri="{FF2B5EF4-FFF2-40B4-BE49-F238E27FC236}">
                <a16:creationId xmlns:a16="http://schemas.microsoft.com/office/drawing/2014/main" id="{C8303A79-E620-43F1-BCAF-A5EB831AE635}"/>
              </a:ext>
            </a:extLst>
          </p:cNvPr>
          <p:cNvSpPr txBox="1"/>
          <p:nvPr/>
        </p:nvSpPr>
        <p:spPr>
          <a:xfrm>
            <a:off x="8011736" y="775923"/>
            <a:ext cx="1267326" cy="338554"/>
          </a:xfrm>
          <a:prstGeom prst="rect">
            <a:avLst/>
          </a:prstGeom>
          <a:noFill/>
        </p:spPr>
        <p:txBody>
          <a:bodyPr wrap="square" rtlCol="0">
            <a:spAutoFit/>
          </a:bodyPr>
          <a:lstStyle/>
          <a:p>
            <a:pPr algn="ctr"/>
            <a:r>
              <a:rPr lang="en-US" sz="1600" b="1" u="sng"/>
              <a:t>Database</a:t>
            </a:r>
          </a:p>
        </p:txBody>
      </p:sp>
      <p:sp>
        <p:nvSpPr>
          <p:cNvPr id="54" name="TextBox 53">
            <a:extLst>
              <a:ext uri="{FF2B5EF4-FFF2-40B4-BE49-F238E27FC236}">
                <a16:creationId xmlns:a16="http://schemas.microsoft.com/office/drawing/2014/main" id="{645B0E3C-FC17-4369-B196-32977A4689BB}"/>
              </a:ext>
            </a:extLst>
          </p:cNvPr>
          <p:cNvSpPr txBox="1"/>
          <p:nvPr/>
        </p:nvSpPr>
        <p:spPr>
          <a:xfrm>
            <a:off x="10220829" y="1095465"/>
            <a:ext cx="1636295" cy="324566"/>
          </a:xfrm>
          <a:prstGeom prst="rect">
            <a:avLst/>
          </a:prstGeom>
          <a:noFill/>
        </p:spPr>
        <p:txBody>
          <a:bodyPr wrap="square" rtlCol="0">
            <a:spAutoFit/>
          </a:bodyPr>
          <a:lstStyle/>
          <a:p>
            <a:pPr algn="ctr"/>
            <a:r>
              <a:rPr lang="en-US" sz="1600" b="1" u="sng"/>
              <a:t>Exec. Process2</a:t>
            </a:r>
          </a:p>
        </p:txBody>
      </p:sp>
      <p:sp>
        <p:nvSpPr>
          <p:cNvPr id="55" name="TextBox 54">
            <a:extLst>
              <a:ext uri="{FF2B5EF4-FFF2-40B4-BE49-F238E27FC236}">
                <a16:creationId xmlns:a16="http://schemas.microsoft.com/office/drawing/2014/main" id="{9E2D77A4-142F-44E5-A8CA-B3C5C7915A8F}"/>
              </a:ext>
            </a:extLst>
          </p:cNvPr>
          <p:cNvSpPr txBox="1"/>
          <p:nvPr/>
        </p:nvSpPr>
        <p:spPr>
          <a:xfrm>
            <a:off x="5247777" y="2732548"/>
            <a:ext cx="1636295" cy="338554"/>
          </a:xfrm>
          <a:prstGeom prst="rect">
            <a:avLst/>
          </a:prstGeom>
          <a:noFill/>
        </p:spPr>
        <p:txBody>
          <a:bodyPr wrap="square" rtlCol="0">
            <a:spAutoFit/>
          </a:bodyPr>
          <a:lstStyle/>
          <a:p>
            <a:pPr algn="ctr"/>
            <a:r>
              <a:rPr lang="en-US" sz="1600"/>
              <a:t>READ</a:t>
            </a:r>
          </a:p>
        </p:txBody>
      </p:sp>
      <p:sp>
        <p:nvSpPr>
          <p:cNvPr id="56" name="TextBox 55">
            <a:extLst>
              <a:ext uri="{FF2B5EF4-FFF2-40B4-BE49-F238E27FC236}">
                <a16:creationId xmlns:a16="http://schemas.microsoft.com/office/drawing/2014/main" id="{021A5507-16D5-404C-86CB-D7BBAC2F4A4B}"/>
              </a:ext>
            </a:extLst>
          </p:cNvPr>
          <p:cNvSpPr txBox="1"/>
          <p:nvPr/>
        </p:nvSpPr>
        <p:spPr>
          <a:xfrm>
            <a:off x="10417338" y="2727556"/>
            <a:ext cx="1636295" cy="338554"/>
          </a:xfrm>
          <a:prstGeom prst="rect">
            <a:avLst/>
          </a:prstGeom>
          <a:noFill/>
        </p:spPr>
        <p:txBody>
          <a:bodyPr wrap="square" rtlCol="0">
            <a:spAutoFit/>
          </a:bodyPr>
          <a:lstStyle/>
          <a:p>
            <a:pPr algn="ctr"/>
            <a:r>
              <a:rPr lang="en-US" sz="1600"/>
              <a:t>READ</a:t>
            </a:r>
          </a:p>
        </p:txBody>
      </p:sp>
      <p:sp>
        <p:nvSpPr>
          <p:cNvPr id="57" name="TextBox 56">
            <a:extLst>
              <a:ext uri="{FF2B5EF4-FFF2-40B4-BE49-F238E27FC236}">
                <a16:creationId xmlns:a16="http://schemas.microsoft.com/office/drawing/2014/main" id="{AFF67CEE-E7EB-442E-8071-7C4E880B0395}"/>
              </a:ext>
            </a:extLst>
          </p:cNvPr>
          <p:cNvSpPr txBox="1"/>
          <p:nvPr/>
        </p:nvSpPr>
        <p:spPr>
          <a:xfrm>
            <a:off x="6803860" y="2732548"/>
            <a:ext cx="1034716" cy="338554"/>
          </a:xfrm>
          <a:prstGeom prst="rect">
            <a:avLst/>
          </a:prstGeom>
        </p:spPr>
        <p:style>
          <a:lnRef idx="1">
            <a:schemeClr val="accent5"/>
          </a:lnRef>
          <a:fillRef idx="2">
            <a:schemeClr val="accent5"/>
          </a:fillRef>
          <a:effectRef idx="1">
            <a:schemeClr val="accent5"/>
          </a:effectRef>
          <a:fontRef idx="minor">
            <a:schemeClr val="dk1"/>
          </a:fontRef>
        </p:style>
        <p:txBody>
          <a:bodyPr wrap="square" rtlCol="0">
            <a:spAutoFit/>
          </a:bodyPr>
          <a:lstStyle/>
          <a:p>
            <a:pPr algn="ctr"/>
            <a:r>
              <a:rPr lang="en-US" sz="1600" b="1">
                <a:solidFill>
                  <a:schemeClr val="accent1"/>
                </a:solidFill>
              </a:rPr>
              <a:t>9:40</a:t>
            </a:r>
          </a:p>
        </p:txBody>
      </p:sp>
      <p:sp>
        <p:nvSpPr>
          <p:cNvPr id="58" name="TextBox 57">
            <a:extLst>
              <a:ext uri="{FF2B5EF4-FFF2-40B4-BE49-F238E27FC236}">
                <a16:creationId xmlns:a16="http://schemas.microsoft.com/office/drawing/2014/main" id="{E031BC0E-BA10-4395-8EA5-486DCABAAABC}"/>
              </a:ext>
            </a:extLst>
          </p:cNvPr>
          <p:cNvSpPr txBox="1"/>
          <p:nvPr/>
        </p:nvSpPr>
        <p:spPr>
          <a:xfrm>
            <a:off x="9394659" y="2727556"/>
            <a:ext cx="1034716" cy="338554"/>
          </a:xfrm>
          <a:prstGeom prst="rect">
            <a:avLst/>
          </a:prstGeom>
        </p:spPr>
        <p:style>
          <a:lnRef idx="1">
            <a:schemeClr val="accent5"/>
          </a:lnRef>
          <a:fillRef idx="2">
            <a:schemeClr val="accent5"/>
          </a:fillRef>
          <a:effectRef idx="1">
            <a:schemeClr val="accent5"/>
          </a:effectRef>
          <a:fontRef idx="minor">
            <a:schemeClr val="dk1"/>
          </a:fontRef>
        </p:style>
        <p:txBody>
          <a:bodyPr wrap="square" rtlCol="0">
            <a:spAutoFit/>
          </a:bodyPr>
          <a:lstStyle/>
          <a:p>
            <a:pPr algn="ctr"/>
            <a:r>
              <a:rPr lang="en-US" sz="1600" b="1">
                <a:solidFill>
                  <a:schemeClr val="accent1"/>
                </a:solidFill>
              </a:rPr>
              <a:t>12:40</a:t>
            </a:r>
          </a:p>
        </p:txBody>
      </p:sp>
      <p:cxnSp>
        <p:nvCxnSpPr>
          <p:cNvPr id="59" name="Straight Arrow Connector 58">
            <a:extLst>
              <a:ext uri="{FF2B5EF4-FFF2-40B4-BE49-F238E27FC236}">
                <a16:creationId xmlns:a16="http://schemas.microsoft.com/office/drawing/2014/main" id="{1CE65DB5-132B-4A7F-B3C4-959D09410438}"/>
              </a:ext>
            </a:extLst>
          </p:cNvPr>
          <p:cNvCxnSpPr>
            <a:cxnSpLocks/>
            <a:stCxn id="52" idx="3"/>
            <a:endCxn id="57" idx="0"/>
          </p:cNvCxnSpPr>
          <p:nvPr/>
        </p:nvCxnSpPr>
        <p:spPr>
          <a:xfrm flipH="1">
            <a:off x="7321218" y="1834330"/>
            <a:ext cx="17840" cy="898218"/>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60" name="Straight Arrow Connector 59">
            <a:extLst>
              <a:ext uri="{FF2B5EF4-FFF2-40B4-BE49-F238E27FC236}">
                <a16:creationId xmlns:a16="http://schemas.microsoft.com/office/drawing/2014/main" id="{6562002E-8157-4E49-847A-15C803F01B44}"/>
              </a:ext>
            </a:extLst>
          </p:cNvPr>
          <p:cNvCxnSpPr>
            <a:cxnSpLocks/>
            <a:stCxn id="113" idx="3"/>
            <a:endCxn id="58" idx="0"/>
          </p:cNvCxnSpPr>
          <p:nvPr/>
        </p:nvCxnSpPr>
        <p:spPr>
          <a:xfrm>
            <a:off x="9910807" y="1832177"/>
            <a:ext cx="1210" cy="895379"/>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61" name="TextBox 60">
            <a:extLst>
              <a:ext uri="{FF2B5EF4-FFF2-40B4-BE49-F238E27FC236}">
                <a16:creationId xmlns:a16="http://schemas.microsoft.com/office/drawing/2014/main" id="{3EF98D6B-A2F8-4C6B-9593-64195CE4C46B}"/>
              </a:ext>
            </a:extLst>
          </p:cNvPr>
          <p:cNvSpPr txBox="1"/>
          <p:nvPr/>
        </p:nvSpPr>
        <p:spPr>
          <a:xfrm>
            <a:off x="5204893" y="3780176"/>
            <a:ext cx="1679180" cy="338554"/>
          </a:xfrm>
          <a:prstGeom prst="rect">
            <a:avLst/>
          </a:prstGeom>
          <a:noFill/>
        </p:spPr>
        <p:txBody>
          <a:bodyPr wrap="square" rtlCol="0">
            <a:spAutoFit/>
          </a:bodyPr>
          <a:lstStyle/>
          <a:p>
            <a:pPr algn="ctr"/>
            <a:r>
              <a:rPr lang="en-US" sz="1600"/>
              <a:t>Update Rec A</a:t>
            </a:r>
          </a:p>
        </p:txBody>
      </p:sp>
      <p:sp>
        <p:nvSpPr>
          <p:cNvPr id="62" name="TextBox 61">
            <a:extLst>
              <a:ext uri="{FF2B5EF4-FFF2-40B4-BE49-F238E27FC236}">
                <a16:creationId xmlns:a16="http://schemas.microsoft.com/office/drawing/2014/main" id="{7BE24C07-F9B6-403E-A64C-D7CCEE0ACDB0}"/>
              </a:ext>
            </a:extLst>
          </p:cNvPr>
          <p:cNvSpPr txBox="1"/>
          <p:nvPr/>
        </p:nvSpPr>
        <p:spPr>
          <a:xfrm>
            <a:off x="10220830" y="3419221"/>
            <a:ext cx="1901116" cy="338554"/>
          </a:xfrm>
          <a:prstGeom prst="rect">
            <a:avLst/>
          </a:prstGeom>
          <a:noFill/>
        </p:spPr>
        <p:txBody>
          <a:bodyPr wrap="square" rtlCol="0">
            <a:spAutoFit/>
          </a:bodyPr>
          <a:lstStyle/>
          <a:p>
            <a:pPr algn="ctr"/>
            <a:r>
              <a:rPr lang="en-US" sz="1600"/>
              <a:t>Update Rec A</a:t>
            </a:r>
          </a:p>
        </p:txBody>
      </p:sp>
      <p:sp>
        <p:nvSpPr>
          <p:cNvPr id="63" name="TextBox 62">
            <a:extLst>
              <a:ext uri="{FF2B5EF4-FFF2-40B4-BE49-F238E27FC236}">
                <a16:creationId xmlns:a16="http://schemas.microsoft.com/office/drawing/2014/main" id="{D93B1BA4-6C6A-4C3B-B4DD-DBA55908E1C0}"/>
              </a:ext>
            </a:extLst>
          </p:cNvPr>
          <p:cNvSpPr txBox="1"/>
          <p:nvPr/>
        </p:nvSpPr>
        <p:spPr>
          <a:xfrm>
            <a:off x="6793834" y="3780176"/>
            <a:ext cx="1034716" cy="338554"/>
          </a:xfrm>
          <a:prstGeom prst="rect">
            <a:avLst/>
          </a:prstGeom>
        </p:spPr>
        <p:style>
          <a:lnRef idx="1">
            <a:schemeClr val="accent5"/>
          </a:lnRef>
          <a:fillRef idx="2">
            <a:schemeClr val="accent5"/>
          </a:fillRef>
          <a:effectRef idx="1">
            <a:schemeClr val="accent5"/>
          </a:effectRef>
          <a:fontRef idx="minor">
            <a:schemeClr val="dk1"/>
          </a:fontRef>
        </p:style>
        <p:txBody>
          <a:bodyPr wrap="square" rtlCol="0">
            <a:spAutoFit/>
          </a:bodyPr>
          <a:lstStyle/>
          <a:p>
            <a:pPr algn="ctr"/>
            <a:r>
              <a:rPr lang="en-US" sz="1600">
                <a:solidFill>
                  <a:srgbClr val="FF0000"/>
                </a:solidFill>
              </a:rPr>
              <a:t>9:44</a:t>
            </a:r>
          </a:p>
        </p:txBody>
      </p:sp>
      <p:sp>
        <p:nvSpPr>
          <p:cNvPr id="64" name="TextBox 63">
            <a:extLst>
              <a:ext uri="{FF2B5EF4-FFF2-40B4-BE49-F238E27FC236}">
                <a16:creationId xmlns:a16="http://schemas.microsoft.com/office/drawing/2014/main" id="{7742C0E7-C808-4E10-A94C-5B7998150183}"/>
              </a:ext>
            </a:extLst>
          </p:cNvPr>
          <p:cNvSpPr txBox="1"/>
          <p:nvPr/>
        </p:nvSpPr>
        <p:spPr>
          <a:xfrm>
            <a:off x="9394659" y="3419221"/>
            <a:ext cx="1034716" cy="338554"/>
          </a:xfrm>
          <a:prstGeom prst="rect">
            <a:avLst/>
          </a:prstGeom>
        </p:spPr>
        <p:style>
          <a:lnRef idx="1">
            <a:schemeClr val="accent5"/>
          </a:lnRef>
          <a:fillRef idx="2">
            <a:schemeClr val="accent5"/>
          </a:fillRef>
          <a:effectRef idx="1">
            <a:schemeClr val="accent5"/>
          </a:effectRef>
          <a:fontRef idx="minor">
            <a:schemeClr val="dk1"/>
          </a:fontRef>
        </p:style>
        <p:txBody>
          <a:bodyPr wrap="square" rtlCol="0">
            <a:spAutoFit/>
          </a:bodyPr>
          <a:lstStyle/>
          <a:p>
            <a:pPr algn="ctr"/>
            <a:r>
              <a:rPr lang="en-US" sz="1600">
                <a:solidFill>
                  <a:srgbClr val="FF0000"/>
                </a:solidFill>
              </a:rPr>
              <a:t>12:41</a:t>
            </a:r>
          </a:p>
        </p:txBody>
      </p:sp>
      <p:sp>
        <p:nvSpPr>
          <p:cNvPr id="65" name="Flowchart: Magnetic Disk 64">
            <a:extLst>
              <a:ext uri="{FF2B5EF4-FFF2-40B4-BE49-F238E27FC236}">
                <a16:creationId xmlns:a16="http://schemas.microsoft.com/office/drawing/2014/main" id="{968CA56E-EA2F-416E-B250-5F473DDD89E5}"/>
              </a:ext>
            </a:extLst>
          </p:cNvPr>
          <p:cNvSpPr/>
          <p:nvPr/>
        </p:nvSpPr>
        <p:spPr>
          <a:xfrm>
            <a:off x="9329279" y="4274753"/>
            <a:ext cx="1163053" cy="662029"/>
          </a:xfrm>
          <a:prstGeom prst="flowChartMagneticDisk">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US" sz="1400"/>
              <a:t>EA</a:t>
            </a:r>
          </a:p>
        </p:txBody>
      </p:sp>
      <p:sp>
        <p:nvSpPr>
          <p:cNvPr id="66" name="Flowchart: Magnetic Disk 65">
            <a:extLst>
              <a:ext uri="{FF2B5EF4-FFF2-40B4-BE49-F238E27FC236}">
                <a16:creationId xmlns:a16="http://schemas.microsoft.com/office/drawing/2014/main" id="{5B8650DC-5AA7-4EF7-BAEC-0C146CCC2A7B}"/>
              </a:ext>
            </a:extLst>
          </p:cNvPr>
          <p:cNvSpPr/>
          <p:nvPr/>
        </p:nvSpPr>
        <p:spPr>
          <a:xfrm>
            <a:off x="6735002" y="4739886"/>
            <a:ext cx="1163053" cy="662029"/>
          </a:xfrm>
          <a:prstGeom prst="flowChartMagneticDisk">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US" sz="1400"/>
              <a:t>WA</a:t>
            </a:r>
          </a:p>
        </p:txBody>
      </p:sp>
      <p:cxnSp>
        <p:nvCxnSpPr>
          <p:cNvPr id="67" name="Straight Arrow Connector 66">
            <a:extLst>
              <a:ext uri="{FF2B5EF4-FFF2-40B4-BE49-F238E27FC236}">
                <a16:creationId xmlns:a16="http://schemas.microsoft.com/office/drawing/2014/main" id="{6E416E0E-C63D-4993-8608-6E9FAEBB3281}"/>
              </a:ext>
            </a:extLst>
          </p:cNvPr>
          <p:cNvCxnSpPr>
            <a:cxnSpLocks/>
            <a:stCxn id="57" idx="2"/>
            <a:endCxn id="63" idx="0"/>
          </p:cNvCxnSpPr>
          <p:nvPr/>
        </p:nvCxnSpPr>
        <p:spPr>
          <a:xfrm flipH="1">
            <a:off x="7311192" y="3071102"/>
            <a:ext cx="10026" cy="709074"/>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68" name="Straight Arrow Connector 67">
            <a:extLst>
              <a:ext uri="{FF2B5EF4-FFF2-40B4-BE49-F238E27FC236}">
                <a16:creationId xmlns:a16="http://schemas.microsoft.com/office/drawing/2014/main" id="{BCE4B6D9-4C4F-4021-A5EC-041F62DED8CB}"/>
              </a:ext>
            </a:extLst>
          </p:cNvPr>
          <p:cNvCxnSpPr>
            <a:cxnSpLocks/>
            <a:stCxn id="63" idx="2"/>
            <a:endCxn id="66" idx="1"/>
          </p:cNvCxnSpPr>
          <p:nvPr/>
        </p:nvCxnSpPr>
        <p:spPr>
          <a:xfrm>
            <a:off x="7311192" y="4118730"/>
            <a:ext cx="5337" cy="621156"/>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69" name="Straight Arrow Connector 68">
            <a:extLst>
              <a:ext uri="{FF2B5EF4-FFF2-40B4-BE49-F238E27FC236}">
                <a16:creationId xmlns:a16="http://schemas.microsoft.com/office/drawing/2014/main" id="{3033BCFE-970F-4986-A5D6-93E8AA3FA4FD}"/>
              </a:ext>
            </a:extLst>
          </p:cNvPr>
          <p:cNvCxnSpPr>
            <a:stCxn id="58" idx="2"/>
            <a:endCxn id="64" idx="0"/>
          </p:cNvCxnSpPr>
          <p:nvPr/>
        </p:nvCxnSpPr>
        <p:spPr>
          <a:xfrm>
            <a:off x="9912017" y="3066110"/>
            <a:ext cx="0" cy="35311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70" name="Straight Arrow Connector 69">
            <a:extLst>
              <a:ext uri="{FF2B5EF4-FFF2-40B4-BE49-F238E27FC236}">
                <a16:creationId xmlns:a16="http://schemas.microsoft.com/office/drawing/2014/main" id="{262049CB-54E6-4058-B948-71B7B2A5A9A0}"/>
              </a:ext>
            </a:extLst>
          </p:cNvPr>
          <p:cNvCxnSpPr>
            <a:cxnSpLocks/>
            <a:stCxn id="64" idx="2"/>
            <a:endCxn id="65" idx="1"/>
          </p:cNvCxnSpPr>
          <p:nvPr/>
        </p:nvCxnSpPr>
        <p:spPr>
          <a:xfrm flipH="1">
            <a:off x="9910806" y="3757775"/>
            <a:ext cx="1211" cy="516978"/>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pic>
        <p:nvPicPr>
          <p:cNvPr id="71" name="Picture 70" descr="A desktop computer monitor sitting on top of a desk&#10;&#10;Description automatically generated">
            <a:extLst>
              <a:ext uri="{FF2B5EF4-FFF2-40B4-BE49-F238E27FC236}">
                <a16:creationId xmlns:a16="http://schemas.microsoft.com/office/drawing/2014/main" id="{B6DC2FD8-22C2-4202-876E-7D168BC8C565}"/>
              </a:ext>
            </a:extLst>
          </p:cNvPr>
          <p:cNvPicPr>
            <a:picLocks noChangeAspect="1"/>
          </p:cNvPicPr>
          <p:nvPr/>
        </p:nvPicPr>
        <p:blipFill>
          <a:blip r:embed="rId2"/>
          <a:stretch>
            <a:fillRect/>
          </a:stretch>
        </p:blipFill>
        <p:spPr>
          <a:xfrm>
            <a:off x="10623477" y="1789171"/>
            <a:ext cx="903186" cy="657705"/>
          </a:xfrm>
          <a:prstGeom prst="rect">
            <a:avLst/>
          </a:prstGeom>
        </p:spPr>
      </p:pic>
      <p:sp>
        <p:nvSpPr>
          <p:cNvPr id="73" name="TextBox 72">
            <a:extLst>
              <a:ext uri="{FF2B5EF4-FFF2-40B4-BE49-F238E27FC236}">
                <a16:creationId xmlns:a16="http://schemas.microsoft.com/office/drawing/2014/main" id="{0EBE94F3-1855-41F8-BF1F-D9AEA8976298}"/>
              </a:ext>
            </a:extLst>
          </p:cNvPr>
          <p:cNvSpPr txBox="1"/>
          <p:nvPr/>
        </p:nvSpPr>
        <p:spPr>
          <a:xfrm>
            <a:off x="6379115" y="1733048"/>
            <a:ext cx="903187" cy="369332"/>
          </a:xfrm>
          <a:prstGeom prst="rect">
            <a:avLst/>
          </a:prstGeom>
          <a:noFill/>
        </p:spPr>
        <p:txBody>
          <a:bodyPr wrap="square" rtlCol="0">
            <a:spAutoFit/>
          </a:bodyPr>
          <a:lstStyle/>
          <a:p>
            <a:pPr algn="ctr"/>
            <a:r>
              <a:rPr lang="en-US" b="1">
                <a:solidFill>
                  <a:schemeClr val="accent6">
                    <a:lumMod val="60000"/>
                    <a:lumOff val="40000"/>
                  </a:schemeClr>
                </a:solidFill>
              </a:rPr>
              <a:t>9:40</a:t>
            </a:r>
          </a:p>
        </p:txBody>
      </p:sp>
      <p:sp>
        <p:nvSpPr>
          <p:cNvPr id="75" name="TextBox 74">
            <a:extLst>
              <a:ext uri="{FF2B5EF4-FFF2-40B4-BE49-F238E27FC236}">
                <a16:creationId xmlns:a16="http://schemas.microsoft.com/office/drawing/2014/main" id="{8BCEBE3C-556E-4194-B826-0FB7610E74F8}"/>
              </a:ext>
            </a:extLst>
          </p:cNvPr>
          <p:cNvSpPr txBox="1"/>
          <p:nvPr/>
        </p:nvSpPr>
        <p:spPr>
          <a:xfrm>
            <a:off x="9873511" y="1742930"/>
            <a:ext cx="903187" cy="369332"/>
          </a:xfrm>
          <a:prstGeom prst="rect">
            <a:avLst/>
          </a:prstGeom>
          <a:noFill/>
        </p:spPr>
        <p:txBody>
          <a:bodyPr wrap="square" rtlCol="0">
            <a:spAutoFit/>
          </a:bodyPr>
          <a:lstStyle/>
          <a:p>
            <a:pPr algn="ctr"/>
            <a:r>
              <a:rPr lang="en-US" b="1">
                <a:solidFill>
                  <a:schemeClr val="accent6">
                    <a:lumMod val="60000"/>
                    <a:lumOff val="40000"/>
                  </a:schemeClr>
                </a:solidFill>
              </a:rPr>
              <a:t>12:40</a:t>
            </a:r>
          </a:p>
        </p:txBody>
      </p:sp>
      <p:sp>
        <p:nvSpPr>
          <p:cNvPr id="84" name="TextBox 83">
            <a:extLst>
              <a:ext uri="{FF2B5EF4-FFF2-40B4-BE49-F238E27FC236}">
                <a16:creationId xmlns:a16="http://schemas.microsoft.com/office/drawing/2014/main" id="{3CE34D18-6AC5-4671-8BDB-D8DF9F8DDD92}"/>
              </a:ext>
            </a:extLst>
          </p:cNvPr>
          <p:cNvSpPr txBox="1"/>
          <p:nvPr/>
        </p:nvSpPr>
        <p:spPr>
          <a:xfrm>
            <a:off x="8170056" y="272984"/>
            <a:ext cx="2050773" cy="646331"/>
          </a:xfrm>
          <a:prstGeom prst="rect">
            <a:avLst/>
          </a:prstGeom>
          <a:noFill/>
        </p:spPr>
        <p:txBody>
          <a:bodyPr wrap="square" rtlCol="0">
            <a:spAutoFit/>
          </a:bodyPr>
          <a:lstStyle/>
          <a:p>
            <a:pPr algn="ctr"/>
            <a:r>
              <a:rPr lang="en-US" b="1">
                <a:solidFill>
                  <a:schemeClr val="accent1">
                    <a:lumMod val="75000"/>
                  </a:schemeClr>
                </a:solidFill>
              </a:rPr>
              <a:t>Last Update  9:50</a:t>
            </a:r>
          </a:p>
        </p:txBody>
      </p:sp>
      <p:pic>
        <p:nvPicPr>
          <p:cNvPr id="102" name="Content Placeholder 97" descr="Icon&#10;&#10;Description automatically generated">
            <a:extLst>
              <a:ext uri="{FF2B5EF4-FFF2-40B4-BE49-F238E27FC236}">
                <a16:creationId xmlns:a16="http://schemas.microsoft.com/office/drawing/2014/main" id="{A724A2F1-465B-40BC-BA18-A4733DFF72E0}"/>
              </a:ext>
            </a:extLst>
          </p:cNvPr>
          <p:cNvPicPr>
            <a:picLocks noChangeAspect="1"/>
          </p:cNvPicPr>
          <p:nvPr/>
        </p:nvPicPr>
        <p:blipFill>
          <a:blip r:embed="rId3"/>
          <a:stretch>
            <a:fillRect/>
          </a:stretch>
        </p:blipFill>
        <p:spPr>
          <a:xfrm>
            <a:off x="6480536" y="1020691"/>
            <a:ext cx="248846" cy="408250"/>
          </a:xfrm>
          <a:prstGeom prst="rect">
            <a:avLst/>
          </a:prstGeom>
        </p:spPr>
      </p:pic>
      <p:sp>
        <p:nvSpPr>
          <p:cNvPr id="103" name="TextBox 102">
            <a:extLst>
              <a:ext uri="{FF2B5EF4-FFF2-40B4-BE49-F238E27FC236}">
                <a16:creationId xmlns:a16="http://schemas.microsoft.com/office/drawing/2014/main" id="{80B13910-F522-4C72-AB51-7476F8AE2A6D}"/>
              </a:ext>
            </a:extLst>
          </p:cNvPr>
          <p:cNvSpPr txBox="1"/>
          <p:nvPr/>
        </p:nvSpPr>
        <p:spPr>
          <a:xfrm>
            <a:off x="6515103" y="787363"/>
            <a:ext cx="767199" cy="369332"/>
          </a:xfrm>
          <a:prstGeom prst="rect">
            <a:avLst/>
          </a:prstGeom>
          <a:noFill/>
        </p:spPr>
        <p:txBody>
          <a:bodyPr wrap="square" rtlCol="0">
            <a:spAutoFit/>
          </a:bodyPr>
          <a:lstStyle/>
          <a:p>
            <a:r>
              <a:rPr lang="en-US">
                <a:solidFill>
                  <a:srgbClr val="00B050"/>
                </a:solidFill>
              </a:rPr>
              <a:t>West</a:t>
            </a:r>
          </a:p>
        </p:txBody>
      </p:sp>
      <p:pic>
        <p:nvPicPr>
          <p:cNvPr id="105" name="Content Placeholder 97" descr="Icon&#10;&#10;Description automatically generated">
            <a:extLst>
              <a:ext uri="{FF2B5EF4-FFF2-40B4-BE49-F238E27FC236}">
                <a16:creationId xmlns:a16="http://schemas.microsoft.com/office/drawing/2014/main" id="{76607B58-81E0-4E24-AD5B-84010EBF341C}"/>
              </a:ext>
            </a:extLst>
          </p:cNvPr>
          <p:cNvPicPr>
            <a:picLocks noChangeAspect="1"/>
          </p:cNvPicPr>
          <p:nvPr/>
        </p:nvPicPr>
        <p:blipFill>
          <a:blip r:embed="rId3"/>
          <a:stretch>
            <a:fillRect/>
          </a:stretch>
        </p:blipFill>
        <p:spPr>
          <a:xfrm>
            <a:off x="11320180" y="1043774"/>
            <a:ext cx="248846" cy="408250"/>
          </a:xfrm>
          <a:prstGeom prst="rect">
            <a:avLst/>
          </a:prstGeom>
        </p:spPr>
      </p:pic>
      <p:sp>
        <p:nvSpPr>
          <p:cNvPr id="107" name="TextBox 106">
            <a:extLst>
              <a:ext uri="{FF2B5EF4-FFF2-40B4-BE49-F238E27FC236}">
                <a16:creationId xmlns:a16="http://schemas.microsoft.com/office/drawing/2014/main" id="{8182FB5E-57CB-4DF1-B5DB-D85C0A1F323C}"/>
              </a:ext>
            </a:extLst>
          </p:cNvPr>
          <p:cNvSpPr txBox="1"/>
          <p:nvPr/>
        </p:nvSpPr>
        <p:spPr>
          <a:xfrm>
            <a:off x="11354747" y="810446"/>
            <a:ext cx="767199" cy="369332"/>
          </a:xfrm>
          <a:prstGeom prst="rect">
            <a:avLst/>
          </a:prstGeom>
          <a:noFill/>
        </p:spPr>
        <p:txBody>
          <a:bodyPr wrap="square" rtlCol="0">
            <a:spAutoFit/>
          </a:bodyPr>
          <a:lstStyle/>
          <a:p>
            <a:r>
              <a:rPr lang="en-US">
                <a:solidFill>
                  <a:srgbClr val="00B050"/>
                </a:solidFill>
              </a:rPr>
              <a:t>East</a:t>
            </a:r>
          </a:p>
        </p:txBody>
      </p:sp>
      <p:sp>
        <p:nvSpPr>
          <p:cNvPr id="113" name="Flowchart: Magnetic Disk 112">
            <a:extLst>
              <a:ext uri="{FF2B5EF4-FFF2-40B4-BE49-F238E27FC236}">
                <a16:creationId xmlns:a16="http://schemas.microsoft.com/office/drawing/2014/main" id="{05A2B769-2F67-4A08-B7AF-480437D32680}"/>
              </a:ext>
            </a:extLst>
          </p:cNvPr>
          <p:cNvSpPr/>
          <p:nvPr/>
        </p:nvSpPr>
        <p:spPr>
          <a:xfrm>
            <a:off x="9329280" y="1170148"/>
            <a:ext cx="1163053" cy="662029"/>
          </a:xfrm>
          <a:prstGeom prst="flowChartMagneticDisk">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US" sz="1600">
                <a:solidFill>
                  <a:schemeClr val="accent1"/>
                </a:solidFill>
              </a:rPr>
              <a:t>Rec A</a:t>
            </a:r>
          </a:p>
        </p:txBody>
      </p:sp>
      <p:sp>
        <p:nvSpPr>
          <p:cNvPr id="127" name="Flowchart: Magnetic Disk 126">
            <a:extLst>
              <a:ext uri="{FF2B5EF4-FFF2-40B4-BE49-F238E27FC236}">
                <a16:creationId xmlns:a16="http://schemas.microsoft.com/office/drawing/2014/main" id="{E30D9A77-0A71-49C3-918E-DB76FBFD424D}"/>
              </a:ext>
            </a:extLst>
          </p:cNvPr>
          <p:cNvSpPr/>
          <p:nvPr/>
        </p:nvSpPr>
        <p:spPr>
          <a:xfrm>
            <a:off x="6729665" y="6036178"/>
            <a:ext cx="1163053" cy="662029"/>
          </a:xfrm>
          <a:prstGeom prst="flowChartMagneticDisk">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US" sz="1400"/>
              <a:t>EA</a:t>
            </a:r>
          </a:p>
        </p:txBody>
      </p:sp>
      <p:cxnSp>
        <p:nvCxnSpPr>
          <p:cNvPr id="131" name="Straight Arrow Connector 130">
            <a:extLst>
              <a:ext uri="{FF2B5EF4-FFF2-40B4-BE49-F238E27FC236}">
                <a16:creationId xmlns:a16="http://schemas.microsoft.com/office/drawing/2014/main" id="{E86E69D1-A79E-4392-BACE-50A24EEFE088}"/>
              </a:ext>
            </a:extLst>
          </p:cNvPr>
          <p:cNvCxnSpPr>
            <a:cxnSpLocks/>
            <a:stCxn id="65" idx="3"/>
            <a:endCxn id="127" idx="1"/>
          </p:cNvCxnSpPr>
          <p:nvPr/>
        </p:nvCxnSpPr>
        <p:spPr>
          <a:xfrm flipH="1">
            <a:off x="7311192" y="4936782"/>
            <a:ext cx="2599614" cy="1099396"/>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35" name="Straight Connector 134">
            <a:extLst>
              <a:ext uri="{FF2B5EF4-FFF2-40B4-BE49-F238E27FC236}">
                <a16:creationId xmlns:a16="http://schemas.microsoft.com/office/drawing/2014/main" id="{097A5E7D-334C-4CF2-86C6-A9523D7C317C}"/>
              </a:ext>
            </a:extLst>
          </p:cNvPr>
          <p:cNvCxnSpPr>
            <a:stCxn id="66" idx="3"/>
            <a:endCxn id="127" idx="1"/>
          </p:cNvCxnSpPr>
          <p:nvPr/>
        </p:nvCxnSpPr>
        <p:spPr>
          <a:xfrm flipH="1">
            <a:off x="7311192" y="5401915"/>
            <a:ext cx="5337" cy="634263"/>
          </a:xfrm>
          <a:prstGeom prst="line">
            <a:avLst/>
          </a:prstGeom>
          <a:ln>
            <a:prstDash val="dash"/>
          </a:ln>
        </p:spPr>
        <p:style>
          <a:lnRef idx="1">
            <a:schemeClr val="dk1"/>
          </a:lnRef>
          <a:fillRef idx="0">
            <a:schemeClr val="dk1"/>
          </a:fillRef>
          <a:effectRef idx="0">
            <a:schemeClr val="dk1"/>
          </a:effectRef>
          <a:fontRef idx="minor">
            <a:schemeClr val="tx1"/>
          </a:fontRef>
        </p:style>
      </p:cxnSp>
      <p:sp>
        <p:nvSpPr>
          <p:cNvPr id="137" name="TextBox 136">
            <a:extLst>
              <a:ext uri="{FF2B5EF4-FFF2-40B4-BE49-F238E27FC236}">
                <a16:creationId xmlns:a16="http://schemas.microsoft.com/office/drawing/2014/main" id="{F54F0827-FE92-4366-881D-2C7D0F6CD2C0}"/>
              </a:ext>
            </a:extLst>
          </p:cNvPr>
          <p:cNvSpPr txBox="1"/>
          <p:nvPr/>
        </p:nvSpPr>
        <p:spPr>
          <a:xfrm>
            <a:off x="7683280" y="5537791"/>
            <a:ext cx="2471843" cy="338554"/>
          </a:xfrm>
          <a:prstGeom prst="rect">
            <a:avLst/>
          </a:prstGeom>
          <a:noFill/>
        </p:spPr>
        <p:txBody>
          <a:bodyPr wrap="square" rtlCol="0">
            <a:spAutoFit/>
          </a:bodyPr>
          <a:lstStyle/>
          <a:p>
            <a:pPr algn="ctr"/>
            <a:r>
              <a:rPr lang="en-US" sz="1600" b="1" u="sng">
                <a:solidFill>
                  <a:schemeClr val="accent1"/>
                </a:solidFill>
              </a:rPr>
              <a:t>East Time &gt; West Time</a:t>
            </a:r>
          </a:p>
        </p:txBody>
      </p:sp>
      <p:sp>
        <p:nvSpPr>
          <p:cNvPr id="3" name="Flowchart: Magnetic Disk 2">
            <a:extLst>
              <a:ext uri="{FF2B5EF4-FFF2-40B4-BE49-F238E27FC236}">
                <a16:creationId xmlns:a16="http://schemas.microsoft.com/office/drawing/2014/main" id="{F6F57B7A-A879-4131-9842-6F3E17888D3C}"/>
              </a:ext>
            </a:extLst>
          </p:cNvPr>
          <p:cNvSpPr/>
          <p:nvPr/>
        </p:nvSpPr>
        <p:spPr>
          <a:xfrm>
            <a:off x="9316048" y="6036178"/>
            <a:ext cx="1163053" cy="662029"/>
          </a:xfrm>
          <a:prstGeom prst="flowChartMagneticDisk">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US" sz="1400"/>
              <a:t>EA</a:t>
            </a:r>
          </a:p>
        </p:txBody>
      </p:sp>
      <p:cxnSp>
        <p:nvCxnSpPr>
          <p:cNvPr id="41" name="Straight Connector 40">
            <a:extLst>
              <a:ext uri="{FF2B5EF4-FFF2-40B4-BE49-F238E27FC236}">
                <a16:creationId xmlns:a16="http://schemas.microsoft.com/office/drawing/2014/main" id="{C80AB788-171C-4F66-8FB9-5DB9C190D386}"/>
              </a:ext>
            </a:extLst>
          </p:cNvPr>
          <p:cNvCxnSpPr>
            <a:cxnSpLocks/>
            <a:stCxn id="65" idx="3"/>
            <a:endCxn id="3" idx="1"/>
          </p:cNvCxnSpPr>
          <p:nvPr/>
        </p:nvCxnSpPr>
        <p:spPr>
          <a:xfrm flipH="1">
            <a:off x="9897575" y="4936782"/>
            <a:ext cx="13231" cy="1099396"/>
          </a:xfrm>
          <a:prstGeom prst="line">
            <a:avLst/>
          </a:prstGeom>
          <a:ln>
            <a:prstDash val="dash"/>
          </a:ln>
        </p:spPr>
        <p:style>
          <a:lnRef idx="1">
            <a:schemeClr val="dk1"/>
          </a:lnRef>
          <a:fillRef idx="0">
            <a:schemeClr val="dk1"/>
          </a:fillRef>
          <a:effectRef idx="0">
            <a:schemeClr val="dk1"/>
          </a:effectRef>
          <a:fontRef idx="minor">
            <a:schemeClr val="tx1"/>
          </a:fontRef>
        </p:style>
      </p:cxnSp>
      <p:cxnSp>
        <p:nvCxnSpPr>
          <p:cNvPr id="8" name="Straight Connector 7">
            <a:extLst>
              <a:ext uri="{FF2B5EF4-FFF2-40B4-BE49-F238E27FC236}">
                <a16:creationId xmlns:a16="http://schemas.microsoft.com/office/drawing/2014/main" id="{B0565CF2-6539-4F24-A5B8-018E5A68A82F}"/>
              </a:ext>
            </a:extLst>
          </p:cNvPr>
          <p:cNvCxnSpPr>
            <a:cxnSpLocks/>
          </p:cNvCxnSpPr>
          <p:nvPr/>
        </p:nvCxnSpPr>
        <p:spPr>
          <a:xfrm>
            <a:off x="6570842" y="3949453"/>
            <a:ext cx="4695955" cy="0"/>
          </a:xfrm>
          <a:prstGeom prst="line">
            <a:avLst/>
          </a:prstGeom>
          <a:ln>
            <a:prstDash val="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1008463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54F26D-B911-4A10-8150-BADADB09CDB7}"/>
              </a:ext>
            </a:extLst>
          </p:cNvPr>
          <p:cNvSpPr>
            <a:spLocks noGrp="1"/>
          </p:cNvSpPr>
          <p:nvPr>
            <p:ph type="title"/>
          </p:nvPr>
        </p:nvSpPr>
        <p:spPr/>
        <p:txBody>
          <a:bodyPr/>
          <a:lstStyle/>
          <a:p>
            <a:r>
              <a:rPr lang="en-US"/>
              <a:t>Problem</a:t>
            </a:r>
          </a:p>
        </p:txBody>
      </p:sp>
      <p:sp>
        <p:nvSpPr>
          <p:cNvPr id="3" name="Content Placeholder 2">
            <a:extLst>
              <a:ext uri="{FF2B5EF4-FFF2-40B4-BE49-F238E27FC236}">
                <a16:creationId xmlns:a16="http://schemas.microsoft.com/office/drawing/2014/main" id="{507B39D8-B41C-494E-BD33-CA6EEC807F7E}"/>
              </a:ext>
            </a:extLst>
          </p:cNvPr>
          <p:cNvSpPr>
            <a:spLocks noGrp="1"/>
          </p:cNvSpPr>
          <p:nvPr>
            <p:ph idx="1"/>
          </p:nvPr>
        </p:nvSpPr>
        <p:spPr/>
        <p:txBody>
          <a:bodyPr/>
          <a:lstStyle/>
          <a:p>
            <a:r>
              <a:rPr lang="en-US"/>
              <a:t>In centralized management, all nodes can make agreement for a shared variable value under the master node control. </a:t>
            </a:r>
          </a:p>
          <a:p>
            <a:r>
              <a:rPr lang="en-US"/>
              <a:t>But what if that the system uses distributed management?</a:t>
            </a:r>
          </a:p>
        </p:txBody>
      </p:sp>
      <p:sp>
        <p:nvSpPr>
          <p:cNvPr id="4" name="Footer Placeholder 3">
            <a:extLst>
              <a:ext uri="{FF2B5EF4-FFF2-40B4-BE49-F238E27FC236}">
                <a16:creationId xmlns:a16="http://schemas.microsoft.com/office/drawing/2014/main" id="{D13E386D-0372-4F96-903A-9B63961A4E90}"/>
              </a:ext>
            </a:extLst>
          </p:cNvPr>
          <p:cNvSpPr>
            <a:spLocks noGrp="1"/>
          </p:cNvSpPr>
          <p:nvPr>
            <p:ph type="ftr" sz="quarter" idx="11"/>
          </p:nvPr>
        </p:nvSpPr>
        <p:spPr/>
        <p:txBody>
          <a:bodyPr/>
          <a:lstStyle/>
          <a:p>
            <a:r>
              <a:rPr lang="en-US"/>
              <a:t>Prof. Tim Wood &amp; Prof. Roozbeh Haghnazar</a:t>
            </a:r>
          </a:p>
        </p:txBody>
      </p:sp>
    </p:spTree>
    <p:extLst>
      <p:ext uri="{BB962C8B-B14F-4D97-AF65-F5344CB8AC3E}">
        <p14:creationId xmlns:p14="http://schemas.microsoft.com/office/powerpoint/2010/main" val="408312662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6046EC-3D7D-41A1-82B9-D52CB3C09AA1}"/>
              </a:ext>
            </a:extLst>
          </p:cNvPr>
          <p:cNvSpPr>
            <a:spLocks noGrp="1"/>
          </p:cNvSpPr>
          <p:nvPr>
            <p:ph type="title"/>
          </p:nvPr>
        </p:nvSpPr>
        <p:spPr/>
        <p:txBody>
          <a:bodyPr/>
          <a:lstStyle/>
          <a:p>
            <a:r>
              <a:rPr lang="en-US"/>
              <a:t>Clocks and Timing</a:t>
            </a:r>
          </a:p>
        </p:txBody>
      </p:sp>
      <p:sp>
        <p:nvSpPr>
          <p:cNvPr id="3" name="Content Placeholder 2">
            <a:extLst>
              <a:ext uri="{FF2B5EF4-FFF2-40B4-BE49-F238E27FC236}">
                <a16:creationId xmlns:a16="http://schemas.microsoft.com/office/drawing/2014/main" id="{80BD2C9E-6493-44E3-B1E3-8C8F779BA830}"/>
              </a:ext>
            </a:extLst>
          </p:cNvPr>
          <p:cNvSpPr>
            <a:spLocks noGrp="1"/>
          </p:cNvSpPr>
          <p:nvPr>
            <p:ph idx="1"/>
          </p:nvPr>
        </p:nvSpPr>
        <p:spPr/>
        <p:txBody>
          <a:bodyPr/>
          <a:lstStyle/>
          <a:p>
            <a:r>
              <a:rPr lang="en-US"/>
              <a:t>Distributed systems often need to order events to help with consistency and coordination</a:t>
            </a:r>
          </a:p>
          <a:p>
            <a:endParaRPr lang="en-US"/>
          </a:p>
          <a:p>
            <a:r>
              <a:rPr lang="en-US"/>
              <a:t>Coordinating updates to a distributed file system</a:t>
            </a:r>
          </a:p>
          <a:p>
            <a:r>
              <a:rPr lang="en-US"/>
              <a:t>Managing distributed locks</a:t>
            </a:r>
          </a:p>
          <a:p>
            <a:r>
              <a:rPr lang="en-US"/>
              <a:t>Providing consistent updates in a distributed DB</a:t>
            </a:r>
          </a:p>
        </p:txBody>
      </p:sp>
      <p:sp>
        <p:nvSpPr>
          <p:cNvPr id="4" name="Footer Placeholder 3">
            <a:extLst>
              <a:ext uri="{FF2B5EF4-FFF2-40B4-BE49-F238E27FC236}">
                <a16:creationId xmlns:a16="http://schemas.microsoft.com/office/drawing/2014/main" id="{B793060E-BA95-4674-A5DC-B7C0FCAF7A72}"/>
              </a:ext>
            </a:extLst>
          </p:cNvPr>
          <p:cNvSpPr>
            <a:spLocks noGrp="1"/>
          </p:cNvSpPr>
          <p:nvPr>
            <p:ph type="ftr" sz="quarter" idx="11"/>
          </p:nvPr>
        </p:nvSpPr>
        <p:spPr/>
        <p:txBody>
          <a:bodyPr/>
          <a:lstStyle/>
          <a:p>
            <a:r>
              <a:rPr lang="en-US"/>
              <a:t>Prof. Tim Wood &amp; Prof. Roozbeh Haghnazar</a:t>
            </a:r>
          </a:p>
        </p:txBody>
      </p:sp>
    </p:spTree>
    <p:extLst>
      <p:ext uri="{BB962C8B-B14F-4D97-AF65-F5344CB8AC3E}">
        <p14:creationId xmlns:p14="http://schemas.microsoft.com/office/powerpoint/2010/main" val="144365623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70982D-FC28-4A7A-946C-0EB7637C72FE}"/>
              </a:ext>
            </a:extLst>
          </p:cNvPr>
          <p:cNvSpPr>
            <a:spLocks noGrp="1"/>
          </p:cNvSpPr>
          <p:nvPr>
            <p:ph type="title"/>
          </p:nvPr>
        </p:nvSpPr>
        <p:spPr/>
        <p:txBody>
          <a:bodyPr/>
          <a:lstStyle/>
          <a:p>
            <a:r>
              <a:rPr lang="en-US"/>
              <a:t>Coordinating time?</a:t>
            </a:r>
          </a:p>
        </p:txBody>
      </p:sp>
      <p:sp>
        <p:nvSpPr>
          <p:cNvPr id="3" name="Content Placeholder 2">
            <a:extLst>
              <a:ext uri="{FF2B5EF4-FFF2-40B4-BE49-F238E27FC236}">
                <a16:creationId xmlns:a16="http://schemas.microsoft.com/office/drawing/2014/main" id="{155561EC-7D4E-4592-8C68-CCA44F15B689}"/>
              </a:ext>
            </a:extLst>
          </p:cNvPr>
          <p:cNvSpPr>
            <a:spLocks noGrp="1"/>
          </p:cNvSpPr>
          <p:nvPr>
            <p:ph idx="1"/>
          </p:nvPr>
        </p:nvSpPr>
        <p:spPr/>
        <p:txBody>
          <a:bodyPr/>
          <a:lstStyle/>
          <a:p>
            <a:r>
              <a:rPr lang="en-US" dirty="0"/>
              <a:t>How can we synchronize the clocks on two servers?</a:t>
            </a:r>
          </a:p>
          <a:p>
            <a:pPr lvl="1"/>
            <a:r>
              <a:rPr lang="en-US" dirty="0"/>
              <a:t>Physical</a:t>
            </a:r>
          </a:p>
          <a:p>
            <a:pPr lvl="1"/>
            <a:r>
              <a:rPr lang="en-US" dirty="0"/>
              <a:t>Logical</a:t>
            </a:r>
          </a:p>
          <a:p>
            <a:r>
              <a:rPr lang="en-US" dirty="0"/>
              <a:t>Clock Skew : the differences between the crystals speed</a:t>
            </a:r>
          </a:p>
          <a:p>
            <a:endParaRPr lang="en-US" dirty="0"/>
          </a:p>
        </p:txBody>
      </p:sp>
      <p:sp>
        <p:nvSpPr>
          <p:cNvPr id="4" name="Footer Placeholder 3">
            <a:extLst>
              <a:ext uri="{FF2B5EF4-FFF2-40B4-BE49-F238E27FC236}">
                <a16:creationId xmlns:a16="http://schemas.microsoft.com/office/drawing/2014/main" id="{63CD9E2E-0BCF-41A8-8A2B-D67E27FD5588}"/>
              </a:ext>
            </a:extLst>
          </p:cNvPr>
          <p:cNvSpPr>
            <a:spLocks noGrp="1"/>
          </p:cNvSpPr>
          <p:nvPr>
            <p:ph type="ftr" sz="quarter" idx="11"/>
          </p:nvPr>
        </p:nvSpPr>
        <p:spPr/>
        <p:txBody>
          <a:bodyPr/>
          <a:lstStyle/>
          <a:p>
            <a:r>
              <a:rPr lang="en-US"/>
              <a:t>Prof. Tim Wood &amp; Prof. Roozbeh Haghnazar</a:t>
            </a:r>
          </a:p>
        </p:txBody>
      </p:sp>
      <p:sp>
        <p:nvSpPr>
          <p:cNvPr id="6" name="Line">
            <a:extLst>
              <a:ext uri="{FF2B5EF4-FFF2-40B4-BE49-F238E27FC236}">
                <a16:creationId xmlns:a16="http://schemas.microsoft.com/office/drawing/2014/main" id="{E254F1C7-32B7-47D3-AFDA-C39D41630CCF}"/>
              </a:ext>
            </a:extLst>
          </p:cNvPr>
          <p:cNvSpPr/>
          <p:nvPr/>
        </p:nvSpPr>
        <p:spPr>
          <a:xfrm>
            <a:off x="1695222" y="5241032"/>
            <a:ext cx="9065311" cy="1"/>
          </a:xfrm>
          <a:prstGeom prst="line">
            <a:avLst/>
          </a:prstGeom>
          <a:ln w="25400">
            <a:solidFill>
              <a:srgbClr val="000000"/>
            </a:solidFill>
            <a:miter lim="400000"/>
            <a:tailEnd type="triangle"/>
          </a:ln>
        </p:spPr>
        <p:txBody>
          <a:bodyPr lIns="0" tIns="0" rIns="0" bIns="0"/>
          <a:lstStyle/>
          <a:p>
            <a:pPr>
              <a:defRPr sz="3200">
                <a:solidFill>
                  <a:srgbClr val="FFFFFF"/>
                </a:solidFill>
                <a:latin typeface="Helvetica Neue Light"/>
                <a:ea typeface="Helvetica Neue Light"/>
                <a:cs typeface="Helvetica Neue Light"/>
                <a:sym typeface="Helvetica Neue Light"/>
              </a:defRPr>
            </a:pPr>
            <a:endParaRPr/>
          </a:p>
        </p:txBody>
      </p:sp>
      <p:sp>
        <p:nvSpPr>
          <p:cNvPr id="8" name="Line">
            <a:extLst>
              <a:ext uri="{FF2B5EF4-FFF2-40B4-BE49-F238E27FC236}">
                <a16:creationId xmlns:a16="http://schemas.microsoft.com/office/drawing/2014/main" id="{BEA0FE30-5A0E-483E-ABF3-8D6703199770}"/>
              </a:ext>
            </a:extLst>
          </p:cNvPr>
          <p:cNvSpPr/>
          <p:nvPr/>
        </p:nvSpPr>
        <p:spPr>
          <a:xfrm>
            <a:off x="1695222" y="4323959"/>
            <a:ext cx="9065311" cy="1"/>
          </a:xfrm>
          <a:prstGeom prst="line">
            <a:avLst/>
          </a:prstGeom>
          <a:ln w="25400">
            <a:solidFill>
              <a:srgbClr val="000000"/>
            </a:solidFill>
            <a:miter lim="400000"/>
            <a:tailEnd type="triangle"/>
          </a:ln>
        </p:spPr>
        <p:txBody>
          <a:bodyPr lIns="0" tIns="0" rIns="0" bIns="0"/>
          <a:lstStyle/>
          <a:p>
            <a:pPr>
              <a:defRPr sz="3200">
                <a:solidFill>
                  <a:srgbClr val="FFFFFF"/>
                </a:solidFill>
                <a:latin typeface="Helvetica Neue Light"/>
                <a:ea typeface="Helvetica Neue Light"/>
                <a:cs typeface="Helvetica Neue Light"/>
                <a:sym typeface="Helvetica Neue Light"/>
              </a:defRPr>
            </a:pPr>
            <a:endParaRPr/>
          </a:p>
        </p:txBody>
      </p:sp>
      <p:sp>
        <p:nvSpPr>
          <p:cNvPr id="10" name="A">
            <a:extLst>
              <a:ext uri="{FF2B5EF4-FFF2-40B4-BE49-F238E27FC236}">
                <a16:creationId xmlns:a16="http://schemas.microsoft.com/office/drawing/2014/main" id="{0E3B1614-BE4C-48E0-A1FF-4B301F76B4F6}"/>
              </a:ext>
            </a:extLst>
          </p:cNvPr>
          <p:cNvSpPr txBox="1"/>
          <p:nvPr/>
        </p:nvSpPr>
        <p:spPr>
          <a:xfrm>
            <a:off x="1017572" y="3955659"/>
            <a:ext cx="470075" cy="736601"/>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none" lIns="50800" tIns="50800" rIns="50800" bIns="50800" anchor="ctr">
            <a:spAutoFit/>
          </a:bodyPr>
          <a:lstStyle/>
          <a:p>
            <a:r>
              <a:t>A</a:t>
            </a:r>
          </a:p>
        </p:txBody>
      </p:sp>
      <p:sp>
        <p:nvSpPr>
          <p:cNvPr id="12" name="B">
            <a:extLst>
              <a:ext uri="{FF2B5EF4-FFF2-40B4-BE49-F238E27FC236}">
                <a16:creationId xmlns:a16="http://schemas.microsoft.com/office/drawing/2014/main" id="{6D08A967-762C-4871-AEBF-A19EDC10385F}"/>
              </a:ext>
            </a:extLst>
          </p:cNvPr>
          <p:cNvSpPr txBox="1"/>
          <p:nvPr/>
        </p:nvSpPr>
        <p:spPr>
          <a:xfrm>
            <a:off x="1017572" y="4809232"/>
            <a:ext cx="470075" cy="736601"/>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none" lIns="50800" tIns="50800" rIns="50800" bIns="50800" anchor="ctr">
            <a:spAutoFit/>
          </a:bodyPr>
          <a:lstStyle/>
          <a:p>
            <a:r>
              <a:t>B</a:t>
            </a:r>
          </a:p>
        </p:txBody>
      </p:sp>
      <p:sp>
        <p:nvSpPr>
          <p:cNvPr id="14" name="clock: 8:01">
            <a:extLst>
              <a:ext uri="{FF2B5EF4-FFF2-40B4-BE49-F238E27FC236}">
                <a16:creationId xmlns:a16="http://schemas.microsoft.com/office/drawing/2014/main" id="{2996BC76-8D92-4E5D-AB69-35C6C29184CC}"/>
              </a:ext>
            </a:extLst>
          </p:cNvPr>
          <p:cNvSpPr txBox="1"/>
          <p:nvPr/>
        </p:nvSpPr>
        <p:spPr>
          <a:xfrm>
            <a:off x="1627284" y="5328920"/>
            <a:ext cx="2664099" cy="736601"/>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none" lIns="50800" tIns="50800" rIns="50800" bIns="50800" anchor="ctr">
            <a:spAutoFit/>
          </a:bodyPr>
          <a:lstStyle/>
          <a:p>
            <a:r>
              <a:t>clock: </a:t>
            </a:r>
            <a:r>
              <a:rPr i="1"/>
              <a:t>8:01</a:t>
            </a:r>
          </a:p>
        </p:txBody>
      </p:sp>
      <p:sp>
        <p:nvSpPr>
          <p:cNvPr id="16" name="clock: 8:03">
            <a:extLst>
              <a:ext uri="{FF2B5EF4-FFF2-40B4-BE49-F238E27FC236}">
                <a16:creationId xmlns:a16="http://schemas.microsoft.com/office/drawing/2014/main" id="{773FAF0A-029F-4809-8593-3EF8B336FDD8}"/>
              </a:ext>
            </a:extLst>
          </p:cNvPr>
          <p:cNvSpPr txBox="1"/>
          <p:nvPr/>
        </p:nvSpPr>
        <p:spPr>
          <a:xfrm>
            <a:off x="1627284" y="3556973"/>
            <a:ext cx="2664099" cy="736601"/>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none" lIns="50800" tIns="50800" rIns="50800" bIns="50800" anchor="ctr">
            <a:spAutoFit/>
          </a:bodyPr>
          <a:lstStyle/>
          <a:p>
            <a:r>
              <a:t>clock: </a:t>
            </a:r>
            <a:r>
              <a:rPr i="1"/>
              <a:t>8:03</a:t>
            </a:r>
          </a:p>
        </p:txBody>
      </p:sp>
    </p:spTree>
    <p:extLst>
      <p:ext uri="{BB962C8B-B14F-4D97-AF65-F5344CB8AC3E}">
        <p14:creationId xmlns:p14="http://schemas.microsoft.com/office/powerpoint/2010/main" val="354691718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70982D-FC28-4A7A-946C-0EB7637C72FE}"/>
              </a:ext>
            </a:extLst>
          </p:cNvPr>
          <p:cNvSpPr>
            <a:spLocks noGrp="1"/>
          </p:cNvSpPr>
          <p:nvPr>
            <p:ph type="title"/>
          </p:nvPr>
        </p:nvSpPr>
        <p:spPr/>
        <p:txBody>
          <a:bodyPr/>
          <a:lstStyle/>
          <a:p>
            <a:r>
              <a:rPr lang="en-US"/>
              <a:t>Physical clocks : Sundial</a:t>
            </a:r>
          </a:p>
        </p:txBody>
      </p:sp>
      <p:sp>
        <p:nvSpPr>
          <p:cNvPr id="3" name="Content Placeholder 2">
            <a:extLst>
              <a:ext uri="{FF2B5EF4-FFF2-40B4-BE49-F238E27FC236}">
                <a16:creationId xmlns:a16="http://schemas.microsoft.com/office/drawing/2014/main" id="{155561EC-7D4E-4592-8C68-CCA44F15B689}"/>
              </a:ext>
            </a:extLst>
          </p:cNvPr>
          <p:cNvSpPr>
            <a:spLocks noGrp="1"/>
          </p:cNvSpPr>
          <p:nvPr>
            <p:ph idx="1"/>
          </p:nvPr>
        </p:nvSpPr>
        <p:spPr/>
        <p:txBody>
          <a:bodyPr/>
          <a:lstStyle/>
          <a:p>
            <a:r>
              <a:rPr lang="en-US"/>
              <a:t>Sundial.</a:t>
            </a:r>
          </a:p>
          <a:p>
            <a:r>
              <a:rPr lang="en-US"/>
              <a:t>Solar Day varies due:</a:t>
            </a:r>
          </a:p>
          <a:p>
            <a:pPr lvl="1"/>
            <a:r>
              <a:rPr lang="en-US"/>
              <a:t>Core activities of earth</a:t>
            </a:r>
          </a:p>
          <a:p>
            <a:pPr lvl="1"/>
            <a:r>
              <a:rPr lang="en-US"/>
              <a:t>Rise &amp; Tide of oceans</a:t>
            </a:r>
          </a:p>
          <a:p>
            <a:pPr lvl="1"/>
            <a:r>
              <a:rPr lang="en-US"/>
              <a:t>Gravity</a:t>
            </a:r>
          </a:p>
          <a:p>
            <a:pPr lvl="1"/>
            <a:r>
              <a:rPr lang="en-US"/>
              <a:t>Orbit around the sun, not a perfect circle</a:t>
            </a:r>
          </a:p>
        </p:txBody>
      </p:sp>
      <p:sp>
        <p:nvSpPr>
          <p:cNvPr id="4" name="Footer Placeholder 3">
            <a:extLst>
              <a:ext uri="{FF2B5EF4-FFF2-40B4-BE49-F238E27FC236}">
                <a16:creationId xmlns:a16="http://schemas.microsoft.com/office/drawing/2014/main" id="{63CD9E2E-0BCF-41A8-8A2B-D67E27FD5588}"/>
              </a:ext>
            </a:extLst>
          </p:cNvPr>
          <p:cNvSpPr>
            <a:spLocks noGrp="1"/>
          </p:cNvSpPr>
          <p:nvPr>
            <p:ph type="ftr" sz="quarter" idx="11"/>
          </p:nvPr>
        </p:nvSpPr>
        <p:spPr/>
        <p:txBody>
          <a:bodyPr/>
          <a:lstStyle/>
          <a:p>
            <a:r>
              <a:rPr lang="en-US"/>
              <a:t>Prof. Tim Wood &amp; Prof. Roozbeh Haghnazar</a:t>
            </a:r>
          </a:p>
        </p:txBody>
      </p:sp>
    </p:spTree>
    <p:extLst>
      <p:ext uri="{BB962C8B-B14F-4D97-AF65-F5344CB8AC3E}">
        <p14:creationId xmlns:p14="http://schemas.microsoft.com/office/powerpoint/2010/main" val="425077665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70982D-FC28-4A7A-946C-0EB7637C72FE}"/>
              </a:ext>
            </a:extLst>
          </p:cNvPr>
          <p:cNvSpPr>
            <a:spLocks noGrp="1"/>
          </p:cNvSpPr>
          <p:nvPr>
            <p:ph type="title"/>
          </p:nvPr>
        </p:nvSpPr>
        <p:spPr/>
        <p:txBody>
          <a:bodyPr/>
          <a:lstStyle/>
          <a:p>
            <a:r>
              <a:rPr lang="en-US"/>
              <a:t>Physical clocks : Atomic Clock</a:t>
            </a:r>
          </a:p>
        </p:txBody>
      </p:sp>
      <p:sp>
        <p:nvSpPr>
          <p:cNvPr id="3" name="Content Placeholder 2">
            <a:extLst>
              <a:ext uri="{FF2B5EF4-FFF2-40B4-BE49-F238E27FC236}">
                <a16:creationId xmlns:a16="http://schemas.microsoft.com/office/drawing/2014/main" id="{155561EC-7D4E-4592-8C68-CCA44F15B689}"/>
              </a:ext>
            </a:extLst>
          </p:cNvPr>
          <p:cNvSpPr>
            <a:spLocks noGrp="1"/>
          </p:cNvSpPr>
          <p:nvPr>
            <p:ph idx="1"/>
          </p:nvPr>
        </p:nvSpPr>
        <p:spPr/>
        <p:txBody>
          <a:bodyPr/>
          <a:lstStyle/>
          <a:p>
            <a:r>
              <a:rPr lang="en-US" dirty="0"/>
              <a:t>Accurate time regardless of earth movement and gravity</a:t>
            </a:r>
          </a:p>
          <a:p>
            <a:r>
              <a:rPr lang="en-US" dirty="0"/>
              <a:t>Since 1968, the International System of Units (SI) has defined the second as the duration of 9,192,631,770 cycles of radiation corresponding to the transition between two energy levels of the ground state of the caesium-133 atom. In 1997, the International Committee for Weights and Measures (CIPM) added that the preceding definition refers to a </a:t>
            </a:r>
            <a:r>
              <a:rPr lang="en-US" dirty="0" err="1"/>
              <a:t>Caesium</a:t>
            </a:r>
            <a:r>
              <a:rPr lang="en-US" dirty="0"/>
              <a:t> atom at rest at a temperature of absolute zero.</a:t>
            </a:r>
          </a:p>
          <a:p>
            <a:r>
              <a:rPr lang="en-US" dirty="0"/>
              <a:t>UTC sends pulses for the </a:t>
            </a:r>
            <a:r>
              <a:rPr lang="en-US" b="1" i="1" dirty="0" err="1"/>
              <a:t>wwv</a:t>
            </a:r>
            <a:r>
              <a:rPr lang="en-US" b="1" i="1" dirty="0"/>
              <a:t> receiver</a:t>
            </a:r>
          </a:p>
        </p:txBody>
      </p:sp>
      <p:sp>
        <p:nvSpPr>
          <p:cNvPr id="4" name="Footer Placeholder 3">
            <a:extLst>
              <a:ext uri="{FF2B5EF4-FFF2-40B4-BE49-F238E27FC236}">
                <a16:creationId xmlns:a16="http://schemas.microsoft.com/office/drawing/2014/main" id="{63CD9E2E-0BCF-41A8-8A2B-D67E27FD5588}"/>
              </a:ext>
            </a:extLst>
          </p:cNvPr>
          <p:cNvSpPr>
            <a:spLocks noGrp="1"/>
          </p:cNvSpPr>
          <p:nvPr>
            <p:ph type="ftr" sz="quarter" idx="11"/>
          </p:nvPr>
        </p:nvSpPr>
        <p:spPr/>
        <p:txBody>
          <a:bodyPr/>
          <a:lstStyle/>
          <a:p>
            <a:r>
              <a:rPr lang="en-US"/>
              <a:t>Prof. Tim Wood &amp; Prof. Roozbeh Haghnazar</a:t>
            </a:r>
          </a:p>
        </p:txBody>
      </p:sp>
    </p:spTree>
    <p:extLst>
      <p:ext uri="{BB962C8B-B14F-4D97-AF65-F5344CB8AC3E}">
        <p14:creationId xmlns:p14="http://schemas.microsoft.com/office/powerpoint/2010/main" val="335593565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B63981-8D4B-4185-B862-B12D2E529BF3}"/>
              </a:ext>
            </a:extLst>
          </p:cNvPr>
          <p:cNvSpPr>
            <a:spLocks noGrp="1"/>
          </p:cNvSpPr>
          <p:nvPr>
            <p:ph type="title"/>
          </p:nvPr>
        </p:nvSpPr>
        <p:spPr>
          <a:xfrm>
            <a:off x="3870158" y="485189"/>
            <a:ext cx="8610600" cy="1293028"/>
          </a:xfrm>
        </p:spPr>
        <p:txBody>
          <a:bodyPr/>
          <a:lstStyle/>
          <a:p>
            <a:r>
              <a:rPr lang="en-US" sz="4400"/>
              <a:t>NTP Stratum Model</a:t>
            </a:r>
            <a:endParaRPr lang="en-US"/>
          </a:p>
        </p:txBody>
      </p:sp>
      <p:sp>
        <p:nvSpPr>
          <p:cNvPr id="4" name="Footer Placeholder 3">
            <a:extLst>
              <a:ext uri="{FF2B5EF4-FFF2-40B4-BE49-F238E27FC236}">
                <a16:creationId xmlns:a16="http://schemas.microsoft.com/office/drawing/2014/main" id="{C7B6900C-F2C0-4C48-958D-21D376412CFA}"/>
              </a:ext>
            </a:extLst>
          </p:cNvPr>
          <p:cNvSpPr>
            <a:spLocks noGrp="1"/>
          </p:cNvSpPr>
          <p:nvPr>
            <p:ph type="ftr" sz="quarter" idx="11"/>
          </p:nvPr>
        </p:nvSpPr>
        <p:spPr/>
        <p:txBody>
          <a:bodyPr/>
          <a:lstStyle/>
          <a:p>
            <a:r>
              <a:rPr lang="en-US"/>
              <a:t>Prof. Tim Wood &amp; Prof. Roozbeh Haghnazar</a:t>
            </a:r>
          </a:p>
        </p:txBody>
      </p:sp>
      <p:pic>
        <p:nvPicPr>
          <p:cNvPr id="6" name="Picture 2" descr="Image result for stratum ntp server">
            <a:extLst>
              <a:ext uri="{FF2B5EF4-FFF2-40B4-BE49-F238E27FC236}">
                <a16:creationId xmlns:a16="http://schemas.microsoft.com/office/drawing/2014/main" id="{3E076636-6F8D-471B-9101-935294A0AFC7}"/>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tretch>
            <a:fillRect/>
          </a:stretch>
        </p:blipFill>
        <p:spPr bwMode="auto">
          <a:xfrm>
            <a:off x="6096000" y="2836730"/>
            <a:ext cx="5421229" cy="3087820"/>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6" descr="Image result for stratum ntp server">
            <a:extLst>
              <a:ext uri="{FF2B5EF4-FFF2-40B4-BE49-F238E27FC236}">
                <a16:creationId xmlns:a16="http://schemas.microsoft.com/office/drawing/2014/main" id="{EF2959C5-AC50-41D0-87FE-1453D864F71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95538" y="2836730"/>
            <a:ext cx="4894236" cy="2724150"/>
          </a:xfrm>
          <a:prstGeom prst="rect">
            <a:avLst/>
          </a:prstGeom>
          <a:noFill/>
          <a:extLst>
            <a:ext uri="{909E8E84-426E-40DD-AFC4-6F175D3DCCD1}">
              <a14:hiddenFill xmlns:a14="http://schemas.microsoft.com/office/drawing/2010/main">
                <a:solidFill>
                  <a:srgbClr val="FFFFFF"/>
                </a:solidFill>
              </a14:hiddenFill>
            </a:ext>
          </a:extLst>
        </p:spPr>
      </p:pic>
      <p:sp>
        <p:nvSpPr>
          <p:cNvPr id="10" name="TextBox 9">
            <a:extLst>
              <a:ext uri="{FF2B5EF4-FFF2-40B4-BE49-F238E27FC236}">
                <a16:creationId xmlns:a16="http://schemas.microsoft.com/office/drawing/2014/main" id="{CD0A0238-AC58-4926-9401-AFDE4FA389E8}"/>
              </a:ext>
            </a:extLst>
          </p:cNvPr>
          <p:cNvSpPr txBox="1"/>
          <p:nvPr/>
        </p:nvSpPr>
        <p:spPr>
          <a:xfrm>
            <a:off x="845218" y="1728650"/>
            <a:ext cx="10476498" cy="646331"/>
          </a:xfrm>
          <a:prstGeom prst="rect">
            <a:avLst/>
          </a:prstGeom>
          <a:noFill/>
        </p:spPr>
        <p:txBody>
          <a:bodyPr wrap="square">
            <a:spAutoFit/>
          </a:bodyPr>
          <a:lstStyle/>
          <a:p>
            <a:r>
              <a:rPr lang="en-US"/>
              <a:t>The NTP Stratum model is a representation of the hierarchy of time servers in an NTP network, where the Stratum level (0-15) indicates the device's distance to the reference clock.</a:t>
            </a:r>
          </a:p>
        </p:txBody>
      </p:sp>
    </p:spTree>
    <p:extLst>
      <p:ext uri="{BB962C8B-B14F-4D97-AF65-F5344CB8AC3E}">
        <p14:creationId xmlns:p14="http://schemas.microsoft.com/office/powerpoint/2010/main" val="276820135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CEA8C8-22A1-44AA-947D-0A005889197E}"/>
              </a:ext>
            </a:extLst>
          </p:cNvPr>
          <p:cNvSpPr>
            <a:spLocks noGrp="1"/>
          </p:cNvSpPr>
          <p:nvPr>
            <p:ph type="title"/>
          </p:nvPr>
        </p:nvSpPr>
        <p:spPr/>
        <p:txBody>
          <a:bodyPr/>
          <a:lstStyle/>
          <a:p>
            <a:r>
              <a:rPr lang="en-US"/>
              <a:t>Cristian’s Algorithm</a:t>
            </a:r>
          </a:p>
        </p:txBody>
      </p:sp>
      <p:sp>
        <p:nvSpPr>
          <p:cNvPr id="3" name="Content Placeholder 2">
            <a:extLst>
              <a:ext uri="{FF2B5EF4-FFF2-40B4-BE49-F238E27FC236}">
                <a16:creationId xmlns:a16="http://schemas.microsoft.com/office/drawing/2014/main" id="{1CAA39B5-4BF6-4318-823C-5BEA4DB18A4C}"/>
              </a:ext>
            </a:extLst>
          </p:cNvPr>
          <p:cNvSpPr>
            <a:spLocks noGrp="1"/>
          </p:cNvSpPr>
          <p:nvPr>
            <p:ph idx="1"/>
          </p:nvPr>
        </p:nvSpPr>
        <p:spPr/>
        <p:txBody>
          <a:bodyPr>
            <a:normAutofit fontScale="85000" lnSpcReduction="20000"/>
          </a:bodyPr>
          <a:lstStyle/>
          <a:p>
            <a:r>
              <a:rPr lang="en-US"/>
              <a:t>Easy way to synchronize clock with a time server</a:t>
            </a:r>
          </a:p>
          <a:p>
            <a:endParaRPr lang="en-US"/>
          </a:p>
          <a:p>
            <a:endParaRPr lang="en-US"/>
          </a:p>
          <a:p>
            <a:endParaRPr lang="en-US"/>
          </a:p>
          <a:p>
            <a:endParaRPr lang="en-US"/>
          </a:p>
          <a:p>
            <a:endParaRPr lang="en-US"/>
          </a:p>
          <a:p>
            <a:endParaRPr lang="en-US"/>
          </a:p>
          <a:p>
            <a:endParaRPr lang="en-US"/>
          </a:p>
          <a:p>
            <a:endParaRPr lang="en-US"/>
          </a:p>
          <a:p>
            <a:r>
              <a:rPr lang="en-US"/>
              <a:t>Client sends a clock request to server</a:t>
            </a:r>
          </a:p>
          <a:p>
            <a:r>
              <a:rPr lang="en-US"/>
              <a:t>Measures the round trip time</a:t>
            </a:r>
          </a:p>
          <a:p>
            <a:r>
              <a:rPr lang="en-US"/>
              <a:t>Set clock to t + 1/2*RTT   (8:01.505)</a:t>
            </a:r>
          </a:p>
        </p:txBody>
      </p:sp>
      <p:sp>
        <p:nvSpPr>
          <p:cNvPr id="4" name="Footer Placeholder 3">
            <a:extLst>
              <a:ext uri="{FF2B5EF4-FFF2-40B4-BE49-F238E27FC236}">
                <a16:creationId xmlns:a16="http://schemas.microsoft.com/office/drawing/2014/main" id="{D8F7A1FA-5894-4785-967C-164B04197CF9}"/>
              </a:ext>
            </a:extLst>
          </p:cNvPr>
          <p:cNvSpPr>
            <a:spLocks noGrp="1"/>
          </p:cNvSpPr>
          <p:nvPr>
            <p:ph type="ftr" sz="quarter" idx="11"/>
          </p:nvPr>
        </p:nvSpPr>
        <p:spPr/>
        <p:txBody>
          <a:bodyPr/>
          <a:lstStyle/>
          <a:p>
            <a:r>
              <a:rPr lang="en-US"/>
              <a:t>Prof. Tim Wood &amp; Prof. Roozbeh Haghnazar</a:t>
            </a:r>
          </a:p>
        </p:txBody>
      </p:sp>
      <p:sp>
        <p:nvSpPr>
          <p:cNvPr id="6" name="Line">
            <a:extLst>
              <a:ext uri="{FF2B5EF4-FFF2-40B4-BE49-F238E27FC236}">
                <a16:creationId xmlns:a16="http://schemas.microsoft.com/office/drawing/2014/main" id="{19622BBA-392D-426A-A960-FCA759D9FB3F}"/>
              </a:ext>
            </a:extLst>
          </p:cNvPr>
          <p:cNvSpPr/>
          <p:nvPr/>
        </p:nvSpPr>
        <p:spPr>
          <a:xfrm>
            <a:off x="1695222" y="4630343"/>
            <a:ext cx="9065311" cy="1"/>
          </a:xfrm>
          <a:prstGeom prst="line">
            <a:avLst/>
          </a:prstGeom>
          <a:ln w="25400">
            <a:solidFill>
              <a:srgbClr val="000000"/>
            </a:solidFill>
            <a:miter lim="400000"/>
            <a:tailEnd type="triangle"/>
          </a:ln>
        </p:spPr>
        <p:txBody>
          <a:bodyPr lIns="0" tIns="0" rIns="0" bIns="0"/>
          <a:lstStyle/>
          <a:p>
            <a:pPr>
              <a:defRPr sz="3200">
                <a:solidFill>
                  <a:srgbClr val="FFFFFF"/>
                </a:solidFill>
                <a:latin typeface="Helvetica Neue Light"/>
                <a:ea typeface="Helvetica Neue Light"/>
                <a:cs typeface="Helvetica Neue Light"/>
                <a:sym typeface="Helvetica Neue Light"/>
              </a:defRPr>
            </a:pPr>
            <a:endParaRPr/>
          </a:p>
        </p:txBody>
      </p:sp>
      <p:sp>
        <p:nvSpPr>
          <p:cNvPr id="8" name="Line">
            <a:extLst>
              <a:ext uri="{FF2B5EF4-FFF2-40B4-BE49-F238E27FC236}">
                <a16:creationId xmlns:a16="http://schemas.microsoft.com/office/drawing/2014/main" id="{0F3ECB9B-2169-449B-A7A7-1B05E3B9E6FD}"/>
              </a:ext>
            </a:extLst>
          </p:cNvPr>
          <p:cNvSpPr/>
          <p:nvPr/>
        </p:nvSpPr>
        <p:spPr>
          <a:xfrm>
            <a:off x="1695222" y="2979343"/>
            <a:ext cx="9065311" cy="1"/>
          </a:xfrm>
          <a:prstGeom prst="line">
            <a:avLst/>
          </a:prstGeom>
          <a:ln w="25400">
            <a:solidFill>
              <a:srgbClr val="000000"/>
            </a:solidFill>
            <a:miter lim="400000"/>
            <a:tailEnd type="triangle"/>
          </a:ln>
        </p:spPr>
        <p:txBody>
          <a:bodyPr lIns="0" tIns="0" rIns="0" bIns="0"/>
          <a:lstStyle/>
          <a:p>
            <a:pPr>
              <a:defRPr sz="3200">
                <a:solidFill>
                  <a:srgbClr val="FFFFFF"/>
                </a:solidFill>
                <a:latin typeface="Helvetica Neue Light"/>
                <a:ea typeface="Helvetica Neue Light"/>
                <a:cs typeface="Helvetica Neue Light"/>
                <a:sym typeface="Helvetica Neue Light"/>
              </a:defRPr>
            </a:pPr>
            <a:endParaRPr/>
          </a:p>
        </p:txBody>
      </p:sp>
      <p:sp>
        <p:nvSpPr>
          <p:cNvPr id="10" name="A">
            <a:extLst>
              <a:ext uri="{FF2B5EF4-FFF2-40B4-BE49-F238E27FC236}">
                <a16:creationId xmlns:a16="http://schemas.microsoft.com/office/drawing/2014/main" id="{41867359-E896-4867-A09D-7778D838655D}"/>
              </a:ext>
            </a:extLst>
          </p:cNvPr>
          <p:cNvSpPr txBox="1"/>
          <p:nvPr/>
        </p:nvSpPr>
        <p:spPr>
          <a:xfrm>
            <a:off x="1017572" y="2611043"/>
            <a:ext cx="470075" cy="736601"/>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none" lIns="50800" tIns="50800" rIns="50800" bIns="50800" anchor="ctr">
            <a:spAutoFit/>
          </a:bodyPr>
          <a:lstStyle/>
          <a:p>
            <a:r>
              <a:t>A</a:t>
            </a:r>
          </a:p>
        </p:txBody>
      </p:sp>
      <p:sp>
        <p:nvSpPr>
          <p:cNvPr id="12" name="B">
            <a:extLst>
              <a:ext uri="{FF2B5EF4-FFF2-40B4-BE49-F238E27FC236}">
                <a16:creationId xmlns:a16="http://schemas.microsoft.com/office/drawing/2014/main" id="{A1699E1D-414B-4963-AFBA-3236E74F99AB}"/>
              </a:ext>
            </a:extLst>
          </p:cNvPr>
          <p:cNvSpPr txBox="1"/>
          <p:nvPr/>
        </p:nvSpPr>
        <p:spPr>
          <a:xfrm>
            <a:off x="1017572" y="4198543"/>
            <a:ext cx="470075" cy="736601"/>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none" lIns="50800" tIns="50800" rIns="50800" bIns="50800" anchor="ctr">
            <a:spAutoFit/>
          </a:bodyPr>
          <a:lstStyle/>
          <a:p>
            <a:r>
              <a:t>B</a:t>
            </a:r>
          </a:p>
        </p:txBody>
      </p:sp>
      <p:sp>
        <p:nvSpPr>
          <p:cNvPr id="14" name="Line">
            <a:extLst>
              <a:ext uri="{FF2B5EF4-FFF2-40B4-BE49-F238E27FC236}">
                <a16:creationId xmlns:a16="http://schemas.microsoft.com/office/drawing/2014/main" id="{D1E0DF68-EEE5-4194-89EB-B71A08AE6142}"/>
              </a:ext>
            </a:extLst>
          </p:cNvPr>
          <p:cNvSpPr/>
          <p:nvPr/>
        </p:nvSpPr>
        <p:spPr>
          <a:xfrm>
            <a:off x="3572631" y="2941139"/>
            <a:ext cx="1715384" cy="1715383"/>
          </a:xfrm>
          <a:prstGeom prst="line">
            <a:avLst/>
          </a:prstGeom>
          <a:ln w="38100">
            <a:solidFill>
              <a:srgbClr val="000000"/>
            </a:solidFill>
            <a:miter lim="400000"/>
            <a:headEnd type="oval"/>
            <a:tailEnd type="triangle"/>
          </a:ln>
        </p:spPr>
        <p:txBody>
          <a:bodyPr lIns="0" tIns="0" rIns="0" bIns="0"/>
          <a:lstStyle/>
          <a:p>
            <a:pPr>
              <a:defRPr sz="3200">
                <a:solidFill>
                  <a:srgbClr val="FFFFFF"/>
                </a:solidFill>
                <a:latin typeface="Helvetica Neue Light"/>
                <a:ea typeface="Helvetica Neue Light"/>
                <a:cs typeface="Helvetica Neue Light"/>
                <a:sym typeface="Helvetica Neue Light"/>
              </a:defRPr>
            </a:pPr>
            <a:endParaRPr/>
          </a:p>
        </p:txBody>
      </p:sp>
      <p:sp>
        <p:nvSpPr>
          <p:cNvPr id="16" name="Line">
            <a:extLst>
              <a:ext uri="{FF2B5EF4-FFF2-40B4-BE49-F238E27FC236}">
                <a16:creationId xmlns:a16="http://schemas.microsoft.com/office/drawing/2014/main" id="{3D790888-B390-4C1E-BAAC-A2CC9487875F}"/>
              </a:ext>
            </a:extLst>
          </p:cNvPr>
          <p:cNvSpPr/>
          <p:nvPr/>
        </p:nvSpPr>
        <p:spPr>
          <a:xfrm flipV="1">
            <a:off x="5638180" y="3058590"/>
            <a:ext cx="1789008" cy="1550307"/>
          </a:xfrm>
          <a:prstGeom prst="line">
            <a:avLst/>
          </a:prstGeom>
          <a:ln w="38100">
            <a:solidFill>
              <a:srgbClr val="000000"/>
            </a:solidFill>
            <a:miter lim="400000"/>
            <a:headEnd type="oval"/>
            <a:tailEnd type="triangle"/>
          </a:ln>
        </p:spPr>
        <p:txBody>
          <a:bodyPr lIns="0" tIns="0" rIns="0" bIns="0"/>
          <a:lstStyle/>
          <a:p>
            <a:pPr>
              <a:defRPr sz="3200">
                <a:solidFill>
                  <a:srgbClr val="FFFFFF"/>
                </a:solidFill>
                <a:latin typeface="Helvetica Neue Light"/>
                <a:ea typeface="Helvetica Neue Light"/>
                <a:cs typeface="Helvetica Neue Light"/>
                <a:sym typeface="Helvetica Neue Light"/>
              </a:defRPr>
            </a:pPr>
            <a:endParaRPr/>
          </a:p>
        </p:txBody>
      </p:sp>
      <p:sp>
        <p:nvSpPr>
          <p:cNvPr id="18" name="clock t = 8:01.500">
            <a:extLst>
              <a:ext uri="{FF2B5EF4-FFF2-40B4-BE49-F238E27FC236}">
                <a16:creationId xmlns:a16="http://schemas.microsoft.com/office/drawing/2014/main" id="{10881D1B-9A95-4899-8484-B7844CE587D0}"/>
              </a:ext>
            </a:extLst>
          </p:cNvPr>
          <p:cNvSpPr txBox="1"/>
          <p:nvPr/>
        </p:nvSpPr>
        <p:spPr>
          <a:xfrm>
            <a:off x="4470409" y="4629791"/>
            <a:ext cx="2042226" cy="379591"/>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none" lIns="50800" tIns="50800" rIns="50800" bIns="50800" anchor="ctr">
            <a:spAutoFit/>
          </a:bodyPr>
          <a:lstStyle/>
          <a:p>
            <a:r>
              <a:rPr b="1"/>
              <a:t>clock t = </a:t>
            </a:r>
            <a:r>
              <a:rPr b="1" i="1"/>
              <a:t>8:01.500</a:t>
            </a:r>
          </a:p>
        </p:txBody>
      </p:sp>
      <p:sp>
        <p:nvSpPr>
          <p:cNvPr id="20" name="Line">
            <a:extLst>
              <a:ext uri="{FF2B5EF4-FFF2-40B4-BE49-F238E27FC236}">
                <a16:creationId xmlns:a16="http://schemas.microsoft.com/office/drawing/2014/main" id="{5737A93C-4BBC-48CB-AF20-FE846652331A}"/>
              </a:ext>
            </a:extLst>
          </p:cNvPr>
          <p:cNvSpPr/>
          <p:nvPr/>
        </p:nvSpPr>
        <p:spPr>
          <a:xfrm>
            <a:off x="3635421" y="2816277"/>
            <a:ext cx="3702250" cy="1"/>
          </a:xfrm>
          <a:prstGeom prst="line">
            <a:avLst/>
          </a:prstGeom>
          <a:ln w="38100">
            <a:solidFill>
              <a:srgbClr val="000000"/>
            </a:solidFill>
            <a:miter lim="400000"/>
            <a:headEnd type="triangle" len="sm"/>
            <a:tailEnd type="triangle" len="sm"/>
          </a:ln>
        </p:spPr>
        <p:txBody>
          <a:bodyPr lIns="0" tIns="0" rIns="0" bIns="0"/>
          <a:lstStyle/>
          <a:p>
            <a:pPr>
              <a:defRPr sz="3200">
                <a:solidFill>
                  <a:srgbClr val="FFFFFF"/>
                </a:solidFill>
                <a:latin typeface="Helvetica Neue Light"/>
                <a:ea typeface="Helvetica Neue Light"/>
                <a:cs typeface="Helvetica Neue Light"/>
                <a:sym typeface="Helvetica Neue Light"/>
              </a:defRPr>
            </a:pPr>
            <a:endParaRPr/>
          </a:p>
        </p:txBody>
      </p:sp>
      <p:sp>
        <p:nvSpPr>
          <p:cNvPr id="22" name="0.010 sec">
            <a:extLst>
              <a:ext uri="{FF2B5EF4-FFF2-40B4-BE49-F238E27FC236}">
                <a16:creationId xmlns:a16="http://schemas.microsoft.com/office/drawing/2014/main" id="{B63BBB9C-018E-451F-AF46-E0E4F526B4F8}"/>
              </a:ext>
            </a:extLst>
          </p:cNvPr>
          <p:cNvSpPr txBox="1"/>
          <p:nvPr/>
        </p:nvSpPr>
        <p:spPr>
          <a:xfrm>
            <a:off x="4882325" y="2443728"/>
            <a:ext cx="1146148" cy="379591"/>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none" lIns="50800" tIns="50800" rIns="50800" bIns="50800" anchor="ctr">
            <a:spAutoFit/>
          </a:bodyPr>
          <a:lstStyle>
            <a:lvl1pPr>
              <a:defRPr i="1"/>
            </a:lvl1pPr>
          </a:lstStyle>
          <a:p>
            <a:r>
              <a:rPr b="1"/>
              <a:t>0.010 sec</a:t>
            </a:r>
          </a:p>
        </p:txBody>
      </p:sp>
    </p:spTree>
    <p:extLst>
      <p:ext uri="{BB962C8B-B14F-4D97-AF65-F5344CB8AC3E}">
        <p14:creationId xmlns:p14="http://schemas.microsoft.com/office/powerpoint/2010/main" val="354448898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16BB67-347F-4C3A-80AE-182313DB45D3}"/>
              </a:ext>
            </a:extLst>
          </p:cNvPr>
          <p:cNvSpPr>
            <a:spLocks noGrp="1"/>
          </p:cNvSpPr>
          <p:nvPr>
            <p:ph type="title"/>
          </p:nvPr>
        </p:nvSpPr>
        <p:spPr/>
        <p:txBody>
          <a:bodyPr/>
          <a:lstStyle/>
          <a:p>
            <a:r>
              <a:rPr lang="en-US"/>
              <a:t>Cristian’s Algorithm</a:t>
            </a:r>
          </a:p>
        </p:txBody>
      </p:sp>
      <p:sp>
        <p:nvSpPr>
          <p:cNvPr id="3" name="Content Placeholder 2">
            <a:extLst>
              <a:ext uri="{FF2B5EF4-FFF2-40B4-BE49-F238E27FC236}">
                <a16:creationId xmlns:a16="http://schemas.microsoft.com/office/drawing/2014/main" id="{969E6F50-3BE6-4C06-B28B-87297929280B}"/>
              </a:ext>
            </a:extLst>
          </p:cNvPr>
          <p:cNvSpPr>
            <a:spLocks noGrp="1"/>
          </p:cNvSpPr>
          <p:nvPr>
            <p:ph idx="1"/>
          </p:nvPr>
        </p:nvSpPr>
        <p:spPr/>
        <p:txBody>
          <a:bodyPr/>
          <a:lstStyle/>
          <a:p>
            <a:r>
              <a:rPr lang="en-US"/>
              <a:t>What will affect accuracy?</a:t>
            </a:r>
          </a:p>
          <a:p>
            <a:endParaRPr lang="en-US"/>
          </a:p>
        </p:txBody>
      </p:sp>
      <p:sp>
        <p:nvSpPr>
          <p:cNvPr id="4" name="Footer Placeholder 3">
            <a:extLst>
              <a:ext uri="{FF2B5EF4-FFF2-40B4-BE49-F238E27FC236}">
                <a16:creationId xmlns:a16="http://schemas.microsoft.com/office/drawing/2014/main" id="{3E671575-2461-4E39-AD27-BD5A66E9F09B}"/>
              </a:ext>
            </a:extLst>
          </p:cNvPr>
          <p:cNvSpPr>
            <a:spLocks noGrp="1"/>
          </p:cNvSpPr>
          <p:nvPr>
            <p:ph type="ftr" sz="quarter" idx="11"/>
          </p:nvPr>
        </p:nvSpPr>
        <p:spPr/>
        <p:txBody>
          <a:bodyPr/>
          <a:lstStyle/>
          <a:p>
            <a:r>
              <a:rPr lang="en-US"/>
              <a:t>Prof. Tim Wood &amp; Prof. Roozbeh Haghnazar</a:t>
            </a:r>
          </a:p>
        </p:txBody>
      </p:sp>
      <p:grpSp>
        <p:nvGrpSpPr>
          <p:cNvPr id="68" name="Group 67">
            <a:extLst>
              <a:ext uri="{FF2B5EF4-FFF2-40B4-BE49-F238E27FC236}">
                <a16:creationId xmlns:a16="http://schemas.microsoft.com/office/drawing/2014/main" id="{D10E3D86-3BAC-4DF8-A962-EA914856D9B1}"/>
              </a:ext>
            </a:extLst>
          </p:cNvPr>
          <p:cNvGrpSpPr/>
          <p:nvPr/>
        </p:nvGrpSpPr>
        <p:grpSpPr>
          <a:xfrm>
            <a:off x="3199865" y="2768684"/>
            <a:ext cx="7592418" cy="6536177"/>
            <a:chOff x="1082722" y="2235771"/>
            <a:chExt cx="10762712" cy="6536177"/>
          </a:xfrm>
        </p:grpSpPr>
        <p:sp>
          <p:nvSpPr>
            <p:cNvPr id="47" name="Line">
              <a:extLst>
                <a:ext uri="{FF2B5EF4-FFF2-40B4-BE49-F238E27FC236}">
                  <a16:creationId xmlns:a16="http://schemas.microsoft.com/office/drawing/2014/main" id="{FFD2A1B0-A4CA-476C-AA9B-895DEF87D3CC}"/>
                </a:ext>
              </a:extLst>
            </p:cNvPr>
            <p:cNvSpPr/>
            <p:nvPr/>
          </p:nvSpPr>
          <p:spPr>
            <a:xfrm>
              <a:off x="1743093" y="5080143"/>
              <a:ext cx="9065310" cy="1"/>
            </a:xfrm>
            <a:prstGeom prst="line">
              <a:avLst/>
            </a:prstGeom>
            <a:ln w="25400">
              <a:solidFill>
                <a:srgbClr val="000000"/>
              </a:solidFill>
              <a:miter lim="400000"/>
              <a:tailEnd type="triangle"/>
            </a:ln>
          </p:spPr>
          <p:txBody>
            <a:bodyPr lIns="0" tIns="0" rIns="0" bIns="0"/>
            <a:lstStyle/>
            <a:p>
              <a:pPr algn="ctr" defTabSz="584200" hangingPunct="0">
                <a:defRPr sz="3200">
                  <a:solidFill>
                    <a:srgbClr val="FFFFFF"/>
                  </a:solidFill>
                  <a:latin typeface="Helvetica Neue Light"/>
                  <a:ea typeface="Helvetica Neue Light"/>
                  <a:cs typeface="Helvetica Neue Light"/>
                  <a:sym typeface="Helvetica Neue Light"/>
                </a:defRPr>
              </a:pPr>
              <a:endParaRPr sz="2000" kern="0">
                <a:solidFill>
                  <a:srgbClr val="FFFFFF"/>
                </a:solidFill>
                <a:latin typeface="Helvetica Neue Light"/>
                <a:ea typeface="Helvetica Neue Light"/>
                <a:cs typeface="Helvetica Neue Light"/>
                <a:sym typeface="Helvetica Neue Light"/>
              </a:endParaRPr>
            </a:p>
          </p:txBody>
        </p:sp>
        <p:sp>
          <p:nvSpPr>
            <p:cNvPr id="48" name="Line">
              <a:extLst>
                <a:ext uri="{FF2B5EF4-FFF2-40B4-BE49-F238E27FC236}">
                  <a16:creationId xmlns:a16="http://schemas.microsoft.com/office/drawing/2014/main" id="{3264854B-37CE-453B-9A25-931BE4AC60A4}"/>
                </a:ext>
              </a:extLst>
            </p:cNvPr>
            <p:cNvSpPr/>
            <p:nvPr/>
          </p:nvSpPr>
          <p:spPr>
            <a:xfrm>
              <a:off x="1743093" y="3429143"/>
              <a:ext cx="9065310" cy="1"/>
            </a:xfrm>
            <a:prstGeom prst="line">
              <a:avLst/>
            </a:prstGeom>
            <a:ln w="25400">
              <a:solidFill>
                <a:srgbClr val="000000"/>
              </a:solidFill>
              <a:miter lim="400000"/>
              <a:tailEnd type="triangle"/>
            </a:ln>
          </p:spPr>
          <p:txBody>
            <a:bodyPr lIns="0" tIns="0" rIns="0" bIns="0"/>
            <a:lstStyle/>
            <a:p>
              <a:pPr algn="ctr" defTabSz="584200" hangingPunct="0">
                <a:defRPr sz="3200">
                  <a:solidFill>
                    <a:srgbClr val="FFFFFF"/>
                  </a:solidFill>
                  <a:latin typeface="Helvetica Neue Light"/>
                  <a:ea typeface="Helvetica Neue Light"/>
                  <a:cs typeface="Helvetica Neue Light"/>
                  <a:sym typeface="Helvetica Neue Light"/>
                </a:defRPr>
              </a:pPr>
              <a:endParaRPr sz="2000" kern="0">
                <a:solidFill>
                  <a:srgbClr val="FFFFFF"/>
                </a:solidFill>
                <a:latin typeface="Helvetica Neue Light"/>
                <a:ea typeface="Helvetica Neue Light"/>
                <a:cs typeface="Helvetica Neue Light"/>
                <a:sym typeface="Helvetica Neue Light"/>
              </a:endParaRPr>
            </a:p>
          </p:txBody>
        </p:sp>
        <p:sp>
          <p:nvSpPr>
            <p:cNvPr id="49" name="A">
              <a:extLst>
                <a:ext uri="{FF2B5EF4-FFF2-40B4-BE49-F238E27FC236}">
                  <a16:creationId xmlns:a16="http://schemas.microsoft.com/office/drawing/2014/main" id="{1A73C30A-2560-4AB2-B4C1-0FF1AC0004F9}"/>
                </a:ext>
              </a:extLst>
            </p:cNvPr>
            <p:cNvSpPr txBox="1"/>
            <p:nvPr/>
          </p:nvSpPr>
          <p:spPr>
            <a:xfrm>
              <a:off x="1093716" y="3123138"/>
              <a:ext cx="413521" cy="612012"/>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50800" tIns="50800" rIns="50800" bIns="50800" anchor="ctr">
              <a:spAutoFit/>
            </a:bodyPr>
            <a:lstStyle/>
            <a:p>
              <a:pPr algn="ctr" defTabSz="584200" hangingPunct="0"/>
              <a:r>
                <a:rPr kern="0">
                  <a:solidFill>
                    <a:srgbClr val="000000"/>
                  </a:solidFill>
                  <a:latin typeface="Helvetica"/>
                  <a:cs typeface="Helvetica"/>
                  <a:sym typeface="Helvetica"/>
                </a:rPr>
                <a:t>A</a:t>
              </a:r>
            </a:p>
          </p:txBody>
        </p:sp>
        <p:sp>
          <p:nvSpPr>
            <p:cNvPr id="50" name="B">
              <a:extLst>
                <a:ext uri="{FF2B5EF4-FFF2-40B4-BE49-F238E27FC236}">
                  <a16:creationId xmlns:a16="http://schemas.microsoft.com/office/drawing/2014/main" id="{EEB4A61D-A1D3-4658-9B6F-E1129499934E}"/>
                </a:ext>
              </a:extLst>
            </p:cNvPr>
            <p:cNvSpPr txBox="1"/>
            <p:nvPr/>
          </p:nvSpPr>
          <p:spPr>
            <a:xfrm>
              <a:off x="1093716" y="4710638"/>
              <a:ext cx="413521" cy="612012"/>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50800" tIns="50800" rIns="50800" bIns="50800" anchor="ctr">
              <a:spAutoFit/>
            </a:bodyPr>
            <a:lstStyle/>
            <a:p>
              <a:pPr algn="ctr" defTabSz="584200" hangingPunct="0"/>
              <a:r>
                <a:rPr kern="0">
                  <a:solidFill>
                    <a:srgbClr val="000000"/>
                  </a:solidFill>
                  <a:latin typeface="Helvetica"/>
                  <a:cs typeface="Helvetica"/>
                  <a:sym typeface="Helvetica"/>
                </a:rPr>
                <a:t>B</a:t>
              </a:r>
            </a:p>
          </p:txBody>
        </p:sp>
        <p:sp>
          <p:nvSpPr>
            <p:cNvPr id="51" name="Line">
              <a:extLst>
                <a:ext uri="{FF2B5EF4-FFF2-40B4-BE49-F238E27FC236}">
                  <a16:creationId xmlns:a16="http://schemas.microsoft.com/office/drawing/2014/main" id="{D8064C5A-37DB-4C40-A353-278039CB9B73}"/>
                </a:ext>
              </a:extLst>
            </p:cNvPr>
            <p:cNvSpPr/>
            <p:nvPr/>
          </p:nvSpPr>
          <p:spPr>
            <a:xfrm>
              <a:off x="3620502" y="3390938"/>
              <a:ext cx="1715383" cy="1715384"/>
            </a:xfrm>
            <a:prstGeom prst="line">
              <a:avLst/>
            </a:prstGeom>
            <a:ln w="38100">
              <a:solidFill>
                <a:srgbClr val="000000"/>
              </a:solidFill>
              <a:miter lim="400000"/>
              <a:headEnd type="oval"/>
              <a:tailEnd type="triangle"/>
            </a:ln>
          </p:spPr>
          <p:txBody>
            <a:bodyPr lIns="0" tIns="0" rIns="0" bIns="0"/>
            <a:lstStyle/>
            <a:p>
              <a:pPr algn="ctr" defTabSz="584200" hangingPunct="0">
                <a:defRPr sz="3200">
                  <a:solidFill>
                    <a:srgbClr val="FFFFFF"/>
                  </a:solidFill>
                  <a:latin typeface="Helvetica Neue Light"/>
                  <a:ea typeface="Helvetica Neue Light"/>
                  <a:cs typeface="Helvetica Neue Light"/>
                  <a:sym typeface="Helvetica Neue Light"/>
                </a:defRPr>
              </a:pPr>
              <a:endParaRPr sz="2000" kern="0">
                <a:solidFill>
                  <a:srgbClr val="FFFFFF"/>
                </a:solidFill>
                <a:latin typeface="Helvetica Neue Light"/>
                <a:ea typeface="Helvetica Neue Light"/>
                <a:cs typeface="Helvetica Neue Light"/>
                <a:sym typeface="Helvetica Neue Light"/>
              </a:endParaRPr>
            </a:p>
          </p:txBody>
        </p:sp>
        <p:sp>
          <p:nvSpPr>
            <p:cNvPr id="52" name="Line">
              <a:extLst>
                <a:ext uri="{FF2B5EF4-FFF2-40B4-BE49-F238E27FC236}">
                  <a16:creationId xmlns:a16="http://schemas.microsoft.com/office/drawing/2014/main" id="{9079E6C9-BFEB-435C-8848-C685843A06CB}"/>
                </a:ext>
              </a:extLst>
            </p:cNvPr>
            <p:cNvSpPr/>
            <p:nvPr/>
          </p:nvSpPr>
          <p:spPr>
            <a:xfrm flipV="1">
              <a:off x="5451271" y="3511959"/>
              <a:ext cx="2221146" cy="1530704"/>
            </a:xfrm>
            <a:prstGeom prst="line">
              <a:avLst/>
            </a:prstGeom>
            <a:ln w="38100">
              <a:solidFill>
                <a:srgbClr val="000000"/>
              </a:solidFill>
              <a:miter lim="400000"/>
              <a:headEnd type="oval"/>
              <a:tailEnd type="triangle"/>
            </a:ln>
          </p:spPr>
          <p:txBody>
            <a:bodyPr lIns="0" tIns="0" rIns="0" bIns="0"/>
            <a:lstStyle/>
            <a:p>
              <a:pPr algn="ctr" defTabSz="584200" hangingPunct="0">
                <a:defRPr sz="3200">
                  <a:solidFill>
                    <a:srgbClr val="FFFFFF"/>
                  </a:solidFill>
                  <a:latin typeface="Helvetica Neue Light"/>
                  <a:ea typeface="Helvetica Neue Light"/>
                  <a:cs typeface="Helvetica Neue Light"/>
                  <a:sym typeface="Helvetica Neue Light"/>
                </a:defRPr>
              </a:pPr>
              <a:endParaRPr sz="2000" kern="0">
                <a:solidFill>
                  <a:srgbClr val="FFFFFF"/>
                </a:solidFill>
                <a:latin typeface="Helvetica Neue Light"/>
                <a:ea typeface="Helvetica Neue Light"/>
                <a:cs typeface="Helvetica Neue Light"/>
                <a:sym typeface="Helvetica Neue Light"/>
              </a:endParaRPr>
            </a:p>
          </p:txBody>
        </p:sp>
        <p:sp>
          <p:nvSpPr>
            <p:cNvPr id="53" name="t">
              <a:extLst>
                <a:ext uri="{FF2B5EF4-FFF2-40B4-BE49-F238E27FC236}">
                  <a16:creationId xmlns:a16="http://schemas.microsoft.com/office/drawing/2014/main" id="{F4205032-0088-421A-8908-1584B511F036}"/>
                </a:ext>
              </a:extLst>
            </p:cNvPr>
            <p:cNvSpPr txBox="1"/>
            <p:nvPr/>
          </p:nvSpPr>
          <p:spPr>
            <a:xfrm>
              <a:off x="5250372" y="5078937"/>
              <a:ext cx="268789" cy="612012"/>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50800" tIns="50800" rIns="50800" bIns="50800" anchor="ctr">
              <a:spAutoFit/>
            </a:bodyPr>
            <a:lstStyle/>
            <a:p>
              <a:pPr algn="ctr" defTabSz="584200" hangingPunct="0"/>
              <a:r>
                <a:rPr kern="0">
                  <a:solidFill>
                    <a:srgbClr val="000000"/>
                  </a:solidFill>
                  <a:latin typeface="Helvetica"/>
                  <a:cs typeface="Helvetica"/>
                  <a:sym typeface="Helvetica"/>
                </a:rPr>
                <a:t>t</a:t>
              </a:r>
            </a:p>
          </p:txBody>
        </p:sp>
        <p:sp>
          <p:nvSpPr>
            <p:cNvPr id="54" name="Line">
              <a:extLst>
                <a:ext uri="{FF2B5EF4-FFF2-40B4-BE49-F238E27FC236}">
                  <a16:creationId xmlns:a16="http://schemas.microsoft.com/office/drawing/2014/main" id="{89D08E15-E241-4DFA-93BB-6F2C10E8C84B}"/>
                </a:ext>
              </a:extLst>
            </p:cNvPr>
            <p:cNvSpPr/>
            <p:nvPr/>
          </p:nvSpPr>
          <p:spPr>
            <a:xfrm>
              <a:off x="3683291" y="3266076"/>
              <a:ext cx="3702250" cy="1"/>
            </a:xfrm>
            <a:prstGeom prst="line">
              <a:avLst/>
            </a:prstGeom>
            <a:ln w="38100">
              <a:solidFill>
                <a:srgbClr val="000000"/>
              </a:solidFill>
              <a:miter lim="400000"/>
              <a:headEnd type="triangle" len="sm"/>
              <a:tailEnd type="triangle" len="sm"/>
            </a:ln>
          </p:spPr>
          <p:txBody>
            <a:bodyPr lIns="0" tIns="0" rIns="0" bIns="0"/>
            <a:lstStyle/>
            <a:p>
              <a:pPr algn="ctr" defTabSz="584200" hangingPunct="0">
                <a:defRPr sz="3200">
                  <a:solidFill>
                    <a:srgbClr val="FFFFFF"/>
                  </a:solidFill>
                  <a:latin typeface="Helvetica Neue Light"/>
                  <a:ea typeface="Helvetica Neue Light"/>
                  <a:cs typeface="Helvetica Neue Light"/>
                  <a:sym typeface="Helvetica Neue Light"/>
                </a:defRPr>
              </a:pPr>
              <a:endParaRPr sz="2000" kern="0">
                <a:solidFill>
                  <a:srgbClr val="FFFFFF"/>
                </a:solidFill>
                <a:latin typeface="Helvetica Neue Light"/>
                <a:ea typeface="Helvetica Neue Light"/>
                <a:cs typeface="Helvetica Neue Light"/>
                <a:sym typeface="Helvetica Neue Light"/>
              </a:endParaRPr>
            </a:p>
          </p:txBody>
        </p:sp>
        <p:sp>
          <p:nvSpPr>
            <p:cNvPr id="55" name="0.010 sec">
              <a:extLst>
                <a:ext uri="{FF2B5EF4-FFF2-40B4-BE49-F238E27FC236}">
                  <a16:creationId xmlns:a16="http://schemas.microsoft.com/office/drawing/2014/main" id="{F6A4626F-D095-4453-BCCB-11246CA2EB61}"/>
                </a:ext>
              </a:extLst>
            </p:cNvPr>
            <p:cNvSpPr txBox="1"/>
            <p:nvPr/>
          </p:nvSpPr>
          <p:spPr>
            <a:xfrm>
              <a:off x="4645343" y="2623567"/>
              <a:ext cx="1778143" cy="612012"/>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50800" tIns="50800" rIns="50800" bIns="50800" anchor="ctr">
              <a:spAutoFit/>
            </a:bodyPr>
            <a:lstStyle>
              <a:lvl1pPr>
                <a:defRPr i="1"/>
              </a:lvl1pPr>
            </a:lstStyle>
            <a:p>
              <a:pPr algn="ctr" defTabSz="584200" hangingPunct="0"/>
              <a:r>
                <a:rPr kern="0">
                  <a:solidFill>
                    <a:srgbClr val="000000"/>
                  </a:solidFill>
                  <a:latin typeface="Helvetica"/>
                  <a:cs typeface="Helvetica"/>
                  <a:sym typeface="Helvetica"/>
                </a:rPr>
                <a:t>0.010 sec</a:t>
              </a:r>
            </a:p>
          </p:txBody>
        </p:sp>
        <p:sp>
          <p:nvSpPr>
            <p:cNvPr id="56" name="Line">
              <a:extLst>
                <a:ext uri="{FF2B5EF4-FFF2-40B4-BE49-F238E27FC236}">
                  <a16:creationId xmlns:a16="http://schemas.microsoft.com/office/drawing/2014/main" id="{A88E3491-D1C0-4E6A-9F0C-CC8689E74147}"/>
                </a:ext>
              </a:extLst>
            </p:cNvPr>
            <p:cNvSpPr/>
            <p:nvPr/>
          </p:nvSpPr>
          <p:spPr>
            <a:xfrm>
              <a:off x="1742438" y="8158604"/>
              <a:ext cx="9065311" cy="1"/>
            </a:xfrm>
            <a:prstGeom prst="line">
              <a:avLst/>
            </a:prstGeom>
            <a:ln w="25400">
              <a:solidFill>
                <a:srgbClr val="000000"/>
              </a:solidFill>
              <a:miter lim="400000"/>
              <a:tailEnd type="triangle"/>
            </a:ln>
          </p:spPr>
          <p:txBody>
            <a:bodyPr lIns="0" tIns="0" rIns="0" bIns="0"/>
            <a:lstStyle/>
            <a:p>
              <a:pPr algn="ctr" defTabSz="584200" hangingPunct="0">
                <a:defRPr sz="3200">
                  <a:solidFill>
                    <a:srgbClr val="FFFFFF"/>
                  </a:solidFill>
                  <a:latin typeface="Helvetica Neue Light"/>
                  <a:ea typeface="Helvetica Neue Light"/>
                  <a:cs typeface="Helvetica Neue Light"/>
                  <a:sym typeface="Helvetica Neue Light"/>
                </a:defRPr>
              </a:pPr>
              <a:endParaRPr sz="2000" kern="0">
                <a:solidFill>
                  <a:srgbClr val="FFFFFF"/>
                </a:solidFill>
                <a:latin typeface="Helvetica Neue Light"/>
                <a:ea typeface="Helvetica Neue Light"/>
                <a:cs typeface="Helvetica Neue Light"/>
                <a:sym typeface="Helvetica Neue Light"/>
              </a:endParaRPr>
            </a:p>
          </p:txBody>
        </p:sp>
        <p:sp>
          <p:nvSpPr>
            <p:cNvPr id="57" name="Line">
              <a:extLst>
                <a:ext uri="{FF2B5EF4-FFF2-40B4-BE49-F238E27FC236}">
                  <a16:creationId xmlns:a16="http://schemas.microsoft.com/office/drawing/2014/main" id="{78F6EFB6-1FBB-42E6-972C-4A4C0C90BDBB}"/>
                </a:ext>
              </a:extLst>
            </p:cNvPr>
            <p:cNvSpPr/>
            <p:nvPr/>
          </p:nvSpPr>
          <p:spPr>
            <a:xfrm>
              <a:off x="1742438" y="6507604"/>
              <a:ext cx="9065311" cy="1"/>
            </a:xfrm>
            <a:prstGeom prst="line">
              <a:avLst/>
            </a:prstGeom>
            <a:ln w="25400">
              <a:solidFill>
                <a:srgbClr val="000000"/>
              </a:solidFill>
              <a:miter lim="400000"/>
              <a:tailEnd type="triangle"/>
            </a:ln>
          </p:spPr>
          <p:txBody>
            <a:bodyPr lIns="0" tIns="0" rIns="0" bIns="0"/>
            <a:lstStyle/>
            <a:p>
              <a:pPr algn="ctr" defTabSz="584200" hangingPunct="0">
                <a:defRPr sz="3200">
                  <a:solidFill>
                    <a:srgbClr val="FFFFFF"/>
                  </a:solidFill>
                  <a:latin typeface="Helvetica Neue Light"/>
                  <a:ea typeface="Helvetica Neue Light"/>
                  <a:cs typeface="Helvetica Neue Light"/>
                  <a:sym typeface="Helvetica Neue Light"/>
                </a:defRPr>
              </a:pPr>
              <a:endParaRPr sz="2000" kern="0">
                <a:solidFill>
                  <a:srgbClr val="FFFFFF"/>
                </a:solidFill>
                <a:latin typeface="Helvetica Neue Light"/>
                <a:ea typeface="Helvetica Neue Light"/>
                <a:cs typeface="Helvetica Neue Light"/>
                <a:sym typeface="Helvetica Neue Light"/>
              </a:endParaRPr>
            </a:p>
          </p:txBody>
        </p:sp>
        <p:sp>
          <p:nvSpPr>
            <p:cNvPr id="58" name="C">
              <a:extLst>
                <a:ext uri="{FF2B5EF4-FFF2-40B4-BE49-F238E27FC236}">
                  <a16:creationId xmlns:a16="http://schemas.microsoft.com/office/drawing/2014/main" id="{7E4D297C-3AD5-4ADC-9568-76D91094DB42}"/>
                </a:ext>
              </a:extLst>
            </p:cNvPr>
            <p:cNvSpPr txBox="1"/>
            <p:nvPr/>
          </p:nvSpPr>
          <p:spPr>
            <a:xfrm>
              <a:off x="1082722" y="6201599"/>
              <a:ext cx="434197" cy="612012"/>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50800" tIns="50800" rIns="50800" bIns="50800" anchor="ctr">
              <a:spAutoFit/>
            </a:bodyPr>
            <a:lstStyle/>
            <a:p>
              <a:pPr algn="ctr" defTabSz="584200" hangingPunct="0"/>
              <a:r>
                <a:rPr kern="0">
                  <a:solidFill>
                    <a:srgbClr val="000000"/>
                  </a:solidFill>
                  <a:latin typeface="Helvetica"/>
                  <a:cs typeface="Helvetica"/>
                  <a:sym typeface="Helvetica"/>
                </a:rPr>
                <a:t>C</a:t>
              </a:r>
            </a:p>
          </p:txBody>
        </p:sp>
        <p:sp>
          <p:nvSpPr>
            <p:cNvPr id="59" name="D">
              <a:extLst>
                <a:ext uri="{FF2B5EF4-FFF2-40B4-BE49-F238E27FC236}">
                  <a16:creationId xmlns:a16="http://schemas.microsoft.com/office/drawing/2014/main" id="{7ED09086-46B6-44C9-AF24-AF6F4BF79127}"/>
                </a:ext>
              </a:extLst>
            </p:cNvPr>
            <p:cNvSpPr txBox="1"/>
            <p:nvPr/>
          </p:nvSpPr>
          <p:spPr>
            <a:xfrm>
              <a:off x="1082722" y="7789099"/>
              <a:ext cx="434197" cy="612012"/>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50800" tIns="50800" rIns="50800" bIns="50800" anchor="ctr">
              <a:spAutoFit/>
            </a:bodyPr>
            <a:lstStyle/>
            <a:p>
              <a:pPr algn="ctr" defTabSz="584200" hangingPunct="0"/>
              <a:r>
                <a:rPr kern="0">
                  <a:solidFill>
                    <a:srgbClr val="000000"/>
                  </a:solidFill>
                  <a:latin typeface="Helvetica"/>
                  <a:cs typeface="Helvetica"/>
                  <a:sym typeface="Helvetica"/>
                </a:rPr>
                <a:t>D</a:t>
              </a:r>
            </a:p>
          </p:txBody>
        </p:sp>
        <p:sp>
          <p:nvSpPr>
            <p:cNvPr id="60" name="Line">
              <a:extLst>
                <a:ext uri="{FF2B5EF4-FFF2-40B4-BE49-F238E27FC236}">
                  <a16:creationId xmlns:a16="http://schemas.microsoft.com/office/drawing/2014/main" id="{74BBB1A8-C2FE-4A11-AF28-4B6F28728837}"/>
                </a:ext>
              </a:extLst>
            </p:cNvPr>
            <p:cNvSpPr/>
            <p:nvPr/>
          </p:nvSpPr>
          <p:spPr>
            <a:xfrm>
              <a:off x="3596127" y="6483647"/>
              <a:ext cx="530126" cy="1736015"/>
            </a:xfrm>
            <a:prstGeom prst="line">
              <a:avLst/>
            </a:prstGeom>
            <a:ln w="38100">
              <a:solidFill>
                <a:srgbClr val="000000"/>
              </a:solidFill>
              <a:miter lim="400000"/>
              <a:headEnd type="oval"/>
              <a:tailEnd type="triangle"/>
            </a:ln>
          </p:spPr>
          <p:txBody>
            <a:bodyPr lIns="0" tIns="0" rIns="0" bIns="0"/>
            <a:lstStyle/>
            <a:p>
              <a:pPr algn="ctr" defTabSz="584200" hangingPunct="0">
                <a:defRPr sz="3200">
                  <a:solidFill>
                    <a:srgbClr val="FFFFFF"/>
                  </a:solidFill>
                  <a:latin typeface="Helvetica Neue Light"/>
                  <a:ea typeface="Helvetica Neue Light"/>
                  <a:cs typeface="Helvetica Neue Light"/>
                  <a:sym typeface="Helvetica Neue Light"/>
                </a:defRPr>
              </a:pPr>
              <a:endParaRPr sz="2000" kern="0">
                <a:solidFill>
                  <a:srgbClr val="FFFFFF"/>
                </a:solidFill>
                <a:latin typeface="Helvetica Neue Light"/>
                <a:ea typeface="Helvetica Neue Light"/>
                <a:cs typeface="Helvetica Neue Light"/>
                <a:sym typeface="Helvetica Neue Light"/>
              </a:endParaRPr>
            </a:p>
          </p:txBody>
        </p:sp>
        <p:sp>
          <p:nvSpPr>
            <p:cNvPr id="61" name="Line">
              <a:extLst>
                <a:ext uri="{FF2B5EF4-FFF2-40B4-BE49-F238E27FC236}">
                  <a16:creationId xmlns:a16="http://schemas.microsoft.com/office/drawing/2014/main" id="{A3FF5474-2461-4FEE-ADCE-A33016C4D4A7}"/>
                </a:ext>
              </a:extLst>
            </p:cNvPr>
            <p:cNvSpPr/>
            <p:nvPr/>
          </p:nvSpPr>
          <p:spPr>
            <a:xfrm flipV="1">
              <a:off x="4284859" y="6586851"/>
              <a:ext cx="3189545" cy="1549876"/>
            </a:xfrm>
            <a:prstGeom prst="line">
              <a:avLst/>
            </a:prstGeom>
            <a:ln w="38100">
              <a:solidFill>
                <a:srgbClr val="000000"/>
              </a:solidFill>
              <a:miter lim="400000"/>
              <a:headEnd type="oval"/>
              <a:tailEnd type="triangle"/>
            </a:ln>
          </p:spPr>
          <p:txBody>
            <a:bodyPr lIns="0" tIns="0" rIns="0" bIns="0"/>
            <a:lstStyle/>
            <a:p>
              <a:pPr algn="ctr" defTabSz="584200" hangingPunct="0">
                <a:defRPr sz="3200">
                  <a:solidFill>
                    <a:srgbClr val="FFFFFF"/>
                  </a:solidFill>
                  <a:latin typeface="Helvetica Neue Light"/>
                  <a:ea typeface="Helvetica Neue Light"/>
                  <a:cs typeface="Helvetica Neue Light"/>
                  <a:sym typeface="Helvetica Neue Light"/>
                </a:defRPr>
              </a:pPr>
              <a:endParaRPr sz="2000" kern="0">
                <a:solidFill>
                  <a:srgbClr val="FFFFFF"/>
                </a:solidFill>
                <a:latin typeface="Helvetica Neue Light"/>
                <a:ea typeface="Helvetica Neue Light"/>
                <a:cs typeface="Helvetica Neue Light"/>
                <a:sym typeface="Helvetica Neue Light"/>
              </a:endParaRPr>
            </a:p>
          </p:txBody>
        </p:sp>
        <p:sp>
          <p:nvSpPr>
            <p:cNvPr id="62" name="Line">
              <a:extLst>
                <a:ext uri="{FF2B5EF4-FFF2-40B4-BE49-F238E27FC236}">
                  <a16:creationId xmlns:a16="http://schemas.microsoft.com/office/drawing/2014/main" id="{91DDE29C-9298-4267-AAFF-7035B0BA1F70}"/>
                </a:ext>
              </a:extLst>
            </p:cNvPr>
            <p:cNvSpPr/>
            <p:nvPr/>
          </p:nvSpPr>
          <p:spPr>
            <a:xfrm>
              <a:off x="3682637" y="6344538"/>
              <a:ext cx="3702250" cy="1"/>
            </a:xfrm>
            <a:prstGeom prst="line">
              <a:avLst/>
            </a:prstGeom>
            <a:ln w="38100">
              <a:solidFill>
                <a:srgbClr val="000000"/>
              </a:solidFill>
              <a:miter lim="400000"/>
              <a:headEnd type="triangle" len="sm"/>
              <a:tailEnd type="triangle" len="sm"/>
            </a:ln>
          </p:spPr>
          <p:txBody>
            <a:bodyPr lIns="0" tIns="0" rIns="0" bIns="0"/>
            <a:lstStyle/>
            <a:p>
              <a:pPr algn="ctr" defTabSz="584200" hangingPunct="0">
                <a:defRPr sz="3200">
                  <a:solidFill>
                    <a:srgbClr val="FFFFFF"/>
                  </a:solidFill>
                  <a:latin typeface="Helvetica Neue Light"/>
                  <a:ea typeface="Helvetica Neue Light"/>
                  <a:cs typeface="Helvetica Neue Light"/>
                  <a:sym typeface="Helvetica Neue Light"/>
                </a:defRPr>
              </a:pPr>
              <a:endParaRPr sz="2000" kern="0">
                <a:solidFill>
                  <a:srgbClr val="FFFFFF"/>
                </a:solidFill>
                <a:latin typeface="Helvetica Neue Light"/>
                <a:ea typeface="Helvetica Neue Light"/>
                <a:cs typeface="Helvetica Neue Light"/>
                <a:sym typeface="Helvetica Neue Light"/>
              </a:endParaRPr>
            </a:p>
          </p:txBody>
        </p:sp>
        <p:sp>
          <p:nvSpPr>
            <p:cNvPr id="63" name="0.010 sec">
              <a:extLst>
                <a:ext uri="{FF2B5EF4-FFF2-40B4-BE49-F238E27FC236}">
                  <a16:creationId xmlns:a16="http://schemas.microsoft.com/office/drawing/2014/main" id="{5EB18E55-ED7C-49CC-B6A3-0E09E97A6E6F}"/>
                </a:ext>
              </a:extLst>
            </p:cNvPr>
            <p:cNvSpPr txBox="1"/>
            <p:nvPr/>
          </p:nvSpPr>
          <p:spPr>
            <a:xfrm>
              <a:off x="4692561" y="5739258"/>
              <a:ext cx="1778143" cy="612012"/>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50800" tIns="50800" rIns="50800" bIns="50800" anchor="ctr">
              <a:spAutoFit/>
            </a:bodyPr>
            <a:lstStyle>
              <a:lvl1pPr>
                <a:defRPr i="1"/>
              </a:lvl1pPr>
            </a:lstStyle>
            <a:p>
              <a:pPr algn="ctr" defTabSz="584200" hangingPunct="0"/>
              <a:r>
                <a:rPr kern="0" dirty="0">
                  <a:solidFill>
                    <a:srgbClr val="000000"/>
                  </a:solidFill>
                  <a:latin typeface="Helvetica"/>
                  <a:cs typeface="Helvetica"/>
                  <a:sym typeface="Helvetica"/>
                </a:rPr>
                <a:t>0.010 sec</a:t>
              </a:r>
            </a:p>
          </p:txBody>
        </p:sp>
        <p:sp>
          <p:nvSpPr>
            <p:cNvPr id="64" name="t">
              <a:extLst>
                <a:ext uri="{FF2B5EF4-FFF2-40B4-BE49-F238E27FC236}">
                  <a16:creationId xmlns:a16="http://schemas.microsoft.com/office/drawing/2014/main" id="{BC8222DA-498A-4313-AE40-FFB77D06E712}"/>
                </a:ext>
              </a:extLst>
            </p:cNvPr>
            <p:cNvSpPr txBox="1"/>
            <p:nvPr/>
          </p:nvSpPr>
          <p:spPr>
            <a:xfrm>
              <a:off x="4021041" y="8159936"/>
              <a:ext cx="268789" cy="612012"/>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50800" tIns="50800" rIns="50800" bIns="50800" anchor="ctr">
              <a:spAutoFit/>
            </a:bodyPr>
            <a:lstStyle/>
            <a:p>
              <a:pPr algn="ctr" defTabSz="584200" hangingPunct="0"/>
              <a:r>
                <a:rPr kern="0">
                  <a:solidFill>
                    <a:srgbClr val="000000"/>
                  </a:solidFill>
                  <a:latin typeface="Helvetica"/>
                  <a:cs typeface="Helvetica"/>
                  <a:sym typeface="Helvetica"/>
                </a:rPr>
                <a:t>t</a:t>
              </a:r>
            </a:p>
          </p:txBody>
        </p:sp>
        <p:sp>
          <p:nvSpPr>
            <p:cNvPr id="65" name="set to t + RTT/2">
              <a:extLst>
                <a:ext uri="{FF2B5EF4-FFF2-40B4-BE49-F238E27FC236}">
                  <a16:creationId xmlns:a16="http://schemas.microsoft.com/office/drawing/2014/main" id="{9F100B5E-0A25-448D-9DE3-F5CE3D7C4CAC}"/>
                </a:ext>
              </a:extLst>
            </p:cNvPr>
            <p:cNvSpPr txBox="1"/>
            <p:nvPr/>
          </p:nvSpPr>
          <p:spPr>
            <a:xfrm>
              <a:off x="9105854" y="2235771"/>
              <a:ext cx="2739580" cy="612012"/>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50800" tIns="50800" rIns="50800" bIns="50800" anchor="ctr">
              <a:spAutoFit/>
            </a:bodyPr>
            <a:lstStyle/>
            <a:p>
              <a:pPr algn="ctr" defTabSz="584200" hangingPunct="0"/>
              <a:r>
                <a:rPr kern="0">
                  <a:solidFill>
                    <a:srgbClr val="000000"/>
                  </a:solidFill>
                  <a:latin typeface="Helvetica"/>
                  <a:cs typeface="Helvetica"/>
                  <a:sym typeface="Helvetica"/>
                </a:rPr>
                <a:t>set to t + RTT/2</a:t>
              </a:r>
            </a:p>
          </p:txBody>
        </p:sp>
        <p:sp>
          <p:nvSpPr>
            <p:cNvPr id="66" name="no error!">
              <a:extLst>
                <a:ext uri="{FF2B5EF4-FFF2-40B4-BE49-F238E27FC236}">
                  <a16:creationId xmlns:a16="http://schemas.microsoft.com/office/drawing/2014/main" id="{7ECCD5BD-0ECC-466F-80E3-E23CDA58A316}"/>
                </a:ext>
              </a:extLst>
            </p:cNvPr>
            <p:cNvSpPr txBox="1"/>
            <p:nvPr/>
          </p:nvSpPr>
          <p:spPr>
            <a:xfrm>
              <a:off x="9275077" y="3973274"/>
              <a:ext cx="1571382" cy="612012"/>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50800" tIns="50800" rIns="50800" bIns="50800" anchor="ctr">
              <a:spAutoFit/>
            </a:bodyPr>
            <a:lstStyle/>
            <a:p>
              <a:pPr algn="ctr" defTabSz="584200" hangingPunct="0"/>
              <a:r>
                <a:rPr kern="0">
                  <a:solidFill>
                    <a:srgbClr val="000000"/>
                  </a:solidFill>
                  <a:latin typeface="Helvetica"/>
                  <a:cs typeface="Helvetica"/>
                  <a:sym typeface="Helvetica"/>
                </a:rPr>
                <a:t>no error!</a:t>
              </a:r>
            </a:p>
          </p:txBody>
        </p:sp>
        <p:sp>
          <p:nvSpPr>
            <p:cNvPr id="67" name="ahead or behind?">
              <a:extLst>
                <a:ext uri="{FF2B5EF4-FFF2-40B4-BE49-F238E27FC236}">
                  <a16:creationId xmlns:a16="http://schemas.microsoft.com/office/drawing/2014/main" id="{A31FA40F-D37E-457F-91E5-18FFF228263A}"/>
                </a:ext>
              </a:extLst>
            </p:cNvPr>
            <p:cNvSpPr txBox="1"/>
            <p:nvPr/>
          </p:nvSpPr>
          <p:spPr>
            <a:xfrm>
              <a:off x="8482867" y="7016787"/>
              <a:ext cx="3060059" cy="612012"/>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50800" tIns="50800" rIns="50800" bIns="50800" anchor="ctr">
              <a:spAutoFit/>
            </a:bodyPr>
            <a:lstStyle/>
            <a:p>
              <a:pPr algn="ctr" defTabSz="584200" hangingPunct="0"/>
              <a:r>
                <a:rPr kern="0">
                  <a:solidFill>
                    <a:srgbClr val="000000"/>
                  </a:solidFill>
                  <a:latin typeface="Helvetica"/>
                  <a:cs typeface="Helvetica"/>
                  <a:sym typeface="Helvetica"/>
                </a:rPr>
                <a:t>ahead or behind?</a:t>
              </a:r>
            </a:p>
          </p:txBody>
        </p:sp>
      </p:grpSp>
    </p:spTree>
    <p:extLst>
      <p:ext uri="{BB962C8B-B14F-4D97-AF65-F5344CB8AC3E}">
        <p14:creationId xmlns:p14="http://schemas.microsoft.com/office/powerpoint/2010/main" val="15880077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8A8A6349-C650-9744-9C1E-2844BB629208}"/>
              </a:ext>
            </a:extLst>
          </p:cNvPr>
          <p:cNvSpPr/>
          <p:nvPr/>
        </p:nvSpPr>
        <p:spPr>
          <a:xfrm>
            <a:off x="4875818" y="5904737"/>
            <a:ext cx="1241274" cy="296250"/>
          </a:xfrm>
          <a:prstGeom prst="rect">
            <a:avLst/>
          </a:prstGeom>
          <a:solidFill>
            <a:schemeClr val="accent1">
              <a:alpha val="59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46F3F15-79A3-4FD4-8125-00BA3F18CFE7}"/>
              </a:ext>
            </a:extLst>
          </p:cNvPr>
          <p:cNvSpPr>
            <a:spLocks noGrp="1"/>
          </p:cNvSpPr>
          <p:nvPr>
            <p:ph type="title"/>
          </p:nvPr>
        </p:nvSpPr>
        <p:spPr/>
        <p:txBody>
          <a:bodyPr/>
          <a:lstStyle/>
          <a:p>
            <a:r>
              <a:rPr lang="en-US"/>
              <a:t>Cristian’s Algorithm</a:t>
            </a:r>
          </a:p>
        </p:txBody>
      </p:sp>
      <p:sp>
        <p:nvSpPr>
          <p:cNvPr id="3" name="Content Placeholder 2">
            <a:extLst>
              <a:ext uri="{FF2B5EF4-FFF2-40B4-BE49-F238E27FC236}">
                <a16:creationId xmlns:a16="http://schemas.microsoft.com/office/drawing/2014/main" id="{29329A2C-6A36-4627-9828-1207248C4565}"/>
              </a:ext>
            </a:extLst>
          </p:cNvPr>
          <p:cNvSpPr>
            <a:spLocks noGrp="1"/>
          </p:cNvSpPr>
          <p:nvPr>
            <p:ph idx="1"/>
          </p:nvPr>
        </p:nvSpPr>
        <p:spPr/>
        <p:txBody>
          <a:bodyPr/>
          <a:lstStyle/>
          <a:p>
            <a:r>
              <a:rPr lang="en-US"/>
              <a:t>Suppose the minimum delay between A and B is X</a:t>
            </a:r>
          </a:p>
          <a:p>
            <a:pPr marL="0" indent="0">
              <a:buNone/>
            </a:pPr>
            <a:endParaRPr lang="en-US"/>
          </a:p>
        </p:txBody>
      </p:sp>
      <p:sp>
        <p:nvSpPr>
          <p:cNvPr id="4" name="Footer Placeholder 3">
            <a:extLst>
              <a:ext uri="{FF2B5EF4-FFF2-40B4-BE49-F238E27FC236}">
                <a16:creationId xmlns:a16="http://schemas.microsoft.com/office/drawing/2014/main" id="{06FD08F2-72BF-4777-8981-2C75269CD762}"/>
              </a:ext>
            </a:extLst>
          </p:cNvPr>
          <p:cNvSpPr>
            <a:spLocks noGrp="1"/>
          </p:cNvSpPr>
          <p:nvPr>
            <p:ph type="ftr" sz="quarter" idx="11"/>
          </p:nvPr>
        </p:nvSpPr>
        <p:spPr/>
        <p:txBody>
          <a:bodyPr/>
          <a:lstStyle/>
          <a:p>
            <a:r>
              <a:rPr lang="en-US"/>
              <a:t>Prof. Tim Wood &amp; Prof. Roozbeh Haghnazar</a:t>
            </a:r>
          </a:p>
        </p:txBody>
      </p:sp>
      <p:grpSp>
        <p:nvGrpSpPr>
          <p:cNvPr id="27" name="Group 26">
            <a:extLst>
              <a:ext uri="{FF2B5EF4-FFF2-40B4-BE49-F238E27FC236}">
                <a16:creationId xmlns:a16="http://schemas.microsoft.com/office/drawing/2014/main" id="{9E3CEF85-6AEB-4A51-BB07-8C8E9F648295}"/>
              </a:ext>
            </a:extLst>
          </p:cNvPr>
          <p:cNvGrpSpPr/>
          <p:nvPr/>
        </p:nvGrpSpPr>
        <p:grpSpPr>
          <a:xfrm>
            <a:off x="2895649" y="3673096"/>
            <a:ext cx="6241003" cy="6664767"/>
            <a:chOff x="1036935" y="2682234"/>
            <a:chExt cx="9770814" cy="6664767"/>
          </a:xfrm>
        </p:grpSpPr>
        <p:sp>
          <p:nvSpPr>
            <p:cNvPr id="28" name="Line">
              <a:extLst>
                <a:ext uri="{FF2B5EF4-FFF2-40B4-BE49-F238E27FC236}">
                  <a16:creationId xmlns:a16="http://schemas.microsoft.com/office/drawing/2014/main" id="{810BC7C6-57C3-466B-8C44-67F4CEF8952D}"/>
                </a:ext>
              </a:extLst>
            </p:cNvPr>
            <p:cNvSpPr/>
            <p:nvPr/>
          </p:nvSpPr>
          <p:spPr>
            <a:xfrm>
              <a:off x="1742438" y="8158604"/>
              <a:ext cx="9065311" cy="1"/>
            </a:xfrm>
            <a:prstGeom prst="line">
              <a:avLst/>
            </a:prstGeom>
            <a:ln w="25400">
              <a:solidFill>
                <a:srgbClr val="000000"/>
              </a:solidFill>
              <a:miter lim="400000"/>
              <a:tailEnd type="triangle"/>
            </a:ln>
          </p:spPr>
          <p:txBody>
            <a:bodyPr lIns="0" tIns="0" rIns="0" bIns="0"/>
            <a:lstStyle/>
            <a:p>
              <a:pPr algn="ctr" defTabSz="584200" hangingPunct="0">
                <a:defRPr sz="3200">
                  <a:solidFill>
                    <a:srgbClr val="FFFFFF"/>
                  </a:solidFill>
                  <a:latin typeface="Helvetica Neue Light"/>
                  <a:ea typeface="Helvetica Neue Light"/>
                  <a:cs typeface="Helvetica Neue Light"/>
                  <a:sym typeface="Helvetica Neue Light"/>
                </a:defRPr>
              </a:pPr>
              <a:endParaRPr sz="2800" kern="0">
                <a:solidFill>
                  <a:srgbClr val="FFFFFF"/>
                </a:solidFill>
                <a:latin typeface="Helvetica Neue Light"/>
                <a:ea typeface="Helvetica Neue Light"/>
                <a:cs typeface="Helvetica Neue Light"/>
                <a:sym typeface="Helvetica Neue Light"/>
              </a:endParaRPr>
            </a:p>
          </p:txBody>
        </p:sp>
        <p:sp>
          <p:nvSpPr>
            <p:cNvPr id="29" name="Line">
              <a:extLst>
                <a:ext uri="{FF2B5EF4-FFF2-40B4-BE49-F238E27FC236}">
                  <a16:creationId xmlns:a16="http://schemas.microsoft.com/office/drawing/2014/main" id="{3AB87BD2-DAC4-4591-9AFC-6FEB664814DD}"/>
                </a:ext>
              </a:extLst>
            </p:cNvPr>
            <p:cNvSpPr/>
            <p:nvPr/>
          </p:nvSpPr>
          <p:spPr>
            <a:xfrm>
              <a:off x="1742438" y="6507604"/>
              <a:ext cx="9065311" cy="1"/>
            </a:xfrm>
            <a:prstGeom prst="line">
              <a:avLst/>
            </a:prstGeom>
            <a:ln w="25400">
              <a:solidFill>
                <a:srgbClr val="000000"/>
              </a:solidFill>
              <a:miter lim="400000"/>
              <a:tailEnd type="triangle"/>
            </a:ln>
          </p:spPr>
          <p:txBody>
            <a:bodyPr lIns="0" tIns="0" rIns="0" bIns="0"/>
            <a:lstStyle/>
            <a:p>
              <a:pPr algn="ctr" defTabSz="584200" hangingPunct="0">
                <a:defRPr sz="3200">
                  <a:solidFill>
                    <a:srgbClr val="FFFFFF"/>
                  </a:solidFill>
                  <a:latin typeface="Helvetica Neue Light"/>
                  <a:ea typeface="Helvetica Neue Light"/>
                  <a:cs typeface="Helvetica Neue Light"/>
                  <a:sym typeface="Helvetica Neue Light"/>
                </a:defRPr>
              </a:pPr>
              <a:endParaRPr sz="2800" kern="0">
                <a:solidFill>
                  <a:srgbClr val="FFFFFF"/>
                </a:solidFill>
                <a:latin typeface="Helvetica Neue Light"/>
                <a:ea typeface="Helvetica Neue Light"/>
                <a:cs typeface="Helvetica Neue Light"/>
                <a:sym typeface="Helvetica Neue Light"/>
              </a:endParaRPr>
            </a:p>
          </p:txBody>
        </p:sp>
        <p:sp>
          <p:nvSpPr>
            <p:cNvPr id="30" name="E">
              <a:extLst>
                <a:ext uri="{FF2B5EF4-FFF2-40B4-BE49-F238E27FC236}">
                  <a16:creationId xmlns:a16="http://schemas.microsoft.com/office/drawing/2014/main" id="{C83D4BE7-A985-416C-B200-3A755665EA64}"/>
                </a:ext>
              </a:extLst>
            </p:cNvPr>
            <p:cNvSpPr txBox="1"/>
            <p:nvPr/>
          </p:nvSpPr>
          <p:spPr>
            <a:xfrm>
              <a:off x="1058899" y="6138186"/>
              <a:ext cx="481851" cy="738836"/>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none" lIns="50800" tIns="50800" rIns="50800" bIns="50800" anchor="ctr">
              <a:spAutoFit/>
            </a:bodyPr>
            <a:lstStyle/>
            <a:p>
              <a:pPr algn="ctr" defTabSz="584200" hangingPunct="0"/>
              <a:r>
                <a:rPr sz="2400" kern="0">
                  <a:solidFill>
                    <a:srgbClr val="000000"/>
                  </a:solidFill>
                  <a:latin typeface="Helvetica"/>
                  <a:cs typeface="Helvetica"/>
                  <a:sym typeface="Helvetica"/>
                </a:rPr>
                <a:t>E</a:t>
              </a:r>
            </a:p>
          </p:txBody>
        </p:sp>
        <p:sp>
          <p:nvSpPr>
            <p:cNvPr id="31" name="F">
              <a:extLst>
                <a:ext uri="{FF2B5EF4-FFF2-40B4-BE49-F238E27FC236}">
                  <a16:creationId xmlns:a16="http://schemas.microsoft.com/office/drawing/2014/main" id="{800E66AB-F5EE-440C-A43A-AD90F5E183E6}"/>
                </a:ext>
              </a:extLst>
            </p:cNvPr>
            <p:cNvSpPr txBox="1"/>
            <p:nvPr/>
          </p:nvSpPr>
          <p:spPr>
            <a:xfrm>
              <a:off x="1072702" y="7725686"/>
              <a:ext cx="454245" cy="738836"/>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none" lIns="50800" tIns="50800" rIns="50800" bIns="50800" anchor="ctr">
              <a:spAutoFit/>
            </a:bodyPr>
            <a:lstStyle/>
            <a:p>
              <a:pPr algn="ctr" defTabSz="584200" hangingPunct="0"/>
              <a:r>
                <a:rPr sz="2400" kern="0">
                  <a:solidFill>
                    <a:srgbClr val="000000"/>
                  </a:solidFill>
                  <a:latin typeface="Helvetica"/>
                  <a:cs typeface="Helvetica"/>
                  <a:sym typeface="Helvetica"/>
                </a:rPr>
                <a:t>F</a:t>
              </a:r>
            </a:p>
          </p:txBody>
        </p:sp>
        <p:sp>
          <p:nvSpPr>
            <p:cNvPr id="32" name="Line">
              <a:extLst>
                <a:ext uri="{FF2B5EF4-FFF2-40B4-BE49-F238E27FC236}">
                  <a16:creationId xmlns:a16="http://schemas.microsoft.com/office/drawing/2014/main" id="{7E5C34C8-8200-4D1C-8010-FDD055DB072F}"/>
                </a:ext>
              </a:extLst>
            </p:cNvPr>
            <p:cNvSpPr/>
            <p:nvPr/>
          </p:nvSpPr>
          <p:spPr>
            <a:xfrm>
              <a:off x="3359554" y="6584903"/>
              <a:ext cx="2714552" cy="1552681"/>
            </a:xfrm>
            <a:prstGeom prst="line">
              <a:avLst/>
            </a:prstGeom>
            <a:ln w="38100">
              <a:solidFill>
                <a:srgbClr val="000000"/>
              </a:solidFill>
              <a:miter lim="400000"/>
              <a:headEnd type="oval"/>
              <a:tailEnd type="triangle"/>
            </a:ln>
          </p:spPr>
          <p:txBody>
            <a:bodyPr lIns="0" tIns="0" rIns="0" bIns="0"/>
            <a:lstStyle/>
            <a:p>
              <a:pPr algn="ctr" defTabSz="584200" hangingPunct="0">
                <a:defRPr sz="3200">
                  <a:solidFill>
                    <a:srgbClr val="FFFFFF"/>
                  </a:solidFill>
                  <a:latin typeface="Helvetica Neue Light"/>
                  <a:ea typeface="Helvetica Neue Light"/>
                  <a:cs typeface="Helvetica Neue Light"/>
                  <a:sym typeface="Helvetica Neue Light"/>
                </a:defRPr>
              </a:pPr>
              <a:endParaRPr sz="2800" kern="0">
                <a:solidFill>
                  <a:srgbClr val="FFFFFF"/>
                </a:solidFill>
                <a:latin typeface="Helvetica Neue Light"/>
                <a:ea typeface="Helvetica Neue Light"/>
                <a:cs typeface="Helvetica Neue Light"/>
                <a:sym typeface="Helvetica Neue Light"/>
              </a:endParaRPr>
            </a:p>
          </p:txBody>
        </p:sp>
        <p:sp>
          <p:nvSpPr>
            <p:cNvPr id="33" name="Line">
              <a:extLst>
                <a:ext uri="{FF2B5EF4-FFF2-40B4-BE49-F238E27FC236}">
                  <a16:creationId xmlns:a16="http://schemas.microsoft.com/office/drawing/2014/main" id="{67B9CB7A-5666-4212-9954-C06141E98049}"/>
                </a:ext>
              </a:extLst>
            </p:cNvPr>
            <p:cNvSpPr/>
            <p:nvPr/>
          </p:nvSpPr>
          <p:spPr>
            <a:xfrm flipV="1">
              <a:off x="6220017" y="6521228"/>
              <a:ext cx="1239147" cy="1604056"/>
            </a:xfrm>
            <a:prstGeom prst="line">
              <a:avLst/>
            </a:prstGeom>
            <a:ln w="38100">
              <a:solidFill>
                <a:srgbClr val="000000"/>
              </a:solidFill>
              <a:miter lim="400000"/>
              <a:headEnd type="oval"/>
              <a:tailEnd type="triangle"/>
            </a:ln>
          </p:spPr>
          <p:txBody>
            <a:bodyPr lIns="0" tIns="0" rIns="0" bIns="0"/>
            <a:lstStyle/>
            <a:p>
              <a:pPr algn="ctr" defTabSz="584200" hangingPunct="0">
                <a:defRPr sz="3200">
                  <a:solidFill>
                    <a:srgbClr val="FFFFFF"/>
                  </a:solidFill>
                  <a:latin typeface="Helvetica Neue Light"/>
                  <a:ea typeface="Helvetica Neue Light"/>
                  <a:cs typeface="Helvetica Neue Light"/>
                  <a:sym typeface="Helvetica Neue Light"/>
                </a:defRPr>
              </a:pPr>
              <a:endParaRPr sz="2800" kern="0">
                <a:solidFill>
                  <a:srgbClr val="FFFFFF"/>
                </a:solidFill>
                <a:latin typeface="Helvetica Neue Light"/>
                <a:ea typeface="Helvetica Neue Light"/>
                <a:cs typeface="Helvetica Neue Light"/>
                <a:sym typeface="Helvetica Neue Light"/>
              </a:endParaRPr>
            </a:p>
          </p:txBody>
        </p:sp>
        <p:sp>
          <p:nvSpPr>
            <p:cNvPr id="34" name="Line">
              <a:extLst>
                <a:ext uri="{FF2B5EF4-FFF2-40B4-BE49-F238E27FC236}">
                  <a16:creationId xmlns:a16="http://schemas.microsoft.com/office/drawing/2014/main" id="{9A3C3424-3427-4B74-B406-FA7B04258617}"/>
                </a:ext>
              </a:extLst>
            </p:cNvPr>
            <p:cNvSpPr/>
            <p:nvPr/>
          </p:nvSpPr>
          <p:spPr>
            <a:xfrm>
              <a:off x="3682637" y="6344538"/>
              <a:ext cx="3702250" cy="1"/>
            </a:xfrm>
            <a:prstGeom prst="line">
              <a:avLst/>
            </a:prstGeom>
            <a:ln w="38100">
              <a:solidFill>
                <a:srgbClr val="000000"/>
              </a:solidFill>
              <a:miter lim="400000"/>
              <a:headEnd type="triangle" len="sm"/>
              <a:tailEnd type="triangle" len="sm"/>
            </a:ln>
          </p:spPr>
          <p:txBody>
            <a:bodyPr lIns="0" tIns="0" rIns="0" bIns="0"/>
            <a:lstStyle/>
            <a:p>
              <a:pPr algn="ctr" defTabSz="584200" hangingPunct="0">
                <a:defRPr sz="3200">
                  <a:solidFill>
                    <a:srgbClr val="FFFFFF"/>
                  </a:solidFill>
                  <a:latin typeface="Helvetica Neue Light"/>
                  <a:ea typeface="Helvetica Neue Light"/>
                  <a:cs typeface="Helvetica Neue Light"/>
                  <a:sym typeface="Helvetica Neue Light"/>
                </a:defRPr>
              </a:pPr>
              <a:endParaRPr sz="2800" kern="0">
                <a:solidFill>
                  <a:srgbClr val="FFFFFF"/>
                </a:solidFill>
                <a:latin typeface="Helvetica Neue Light"/>
                <a:ea typeface="Helvetica Neue Light"/>
                <a:cs typeface="Helvetica Neue Light"/>
                <a:sym typeface="Helvetica Neue Light"/>
              </a:endParaRPr>
            </a:p>
          </p:txBody>
        </p:sp>
        <p:sp>
          <p:nvSpPr>
            <p:cNvPr id="35" name="0.010 sec">
              <a:extLst>
                <a:ext uri="{FF2B5EF4-FFF2-40B4-BE49-F238E27FC236}">
                  <a16:creationId xmlns:a16="http://schemas.microsoft.com/office/drawing/2014/main" id="{194B820F-D9CA-43E6-8208-01D867A4204B}"/>
                </a:ext>
              </a:extLst>
            </p:cNvPr>
            <p:cNvSpPr txBox="1"/>
            <p:nvPr/>
          </p:nvSpPr>
          <p:spPr>
            <a:xfrm>
              <a:off x="4408188" y="5638614"/>
              <a:ext cx="2251141" cy="738836"/>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none" lIns="50800" tIns="50800" rIns="50800" bIns="50800" anchor="ctr">
              <a:spAutoFit/>
            </a:bodyPr>
            <a:lstStyle>
              <a:lvl1pPr>
                <a:defRPr i="1"/>
              </a:lvl1pPr>
            </a:lstStyle>
            <a:p>
              <a:pPr algn="ctr" defTabSz="584200" hangingPunct="0"/>
              <a:r>
                <a:rPr sz="2400" kern="0" dirty="0">
                  <a:solidFill>
                    <a:srgbClr val="000000"/>
                  </a:solidFill>
                  <a:latin typeface="Helvetica"/>
                  <a:cs typeface="Helvetica"/>
                  <a:sym typeface="Helvetica"/>
                </a:rPr>
                <a:t>0.010 sec</a:t>
              </a:r>
            </a:p>
          </p:txBody>
        </p:sp>
        <p:sp>
          <p:nvSpPr>
            <p:cNvPr id="36" name="t">
              <a:extLst>
                <a:ext uri="{FF2B5EF4-FFF2-40B4-BE49-F238E27FC236}">
                  <a16:creationId xmlns:a16="http://schemas.microsoft.com/office/drawing/2014/main" id="{D0362DA9-61FF-4030-98A7-193F7487325C}"/>
                </a:ext>
              </a:extLst>
            </p:cNvPr>
            <p:cNvSpPr txBox="1"/>
            <p:nvPr/>
          </p:nvSpPr>
          <p:spPr>
            <a:xfrm>
              <a:off x="6049778" y="8093986"/>
              <a:ext cx="293627" cy="738836"/>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none" lIns="50800" tIns="50800" rIns="50800" bIns="50800" anchor="ctr">
              <a:spAutoFit/>
            </a:bodyPr>
            <a:lstStyle/>
            <a:p>
              <a:pPr algn="ctr" defTabSz="584200" hangingPunct="0"/>
              <a:r>
                <a:rPr sz="2400" kern="0">
                  <a:solidFill>
                    <a:srgbClr val="000000"/>
                  </a:solidFill>
                  <a:latin typeface="Helvetica"/>
                  <a:cs typeface="Helvetica"/>
                  <a:sym typeface="Helvetica"/>
                </a:rPr>
                <a:t>t</a:t>
              </a:r>
            </a:p>
          </p:txBody>
        </p:sp>
        <p:sp>
          <p:nvSpPr>
            <p:cNvPr id="37" name="Range: [t+x, t + RTT-x]">
              <a:extLst>
                <a:ext uri="{FF2B5EF4-FFF2-40B4-BE49-F238E27FC236}">
                  <a16:creationId xmlns:a16="http://schemas.microsoft.com/office/drawing/2014/main" id="{00C1BB40-CB33-4A05-AF47-1F6E0C553EA2}"/>
                </a:ext>
              </a:extLst>
            </p:cNvPr>
            <p:cNvSpPr txBox="1"/>
            <p:nvPr/>
          </p:nvSpPr>
          <p:spPr>
            <a:xfrm>
              <a:off x="2636363" y="8608165"/>
              <a:ext cx="5297838" cy="738836"/>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none" lIns="50800" tIns="50800" rIns="50800" bIns="50800" anchor="ctr">
              <a:spAutoFit/>
            </a:bodyPr>
            <a:lstStyle>
              <a:lvl1pPr>
                <a:defRPr b="1"/>
              </a:lvl1pPr>
            </a:lstStyle>
            <a:p>
              <a:pPr algn="ctr" defTabSz="584200" hangingPunct="0"/>
              <a:r>
                <a:rPr sz="2400" kern="0">
                  <a:solidFill>
                    <a:srgbClr val="000000"/>
                  </a:solidFill>
                  <a:latin typeface="Helvetica"/>
                  <a:cs typeface="Helvetica"/>
                  <a:sym typeface="Helvetica"/>
                </a:rPr>
                <a:t>Range: [</a:t>
              </a:r>
              <a:r>
                <a:rPr sz="2400" kern="0" err="1">
                  <a:solidFill>
                    <a:srgbClr val="000000"/>
                  </a:solidFill>
                  <a:latin typeface="Helvetica"/>
                  <a:cs typeface="Helvetica"/>
                  <a:sym typeface="Helvetica"/>
                </a:rPr>
                <a:t>t+x</a:t>
              </a:r>
              <a:r>
                <a:rPr sz="2400" kern="0">
                  <a:solidFill>
                    <a:srgbClr val="000000"/>
                  </a:solidFill>
                  <a:latin typeface="Helvetica"/>
                  <a:cs typeface="Helvetica"/>
                  <a:sym typeface="Helvetica"/>
                </a:rPr>
                <a:t>, t + RTT-x]</a:t>
              </a:r>
            </a:p>
          </p:txBody>
        </p:sp>
        <p:sp>
          <p:nvSpPr>
            <p:cNvPr id="38" name="Line">
              <a:extLst>
                <a:ext uri="{FF2B5EF4-FFF2-40B4-BE49-F238E27FC236}">
                  <a16:creationId xmlns:a16="http://schemas.microsoft.com/office/drawing/2014/main" id="{7A276352-F257-428B-974C-D97FBF2CA431}"/>
                </a:ext>
              </a:extLst>
            </p:cNvPr>
            <p:cNvSpPr/>
            <p:nvPr/>
          </p:nvSpPr>
          <p:spPr>
            <a:xfrm>
              <a:off x="1734279" y="5202223"/>
              <a:ext cx="9065310" cy="1"/>
            </a:xfrm>
            <a:prstGeom prst="line">
              <a:avLst/>
            </a:prstGeom>
            <a:ln w="25400">
              <a:solidFill>
                <a:srgbClr val="000000"/>
              </a:solidFill>
              <a:miter lim="400000"/>
              <a:tailEnd type="triangle"/>
            </a:ln>
          </p:spPr>
          <p:txBody>
            <a:bodyPr lIns="0" tIns="0" rIns="0" bIns="0"/>
            <a:lstStyle/>
            <a:p>
              <a:pPr algn="ctr" defTabSz="584200" hangingPunct="0">
                <a:defRPr sz="3200">
                  <a:solidFill>
                    <a:srgbClr val="FFFFFF"/>
                  </a:solidFill>
                  <a:latin typeface="Helvetica Neue Light"/>
                  <a:ea typeface="Helvetica Neue Light"/>
                  <a:cs typeface="Helvetica Neue Light"/>
                  <a:sym typeface="Helvetica Neue Light"/>
                </a:defRPr>
              </a:pPr>
              <a:endParaRPr sz="2800" kern="0">
                <a:solidFill>
                  <a:srgbClr val="FFFFFF"/>
                </a:solidFill>
                <a:latin typeface="Helvetica Neue Light"/>
                <a:ea typeface="Helvetica Neue Light"/>
                <a:cs typeface="Helvetica Neue Light"/>
                <a:sym typeface="Helvetica Neue Light"/>
              </a:endParaRPr>
            </a:p>
          </p:txBody>
        </p:sp>
        <p:sp>
          <p:nvSpPr>
            <p:cNvPr id="39" name="Line">
              <a:extLst>
                <a:ext uri="{FF2B5EF4-FFF2-40B4-BE49-F238E27FC236}">
                  <a16:creationId xmlns:a16="http://schemas.microsoft.com/office/drawing/2014/main" id="{8D72D2A2-8DD7-415B-9818-8653973F868A}"/>
                </a:ext>
              </a:extLst>
            </p:cNvPr>
            <p:cNvSpPr/>
            <p:nvPr/>
          </p:nvSpPr>
          <p:spPr>
            <a:xfrm>
              <a:off x="1734279" y="3551223"/>
              <a:ext cx="9065310" cy="1"/>
            </a:xfrm>
            <a:prstGeom prst="line">
              <a:avLst/>
            </a:prstGeom>
            <a:ln w="25400">
              <a:solidFill>
                <a:srgbClr val="000000"/>
              </a:solidFill>
              <a:miter lim="400000"/>
              <a:tailEnd type="triangle"/>
            </a:ln>
          </p:spPr>
          <p:txBody>
            <a:bodyPr lIns="0" tIns="0" rIns="0" bIns="0"/>
            <a:lstStyle/>
            <a:p>
              <a:pPr algn="ctr" defTabSz="584200" hangingPunct="0">
                <a:defRPr sz="3200">
                  <a:solidFill>
                    <a:srgbClr val="FFFFFF"/>
                  </a:solidFill>
                  <a:latin typeface="Helvetica Neue Light"/>
                  <a:ea typeface="Helvetica Neue Light"/>
                  <a:cs typeface="Helvetica Neue Light"/>
                  <a:sym typeface="Helvetica Neue Light"/>
                </a:defRPr>
              </a:pPr>
              <a:endParaRPr sz="2800" kern="0">
                <a:solidFill>
                  <a:srgbClr val="FFFFFF"/>
                </a:solidFill>
                <a:latin typeface="Helvetica Neue Light"/>
                <a:ea typeface="Helvetica Neue Light"/>
                <a:cs typeface="Helvetica Neue Light"/>
                <a:sym typeface="Helvetica Neue Light"/>
              </a:endParaRPr>
            </a:p>
          </p:txBody>
        </p:sp>
        <p:sp>
          <p:nvSpPr>
            <p:cNvPr id="40" name="C">
              <a:extLst>
                <a:ext uri="{FF2B5EF4-FFF2-40B4-BE49-F238E27FC236}">
                  <a16:creationId xmlns:a16="http://schemas.microsoft.com/office/drawing/2014/main" id="{440DE811-69D3-4835-A42A-2F9217CCA641}"/>
                </a:ext>
              </a:extLst>
            </p:cNvPr>
            <p:cNvSpPr txBox="1"/>
            <p:nvPr/>
          </p:nvSpPr>
          <p:spPr>
            <a:xfrm>
              <a:off x="1036935" y="3181802"/>
              <a:ext cx="509456" cy="738836"/>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none" lIns="50800" tIns="50800" rIns="50800" bIns="50800" anchor="ctr">
              <a:spAutoFit/>
            </a:bodyPr>
            <a:lstStyle/>
            <a:p>
              <a:pPr algn="ctr" defTabSz="584200" hangingPunct="0"/>
              <a:r>
                <a:rPr sz="2400" kern="0">
                  <a:solidFill>
                    <a:srgbClr val="000000"/>
                  </a:solidFill>
                  <a:latin typeface="Helvetica"/>
                  <a:cs typeface="Helvetica"/>
                  <a:sym typeface="Helvetica"/>
                </a:rPr>
                <a:t>C</a:t>
              </a:r>
            </a:p>
          </p:txBody>
        </p:sp>
        <p:sp>
          <p:nvSpPr>
            <p:cNvPr id="41" name="D">
              <a:extLst>
                <a:ext uri="{FF2B5EF4-FFF2-40B4-BE49-F238E27FC236}">
                  <a16:creationId xmlns:a16="http://schemas.microsoft.com/office/drawing/2014/main" id="{DF2C8661-8A2C-473F-A1D6-9E10D3B53469}"/>
                </a:ext>
              </a:extLst>
            </p:cNvPr>
            <p:cNvSpPr txBox="1"/>
            <p:nvPr/>
          </p:nvSpPr>
          <p:spPr>
            <a:xfrm>
              <a:off x="1036935" y="4769304"/>
              <a:ext cx="509456" cy="738836"/>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none" lIns="50800" tIns="50800" rIns="50800" bIns="50800" anchor="ctr">
              <a:spAutoFit/>
            </a:bodyPr>
            <a:lstStyle/>
            <a:p>
              <a:pPr algn="ctr" defTabSz="584200" hangingPunct="0"/>
              <a:r>
                <a:rPr sz="2400" kern="0">
                  <a:solidFill>
                    <a:srgbClr val="000000"/>
                  </a:solidFill>
                  <a:latin typeface="Helvetica"/>
                  <a:cs typeface="Helvetica"/>
                  <a:sym typeface="Helvetica"/>
                </a:rPr>
                <a:t>D</a:t>
              </a:r>
            </a:p>
          </p:txBody>
        </p:sp>
        <p:sp>
          <p:nvSpPr>
            <p:cNvPr id="42" name="Line">
              <a:extLst>
                <a:ext uri="{FF2B5EF4-FFF2-40B4-BE49-F238E27FC236}">
                  <a16:creationId xmlns:a16="http://schemas.microsoft.com/office/drawing/2014/main" id="{68AE6665-1444-4F74-8143-D1E2761F2490}"/>
                </a:ext>
              </a:extLst>
            </p:cNvPr>
            <p:cNvSpPr/>
            <p:nvPr/>
          </p:nvSpPr>
          <p:spPr>
            <a:xfrm>
              <a:off x="3217780" y="3551220"/>
              <a:ext cx="934905" cy="1587774"/>
            </a:xfrm>
            <a:prstGeom prst="line">
              <a:avLst/>
            </a:prstGeom>
            <a:ln w="38100">
              <a:solidFill>
                <a:srgbClr val="000000"/>
              </a:solidFill>
              <a:miter lim="400000"/>
              <a:headEnd type="oval"/>
              <a:tailEnd type="triangle"/>
            </a:ln>
          </p:spPr>
          <p:txBody>
            <a:bodyPr lIns="0" tIns="0" rIns="0" bIns="0"/>
            <a:lstStyle/>
            <a:p>
              <a:pPr algn="ctr" defTabSz="584200" hangingPunct="0">
                <a:defRPr sz="3200">
                  <a:solidFill>
                    <a:srgbClr val="FFFFFF"/>
                  </a:solidFill>
                  <a:latin typeface="Helvetica Neue Light"/>
                  <a:ea typeface="Helvetica Neue Light"/>
                  <a:cs typeface="Helvetica Neue Light"/>
                  <a:sym typeface="Helvetica Neue Light"/>
                </a:defRPr>
              </a:pPr>
              <a:endParaRPr sz="2800" kern="0">
                <a:solidFill>
                  <a:srgbClr val="FFFFFF"/>
                </a:solidFill>
                <a:latin typeface="Helvetica Neue Light"/>
                <a:ea typeface="Helvetica Neue Light"/>
                <a:cs typeface="Helvetica Neue Light"/>
                <a:sym typeface="Helvetica Neue Light"/>
              </a:endParaRPr>
            </a:p>
          </p:txBody>
        </p:sp>
        <p:sp>
          <p:nvSpPr>
            <p:cNvPr id="43" name="Line">
              <a:extLst>
                <a:ext uri="{FF2B5EF4-FFF2-40B4-BE49-F238E27FC236}">
                  <a16:creationId xmlns:a16="http://schemas.microsoft.com/office/drawing/2014/main" id="{028D73D5-9D9E-4C67-A4E1-7BDDE4C72C70}"/>
                </a:ext>
              </a:extLst>
            </p:cNvPr>
            <p:cNvSpPr/>
            <p:nvPr/>
          </p:nvSpPr>
          <p:spPr>
            <a:xfrm flipV="1">
              <a:off x="4276700" y="3630470"/>
              <a:ext cx="3189544" cy="1549877"/>
            </a:xfrm>
            <a:prstGeom prst="line">
              <a:avLst/>
            </a:prstGeom>
            <a:ln w="38100">
              <a:solidFill>
                <a:srgbClr val="000000"/>
              </a:solidFill>
              <a:miter lim="400000"/>
              <a:headEnd type="oval"/>
              <a:tailEnd type="triangle"/>
            </a:ln>
          </p:spPr>
          <p:txBody>
            <a:bodyPr lIns="0" tIns="0" rIns="0" bIns="0"/>
            <a:lstStyle/>
            <a:p>
              <a:pPr algn="ctr" defTabSz="584200" hangingPunct="0">
                <a:defRPr sz="3200">
                  <a:solidFill>
                    <a:srgbClr val="FFFFFF"/>
                  </a:solidFill>
                  <a:latin typeface="Helvetica Neue Light"/>
                  <a:ea typeface="Helvetica Neue Light"/>
                  <a:cs typeface="Helvetica Neue Light"/>
                  <a:sym typeface="Helvetica Neue Light"/>
                </a:defRPr>
              </a:pPr>
              <a:endParaRPr sz="2800" kern="0">
                <a:solidFill>
                  <a:srgbClr val="FFFFFF"/>
                </a:solidFill>
                <a:latin typeface="Helvetica Neue Light"/>
                <a:ea typeface="Helvetica Neue Light"/>
                <a:cs typeface="Helvetica Neue Light"/>
                <a:sym typeface="Helvetica Neue Light"/>
              </a:endParaRPr>
            </a:p>
          </p:txBody>
        </p:sp>
        <p:sp>
          <p:nvSpPr>
            <p:cNvPr id="44" name="Line">
              <a:extLst>
                <a:ext uri="{FF2B5EF4-FFF2-40B4-BE49-F238E27FC236}">
                  <a16:creationId xmlns:a16="http://schemas.microsoft.com/office/drawing/2014/main" id="{C34AA7F2-CA3C-4427-958F-800A64AAF613}"/>
                </a:ext>
              </a:extLst>
            </p:cNvPr>
            <p:cNvSpPr/>
            <p:nvPr/>
          </p:nvSpPr>
          <p:spPr>
            <a:xfrm>
              <a:off x="3674478" y="3388157"/>
              <a:ext cx="3702249" cy="1"/>
            </a:xfrm>
            <a:prstGeom prst="line">
              <a:avLst/>
            </a:prstGeom>
            <a:ln w="38100">
              <a:solidFill>
                <a:srgbClr val="000000"/>
              </a:solidFill>
              <a:miter lim="400000"/>
              <a:headEnd type="triangle" len="sm"/>
              <a:tailEnd type="triangle" len="sm"/>
            </a:ln>
          </p:spPr>
          <p:txBody>
            <a:bodyPr lIns="0" tIns="0" rIns="0" bIns="0"/>
            <a:lstStyle/>
            <a:p>
              <a:pPr algn="ctr" defTabSz="584200" hangingPunct="0">
                <a:defRPr sz="3200">
                  <a:solidFill>
                    <a:srgbClr val="FFFFFF"/>
                  </a:solidFill>
                  <a:latin typeface="Helvetica Neue Light"/>
                  <a:ea typeface="Helvetica Neue Light"/>
                  <a:cs typeface="Helvetica Neue Light"/>
                  <a:sym typeface="Helvetica Neue Light"/>
                </a:defRPr>
              </a:pPr>
              <a:endParaRPr sz="2800" kern="0">
                <a:solidFill>
                  <a:srgbClr val="FFFFFF"/>
                </a:solidFill>
                <a:latin typeface="Helvetica Neue Light"/>
                <a:ea typeface="Helvetica Neue Light"/>
                <a:cs typeface="Helvetica Neue Light"/>
                <a:sym typeface="Helvetica Neue Light"/>
              </a:endParaRPr>
            </a:p>
          </p:txBody>
        </p:sp>
        <p:sp>
          <p:nvSpPr>
            <p:cNvPr id="45" name="0.010 sec">
              <a:extLst>
                <a:ext uri="{FF2B5EF4-FFF2-40B4-BE49-F238E27FC236}">
                  <a16:creationId xmlns:a16="http://schemas.microsoft.com/office/drawing/2014/main" id="{0F3F5B4B-3F77-40A3-B7F0-407457F85733}"/>
                </a:ext>
              </a:extLst>
            </p:cNvPr>
            <p:cNvSpPr txBox="1"/>
            <p:nvPr/>
          </p:nvSpPr>
          <p:spPr>
            <a:xfrm>
              <a:off x="4400030" y="2682234"/>
              <a:ext cx="2251141" cy="738836"/>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none" lIns="50800" tIns="50800" rIns="50800" bIns="50800" anchor="ctr">
              <a:spAutoFit/>
            </a:bodyPr>
            <a:lstStyle>
              <a:lvl1pPr>
                <a:defRPr i="1"/>
              </a:lvl1pPr>
            </a:lstStyle>
            <a:p>
              <a:pPr algn="ctr" defTabSz="584200" hangingPunct="0"/>
              <a:r>
                <a:rPr sz="2400" kern="0">
                  <a:solidFill>
                    <a:srgbClr val="000000"/>
                  </a:solidFill>
                  <a:latin typeface="Helvetica"/>
                  <a:cs typeface="Helvetica"/>
                  <a:sym typeface="Helvetica"/>
                </a:rPr>
                <a:t>0.010 sec</a:t>
              </a:r>
            </a:p>
          </p:txBody>
        </p:sp>
        <p:sp>
          <p:nvSpPr>
            <p:cNvPr id="46" name="t">
              <a:extLst>
                <a:ext uri="{FF2B5EF4-FFF2-40B4-BE49-F238E27FC236}">
                  <a16:creationId xmlns:a16="http://schemas.microsoft.com/office/drawing/2014/main" id="{D63AB620-9F75-4FCF-8AB1-B7039932A816}"/>
                </a:ext>
              </a:extLst>
            </p:cNvPr>
            <p:cNvSpPr txBox="1"/>
            <p:nvPr/>
          </p:nvSpPr>
          <p:spPr>
            <a:xfrm>
              <a:off x="4000465" y="5140145"/>
              <a:ext cx="293627" cy="738836"/>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none" lIns="50800" tIns="50800" rIns="50800" bIns="50800" anchor="ctr">
              <a:spAutoFit/>
            </a:bodyPr>
            <a:lstStyle/>
            <a:p>
              <a:pPr algn="ctr" defTabSz="584200" hangingPunct="0"/>
              <a:r>
                <a:rPr sz="2400" kern="0">
                  <a:solidFill>
                    <a:srgbClr val="000000"/>
                  </a:solidFill>
                  <a:latin typeface="Helvetica"/>
                  <a:cs typeface="Helvetica"/>
                  <a:sym typeface="Helvetica"/>
                </a:rPr>
                <a:t>t</a:t>
              </a:r>
            </a:p>
          </p:txBody>
        </p:sp>
        <p:sp>
          <p:nvSpPr>
            <p:cNvPr id="47" name="x">
              <a:extLst>
                <a:ext uri="{FF2B5EF4-FFF2-40B4-BE49-F238E27FC236}">
                  <a16:creationId xmlns:a16="http://schemas.microsoft.com/office/drawing/2014/main" id="{D25BDDFA-B22E-44EB-903D-40724933C814}"/>
                </a:ext>
              </a:extLst>
            </p:cNvPr>
            <p:cNvSpPr txBox="1"/>
            <p:nvPr/>
          </p:nvSpPr>
          <p:spPr>
            <a:xfrm>
              <a:off x="3253752" y="4156049"/>
              <a:ext cx="401541" cy="738836"/>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none" lIns="50800" tIns="50800" rIns="50800" bIns="50800" anchor="ctr">
              <a:spAutoFit/>
            </a:bodyPr>
            <a:lstStyle/>
            <a:p>
              <a:pPr algn="ctr" defTabSz="584200" hangingPunct="0"/>
              <a:r>
                <a:rPr sz="2400" kern="0">
                  <a:solidFill>
                    <a:srgbClr val="000000"/>
                  </a:solidFill>
                  <a:latin typeface="Helvetica"/>
                  <a:cs typeface="Helvetica"/>
                  <a:sym typeface="Helvetica"/>
                </a:rPr>
                <a:t>x</a:t>
              </a:r>
            </a:p>
          </p:txBody>
        </p:sp>
        <p:sp>
          <p:nvSpPr>
            <p:cNvPr id="48" name="x">
              <a:extLst>
                <a:ext uri="{FF2B5EF4-FFF2-40B4-BE49-F238E27FC236}">
                  <a16:creationId xmlns:a16="http://schemas.microsoft.com/office/drawing/2014/main" id="{3A981054-7811-4560-959E-76A1205ED59B}"/>
                </a:ext>
              </a:extLst>
            </p:cNvPr>
            <p:cNvSpPr txBox="1"/>
            <p:nvPr/>
          </p:nvSpPr>
          <p:spPr>
            <a:xfrm>
              <a:off x="6891375" y="7261881"/>
              <a:ext cx="401541" cy="738836"/>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none" lIns="50800" tIns="50800" rIns="50800" bIns="50800" anchor="ctr">
              <a:spAutoFit/>
            </a:bodyPr>
            <a:lstStyle/>
            <a:p>
              <a:pPr algn="ctr" defTabSz="584200" hangingPunct="0"/>
              <a:r>
                <a:rPr sz="2400" kern="0">
                  <a:solidFill>
                    <a:srgbClr val="000000"/>
                  </a:solidFill>
                  <a:latin typeface="Helvetica"/>
                  <a:cs typeface="Helvetica"/>
                  <a:sym typeface="Helvetica"/>
                </a:rPr>
                <a:t>x</a:t>
              </a:r>
            </a:p>
          </p:txBody>
        </p:sp>
      </p:grpSp>
      <p:cxnSp>
        <p:nvCxnSpPr>
          <p:cNvPr id="7" name="Straight Connector 6">
            <a:extLst>
              <a:ext uri="{FF2B5EF4-FFF2-40B4-BE49-F238E27FC236}">
                <a16:creationId xmlns:a16="http://schemas.microsoft.com/office/drawing/2014/main" id="{A14842E3-0F8B-E442-A907-50675E4A3DD0}"/>
              </a:ext>
            </a:extLst>
          </p:cNvPr>
          <p:cNvCxnSpPr>
            <a:cxnSpLocks/>
          </p:cNvCxnSpPr>
          <p:nvPr/>
        </p:nvCxnSpPr>
        <p:spPr>
          <a:xfrm>
            <a:off x="4858375" y="3155621"/>
            <a:ext cx="17443" cy="2828641"/>
          </a:xfrm>
          <a:prstGeom prst="line">
            <a:avLst/>
          </a:prstGeom>
          <a:ln>
            <a:prstDash val="dash"/>
          </a:ln>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id="{D6F3EB25-B7C9-C046-9DA3-482EC60DEEF3}"/>
              </a:ext>
            </a:extLst>
          </p:cNvPr>
          <p:cNvCxnSpPr>
            <a:cxnSpLocks/>
          </p:cNvCxnSpPr>
          <p:nvPr/>
        </p:nvCxnSpPr>
        <p:spPr>
          <a:xfrm>
            <a:off x="6110439" y="3142193"/>
            <a:ext cx="17762" cy="2880361"/>
          </a:xfrm>
          <a:prstGeom prst="line">
            <a:avLst/>
          </a:prstGeom>
          <a:ln>
            <a:prstDash val="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8153358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836B81-EB81-4E12-88AF-392AC9E1F95A}"/>
              </a:ext>
            </a:extLst>
          </p:cNvPr>
          <p:cNvSpPr>
            <a:spLocks noGrp="1"/>
          </p:cNvSpPr>
          <p:nvPr>
            <p:ph type="title"/>
          </p:nvPr>
        </p:nvSpPr>
        <p:spPr/>
        <p:txBody>
          <a:bodyPr/>
          <a:lstStyle/>
          <a:p>
            <a:r>
              <a:rPr lang="en-US"/>
              <a:t>Ordering</a:t>
            </a:r>
          </a:p>
        </p:txBody>
      </p:sp>
      <p:sp>
        <p:nvSpPr>
          <p:cNvPr id="3" name="Content Placeholder 2">
            <a:extLst>
              <a:ext uri="{FF2B5EF4-FFF2-40B4-BE49-F238E27FC236}">
                <a16:creationId xmlns:a16="http://schemas.microsoft.com/office/drawing/2014/main" id="{A0778884-8099-41E4-BFF5-EFEF3B5CE223}"/>
              </a:ext>
            </a:extLst>
          </p:cNvPr>
          <p:cNvSpPr>
            <a:spLocks noGrp="1"/>
          </p:cNvSpPr>
          <p:nvPr>
            <p:ph idx="1"/>
          </p:nvPr>
        </p:nvSpPr>
        <p:spPr/>
        <p:txBody>
          <a:bodyPr>
            <a:normAutofit lnSpcReduction="10000"/>
          </a:bodyPr>
          <a:lstStyle/>
          <a:p>
            <a:r>
              <a:rPr lang="en-US"/>
              <a:t>Sometimes we don’t actually need clock time</a:t>
            </a:r>
          </a:p>
          <a:p>
            <a:endParaRPr lang="en-US"/>
          </a:p>
          <a:p>
            <a:r>
              <a:rPr lang="en-US"/>
              <a:t>We just care about the order of events!</a:t>
            </a:r>
          </a:p>
          <a:p>
            <a:endParaRPr lang="en-US"/>
          </a:p>
          <a:p>
            <a:r>
              <a:rPr lang="en-US"/>
              <a:t>What event happens before another event?</a:t>
            </a:r>
          </a:p>
          <a:p>
            <a:r>
              <a:rPr lang="en-US"/>
              <a:t>e </a:t>
            </a:r>
            <a:r>
              <a:rPr lang="en-US">
                <a:sym typeface="Wingdings" panose="05000000000000000000" pitchFamily="2" charset="2"/>
              </a:rPr>
              <a:t> </a:t>
            </a:r>
            <a:r>
              <a:rPr lang="en-US"/>
              <a:t>e’ means event e happens before event e’</a:t>
            </a:r>
          </a:p>
          <a:p>
            <a:endParaRPr lang="en-US"/>
          </a:p>
          <a:p>
            <a:r>
              <a:rPr lang="en-US"/>
              <a:t>Easy: we’ll just use counters in each process and update them when events happen!</a:t>
            </a:r>
          </a:p>
          <a:p>
            <a:r>
              <a:rPr lang="en-US"/>
              <a:t>Maybe not so easy…</a:t>
            </a:r>
          </a:p>
        </p:txBody>
      </p:sp>
      <p:sp>
        <p:nvSpPr>
          <p:cNvPr id="4" name="Footer Placeholder 3">
            <a:extLst>
              <a:ext uri="{FF2B5EF4-FFF2-40B4-BE49-F238E27FC236}">
                <a16:creationId xmlns:a16="http://schemas.microsoft.com/office/drawing/2014/main" id="{AAFF8031-D545-40D5-A289-CDE71FD06130}"/>
              </a:ext>
            </a:extLst>
          </p:cNvPr>
          <p:cNvSpPr>
            <a:spLocks noGrp="1"/>
          </p:cNvSpPr>
          <p:nvPr>
            <p:ph type="ftr" sz="quarter" idx="11"/>
          </p:nvPr>
        </p:nvSpPr>
        <p:spPr/>
        <p:txBody>
          <a:bodyPr/>
          <a:lstStyle/>
          <a:p>
            <a:r>
              <a:rPr lang="en-US"/>
              <a:t>Prof. Tim Wood &amp; Prof. Roozbeh Haghnazar</a:t>
            </a:r>
          </a:p>
        </p:txBody>
      </p:sp>
    </p:spTree>
    <p:extLst>
      <p:ext uri="{BB962C8B-B14F-4D97-AF65-F5344CB8AC3E}">
        <p14:creationId xmlns:p14="http://schemas.microsoft.com/office/powerpoint/2010/main" val="356961710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FF19E8-C3FE-4791-A605-1754E3D59CF7}"/>
              </a:ext>
            </a:extLst>
          </p:cNvPr>
          <p:cNvSpPr>
            <a:spLocks noGrp="1"/>
          </p:cNvSpPr>
          <p:nvPr>
            <p:ph type="title"/>
          </p:nvPr>
        </p:nvSpPr>
        <p:spPr/>
        <p:txBody>
          <a:bodyPr/>
          <a:lstStyle/>
          <a:p>
            <a:r>
              <a:rPr lang="en-US"/>
              <a:t>Ordering</a:t>
            </a:r>
          </a:p>
        </p:txBody>
      </p:sp>
      <p:sp>
        <p:nvSpPr>
          <p:cNvPr id="3" name="Content Placeholder 2">
            <a:extLst>
              <a:ext uri="{FF2B5EF4-FFF2-40B4-BE49-F238E27FC236}">
                <a16:creationId xmlns:a16="http://schemas.microsoft.com/office/drawing/2014/main" id="{51EA716B-21AB-4652-B788-675E48C1279C}"/>
              </a:ext>
            </a:extLst>
          </p:cNvPr>
          <p:cNvSpPr>
            <a:spLocks noGrp="1"/>
          </p:cNvSpPr>
          <p:nvPr>
            <p:ph idx="1"/>
          </p:nvPr>
        </p:nvSpPr>
        <p:spPr/>
        <p:txBody>
          <a:bodyPr/>
          <a:lstStyle/>
          <a:p>
            <a:r>
              <a:rPr lang="en-US"/>
              <a:t>An event is </a:t>
            </a:r>
            <a:r>
              <a:rPr lang="en-US" b="1">
                <a:latin typeface="Helvetica Neue"/>
                <a:ea typeface="Helvetica Neue"/>
                <a:cs typeface="Helvetica Neue"/>
                <a:sym typeface="Helvetica Neue"/>
              </a:rPr>
              <a:t>one</a:t>
            </a:r>
            <a:r>
              <a:rPr lang="en-US"/>
              <a:t> of the following:</a:t>
            </a:r>
          </a:p>
          <a:p>
            <a:pPr lvl="1"/>
            <a:r>
              <a:rPr lang="en-US"/>
              <a:t>Action that occurs within a process</a:t>
            </a:r>
          </a:p>
          <a:p>
            <a:pPr lvl="1"/>
            <a:r>
              <a:rPr lang="en-US"/>
              <a:t>Sending a message</a:t>
            </a:r>
          </a:p>
          <a:p>
            <a:pPr lvl="1"/>
            <a:r>
              <a:rPr lang="en-US"/>
              <a:t>Receiving a message</a:t>
            </a:r>
          </a:p>
          <a:p>
            <a:r>
              <a:rPr lang="en-US"/>
              <a:t>What is true? What can’t we know?</a:t>
            </a:r>
          </a:p>
        </p:txBody>
      </p:sp>
      <p:sp>
        <p:nvSpPr>
          <p:cNvPr id="4" name="Footer Placeholder 3">
            <a:extLst>
              <a:ext uri="{FF2B5EF4-FFF2-40B4-BE49-F238E27FC236}">
                <a16:creationId xmlns:a16="http://schemas.microsoft.com/office/drawing/2014/main" id="{B5BF77AE-498A-473B-BD41-8C81972A40B2}"/>
              </a:ext>
            </a:extLst>
          </p:cNvPr>
          <p:cNvSpPr>
            <a:spLocks noGrp="1"/>
          </p:cNvSpPr>
          <p:nvPr>
            <p:ph type="ftr" sz="quarter" idx="11"/>
          </p:nvPr>
        </p:nvSpPr>
        <p:spPr/>
        <p:txBody>
          <a:bodyPr/>
          <a:lstStyle/>
          <a:p>
            <a:r>
              <a:rPr lang="en-US"/>
              <a:t>Prof. Tim Wood &amp; Prof. Roozbeh Haghnazar</a:t>
            </a:r>
          </a:p>
        </p:txBody>
      </p:sp>
      <p:grpSp>
        <p:nvGrpSpPr>
          <p:cNvPr id="8" name="Group 7">
            <a:extLst>
              <a:ext uri="{FF2B5EF4-FFF2-40B4-BE49-F238E27FC236}">
                <a16:creationId xmlns:a16="http://schemas.microsoft.com/office/drawing/2014/main" id="{0EFE55ED-9FF5-4922-A281-DF9ACCAE5064}"/>
              </a:ext>
            </a:extLst>
          </p:cNvPr>
          <p:cNvGrpSpPr/>
          <p:nvPr/>
        </p:nvGrpSpPr>
        <p:grpSpPr>
          <a:xfrm>
            <a:off x="4572000" y="4071418"/>
            <a:ext cx="6620421" cy="2584963"/>
            <a:chOff x="2270916" y="1669813"/>
            <a:chExt cx="9411677" cy="3524597"/>
          </a:xfrm>
        </p:grpSpPr>
        <p:pic>
          <p:nvPicPr>
            <p:cNvPr id="9" name="Image" descr="Image">
              <a:extLst>
                <a:ext uri="{FF2B5EF4-FFF2-40B4-BE49-F238E27FC236}">
                  <a16:creationId xmlns:a16="http://schemas.microsoft.com/office/drawing/2014/main" id="{573ACC6B-0CB0-4831-BB2B-FD4D66A75826}"/>
                </a:ext>
              </a:extLst>
            </p:cNvPr>
            <p:cNvPicPr>
              <a:picLocks noChangeAspect="1"/>
            </p:cNvPicPr>
            <p:nvPr/>
          </p:nvPicPr>
          <p:blipFill>
            <a:blip r:embed="rId2"/>
            <a:stretch>
              <a:fillRect/>
            </a:stretch>
          </p:blipFill>
          <p:spPr>
            <a:xfrm>
              <a:off x="2270916" y="1669813"/>
              <a:ext cx="9411677" cy="3524597"/>
            </a:xfrm>
            <a:prstGeom prst="rect">
              <a:avLst/>
            </a:prstGeom>
            <a:ln w="12700">
              <a:miter lim="400000"/>
            </a:ln>
          </p:spPr>
        </p:pic>
        <p:sp>
          <p:nvSpPr>
            <p:cNvPr id="10" name="Circle">
              <a:extLst>
                <a:ext uri="{FF2B5EF4-FFF2-40B4-BE49-F238E27FC236}">
                  <a16:creationId xmlns:a16="http://schemas.microsoft.com/office/drawing/2014/main" id="{6C3C9623-866E-4F23-910B-9008A57AB173}"/>
                </a:ext>
              </a:extLst>
            </p:cNvPr>
            <p:cNvSpPr/>
            <p:nvPr/>
          </p:nvSpPr>
          <p:spPr>
            <a:xfrm>
              <a:off x="6884045" y="2085339"/>
              <a:ext cx="121921" cy="121921"/>
            </a:xfrm>
            <a:prstGeom prst="ellipse">
              <a:avLst/>
            </a:prstGeom>
            <a:solidFill>
              <a:srgbClr val="000000"/>
            </a:solidFill>
            <a:ln w="25400">
              <a:solidFill>
                <a:srgbClr val="000000"/>
              </a:solidFill>
              <a:miter lim="400000"/>
            </a:ln>
          </p:spPr>
          <p:txBody>
            <a:bodyPr lIns="50800" tIns="50800" rIns="50800" bIns="50800" anchor="ctr"/>
            <a:lstStyle/>
            <a:p>
              <a:pPr>
                <a:defRPr sz="3200">
                  <a:solidFill>
                    <a:srgbClr val="FFFFFF"/>
                  </a:solidFill>
                  <a:latin typeface="Helvetica Neue Light"/>
                  <a:ea typeface="Helvetica Neue Light"/>
                  <a:cs typeface="Helvetica Neue Light"/>
                  <a:sym typeface="Helvetica Neue Light"/>
                </a:defRPr>
              </a:pPr>
              <a:endParaRPr/>
            </a:p>
          </p:txBody>
        </p:sp>
        <p:sp>
          <p:nvSpPr>
            <p:cNvPr id="11" name="g">
              <a:extLst>
                <a:ext uri="{FF2B5EF4-FFF2-40B4-BE49-F238E27FC236}">
                  <a16:creationId xmlns:a16="http://schemas.microsoft.com/office/drawing/2014/main" id="{138F1D9B-D213-46B9-A910-2626FCDA8286}"/>
                </a:ext>
              </a:extLst>
            </p:cNvPr>
            <p:cNvSpPr txBox="1"/>
            <p:nvPr/>
          </p:nvSpPr>
          <p:spPr>
            <a:xfrm>
              <a:off x="6791109" y="2101624"/>
              <a:ext cx="269690" cy="4318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50800" tIns="50800" rIns="50800" bIns="50800" anchor="ctr">
              <a:spAutoFit/>
            </a:bodyPr>
            <a:lstStyle>
              <a:lvl1pPr>
                <a:defRPr sz="2200" i="1"/>
              </a:lvl1pPr>
            </a:lstStyle>
            <a:p>
              <a:r>
                <a:t>g</a:t>
              </a:r>
            </a:p>
          </p:txBody>
        </p:sp>
      </p:grpSp>
    </p:spTree>
    <p:extLst>
      <p:ext uri="{BB962C8B-B14F-4D97-AF65-F5344CB8AC3E}">
        <p14:creationId xmlns:p14="http://schemas.microsoft.com/office/powerpoint/2010/main" val="319193794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08B61E-0084-4DC0-A681-154643CDDD41}"/>
              </a:ext>
            </a:extLst>
          </p:cNvPr>
          <p:cNvSpPr>
            <a:spLocks noGrp="1"/>
          </p:cNvSpPr>
          <p:nvPr>
            <p:ph type="title"/>
          </p:nvPr>
        </p:nvSpPr>
        <p:spPr/>
        <p:txBody>
          <a:bodyPr/>
          <a:lstStyle/>
          <a:p>
            <a:r>
              <a:rPr lang="en-US"/>
              <a:t>Happens Before: </a:t>
            </a:r>
            <a:r>
              <a:rPr lang="en-US">
                <a:sym typeface="Wingdings" panose="05000000000000000000" pitchFamily="2" charset="2"/>
              </a:rPr>
              <a:t></a:t>
            </a:r>
            <a:endParaRPr lang="en-US"/>
          </a:p>
        </p:txBody>
      </p:sp>
      <p:sp>
        <p:nvSpPr>
          <p:cNvPr id="3" name="Content Placeholder 2">
            <a:extLst>
              <a:ext uri="{FF2B5EF4-FFF2-40B4-BE49-F238E27FC236}">
                <a16:creationId xmlns:a16="http://schemas.microsoft.com/office/drawing/2014/main" id="{5D9981EB-DC3C-4FEA-80FD-AE0C8B404645}"/>
              </a:ext>
            </a:extLst>
          </p:cNvPr>
          <p:cNvSpPr>
            <a:spLocks noGrp="1"/>
          </p:cNvSpPr>
          <p:nvPr>
            <p:ph idx="1"/>
          </p:nvPr>
        </p:nvSpPr>
        <p:spPr/>
        <p:txBody>
          <a:bodyPr/>
          <a:lstStyle/>
          <a:p>
            <a:r>
              <a:rPr lang="en-US"/>
              <a:t>What is true?</a:t>
            </a:r>
          </a:p>
          <a:p>
            <a:pPr lvl="1"/>
            <a:r>
              <a:rPr lang="en-US"/>
              <a:t>a-&gt;b, b-&gt;g, c-&gt;d, e-&gt;f   (events in same process)</a:t>
            </a:r>
          </a:p>
          <a:p>
            <a:pPr lvl="1"/>
            <a:r>
              <a:rPr lang="en-US"/>
              <a:t>b-&gt;c, d-&gt;f                      (send is before receive)</a:t>
            </a:r>
          </a:p>
          <a:p>
            <a:r>
              <a:rPr lang="en-US"/>
              <a:t>What can’t we know?</a:t>
            </a:r>
          </a:p>
          <a:p>
            <a:pPr lvl="1"/>
            <a:r>
              <a:rPr lang="en-US"/>
              <a:t>e ?? a</a:t>
            </a:r>
          </a:p>
          <a:p>
            <a:pPr lvl="1"/>
            <a:r>
              <a:rPr lang="en-US"/>
              <a:t>e ?? c</a:t>
            </a:r>
          </a:p>
        </p:txBody>
      </p:sp>
      <p:sp>
        <p:nvSpPr>
          <p:cNvPr id="4" name="Footer Placeholder 3">
            <a:extLst>
              <a:ext uri="{FF2B5EF4-FFF2-40B4-BE49-F238E27FC236}">
                <a16:creationId xmlns:a16="http://schemas.microsoft.com/office/drawing/2014/main" id="{F101CA20-B53C-4EFF-AD6D-45018BBE3FF5}"/>
              </a:ext>
            </a:extLst>
          </p:cNvPr>
          <p:cNvSpPr>
            <a:spLocks noGrp="1"/>
          </p:cNvSpPr>
          <p:nvPr>
            <p:ph type="ftr" sz="quarter" idx="11"/>
          </p:nvPr>
        </p:nvSpPr>
        <p:spPr/>
        <p:txBody>
          <a:bodyPr/>
          <a:lstStyle/>
          <a:p>
            <a:r>
              <a:rPr lang="en-US"/>
              <a:t>Prof. Tim Wood &amp; Prof. Roozbeh Haghnazar</a:t>
            </a:r>
          </a:p>
        </p:txBody>
      </p:sp>
      <p:grpSp>
        <p:nvGrpSpPr>
          <p:cNvPr id="5" name="Group 4">
            <a:extLst>
              <a:ext uri="{FF2B5EF4-FFF2-40B4-BE49-F238E27FC236}">
                <a16:creationId xmlns:a16="http://schemas.microsoft.com/office/drawing/2014/main" id="{90F56C24-E14F-412A-9BFA-67B15AE2B763}"/>
              </a:ext>
            </a:extLst>
          </p:cNvPr>
          <p:cNvGrpSpPr/>
          <p:nvPr/>
        </p:nvGrpSpPr>
        <p:grpSpPr>
          <a:xfrm>
            <a:off x="4439652" y="3497251"/>
            <a:ext cx="7267004" cy="2721434"/>
            <a:chOff x="2270916" y="1669813"/>
            <a:chExt cx="9411677" cy="3524597"/>
          </a:xfrm>
        </p:grpSpPr>
        <p:pic>
          <p:nvPicPr>
            <p:cNvPr id="6" name="Image" descr="Image">
              <a:extLst>
                <a:ext uri="{FF2B5EF4-FFF2-40B4-BE49-F238E27FC236}">
                  <a16:creationId xmlns:a16="http://schemas.microsoft.com/office/drawing/2014/main" id="{4E67A683-8D05-4662-A655-D4A56988AF5A}"/>
                </a:ext>
              </a:extLst>
            </p:cNvPr>
            <p:cNvPicPr>
              <a:picLocks noChangeAspect="1"/>
            </p:cNvPicPr>
            <p:nvPr/>
          </p:nvPicPr>
          <p:blipFill>
            <a:blip r:embed="rId2"/>
            <a:stretch>
              <a:fillRect/>
            </a:stretch>
          </p:blipFill>
          <p:spPr>
            <a:xfrm>
              <a:off x="2270916" y="1669813"/>
              <a:ext cx="9411677" cy="3524597"/>
            </a:xfrm>
            <a:prstGeom prst="rect">
              <a:avLst/>
            </a:prstGeom>
            <a:ln w="12700">
              <a:miter lim="400000"/>
            </a:ln>
          </p:spPr>
        </p:pic>
        <p:sp>
          <p:nvSpPr>
            <p:cNvPr id="7" name="Circle">
              <a:extLst>
                <a:ext uri="{FF2B5EF4-FFF2-40B4-BE49-F238E27FC236}">
                  <a16:creationId xmlns:a16="http://schemas.microsoft.com/office/drawing/2014/main" id="{ED0BB2F7-A7EB-407A-BA78-C0A19F840F3F}"/>
                </a:ext>
              </a:extLst>
            </p:cNvPr>
            <p:cNvSpPr/>
            <p:nvPr/>
          </p:nvSpPr>
          <p:spPr>
            <a:xfrm>
              <a:off x="6884045" y="2085339"/>
              <a:ext cx="121921" cy="121921"/>
            </a:xfrm>
            <a:prstGeom prst="ellipse">
              <a:avLst/>
            </a:prstGeom>
            <a:solidFill>
              <a:srgbClr val="000000"/>
            </a:solidFill>
            <a:ln w="25400">
              <a:solidFill>
                <a:srgbClr val="000000"/>
              </a:solidFill>
              <a:miter lim="400000"/>
            </a:ln>
          </p:spPr>
          <p:txBody>
            <a:bodyPr lIns="50800" tIns="50800" rIns="50800" bIns="50800" anchor="ctr"/>
            <a:lstStyle/>
            <a:p>
              <a:pPr>
                <a:defRPr sz="3200">
                  <a:solidFill>
                    <a:srgbClr val="FFFFFF"/>
                  </a:solidFill>
                  <a:latin typeface="Helvetica Neue Light"/>
                  <a:ea typeface="Helvetica Neue Light"/>
                  <a:cs typeface="Helvetica Neue Light"/>
                  <a:sym typeface="Helvetica Neue Light"/>
                </a:defRPr>
              </a:pPr>
              <a:endParaRPr/>
            </a:p>
          </p:txBody>
        </p:sp>
        <p:sp>
          <p:nvSpPr>
            <p:cNvPr id="8" name="g">
              <a:extLst>
                <a:ext uri="{FF2B5EF4-FFF2-40B4-BE49-F238E27FC236}">
                  <a16:creationId xmlns:a16="http://schemas.microsoft.com/office/drawing/2014/main" id="{22949438-D843-41B2-B9CD-1529CD0FB017}"/>
                </a:ext>
              </a:extLst>
            </p:cNvPr>
            <p:cNvSpPr txBox="1"/>
            <p:nvPr/>
          </p:nvSpPr>
          <p:spPr>
            <a:xfrm>
              <a:off x="6791109" y="2101624"/>
              <a:ext cx="269690" cy="4318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50800" tIns="50800" rIns="50800" bIns="50800" anchor="ctr">
              <a:spAutoFit/>
            </a:bodyPr>
            <a:lstStyle>
              <a:lvl1pPr>
                <a:defRPr sz="2200" i="1"/>
              </a:lvl1pPr>
            </a:lstStyle>
            <a:p>
              <a:r>
                <a:t>g</a:t>
              </a:r>
            </a:p>
          </p:txBody>
        </p:sp>
      </p:grpSp>
    </p:spTree>
    <p:extLst>
      <p:ext uri="{BB962C8B-B14F-4D97-AF65-F5344CB8AC3E}">
        <p14:creationId xmlns:p14="http://schemas.microsoft.com/office/powerpoint/2010/main" val="356286897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5EE7D7-436A-4099-90B4-FC943DFF9CD1}"/>
              </a:ext>
            </a:extLst>
          </p:cNvPr>
          <p:cNvSpPr>
            <a:spLocks noGrp="1"/>
          </p:cNvSpPr>
          <p:nvPr>
            <p:ph type="title"/>
          </p:nvPr>
        </p:nvSpPr>
        <p:spPr/>
        <p:txBody>
          <a:bodyPr/>
          <a:lstStyle/>
          <a:p>
            <a:r>
              <a:rPr lang="en-US"/>
              <a:t>Ordering</a:t>
            </a:r>
          </a:p>
        </p:txBody>
      </p:sp>
      <p:sp>
        <p:nvSpPr>
          <p:cNvPr id="3" name="Content Placeholder 2">
            <a:extLst>
              <a:ext uri="{FF2B5EF4-FFF2-40B4-BE49-F238E27FC236}">
                <a16:creationId xmlns:a16="http://schemas.microsoft.com/office/drawing/2014/main" id="{1DA5000C-6803-4242-9470-3C2675BA9818}"/>
              </a:ext>
            </a:extLst>
          </p:cNvPr>
          <p:cNvSpPr>
            <a:spLocks noGrp="1"/>
          </p:cNvSpPr>
          <p:nvPr>
            <p:ph idx="1"/>
          </p:nvPr>
        </p:nvSpPr>
        <p:spPr/>
        <p:txBody>
          <a:bodyPr/>
          <a:lstStyle/>
          <a:p>
            <a:r>
              <a:rPr lang="en-US"/>
              <a:t>If we keep count of events at each process independently, are those counters meaningful?</a:t>
            </a:r>
          </a:p>
          <a:p>
            <a:pPr marL="0" indent="0">
              <a:buNone/>
            </a:pPr>
            <a:endParaRPr lang="en-US"/>
          </a:p>
        </p:txBody>
      </p:sp>
      <p:sp>
        <p:nvSpPr>
          <p:cNvPr id="4" name="Footer Placeholder 3">
            <a:extLst>
              <a:ext uri="{FF2B5EF4-FFF2-40B4-BE49-F238E27FC236}">
                <a16:creationId xmlns:a16="http://schemas.microsoft.com/office/drawing/2014/main" id="{A9F591D7-3353-430F-AC1B-957A355C4CB5}"/>
              </a:ext>
            </a:extLst>
          </p:cNvPr>
          <p:cNvSpPr>
            <a:spLocks noGrp="1"/>
          </p:cNvSpPr>
          <p:nvPr>
            <p:ph type="ftr" sz="quarter" idx="11"/>
          </p:nvPr>
        </p:nvSpPr>
        <p:spPr/>
        <p:txBody>
          <a:bodyPr/>
          <a:lstStyle/>
          <a:p>
            <a:r>
              <a:rPr lang="en-US"/>
              <a:t>Prof. Tim Wood &amp; Prof. Roozbeh Haghnazar</a:t>
            </a:r>
          </a:p>
        </p:txBody>
      </p:sp>
      <p:grpSp>
        <p:nvGrpSpPr>
          <p:cNvPr id="5" name="Group 4">
            <a:extLst>
              <a:ext uri="{FF2B5EF4-FFF2-40B4-BE49-F238E27FC236}">
                <a16:creationId xmlns:a16="http://schemas.microsoft.com/office/drawing/2014/main" id="{981FCD1F-9A14-4FF1-80B0-376681177E52}"/>
              </a:ext>
            </a:extLst>
          </p:cNvPr>
          <p:cNvGrpSpPr/>
          <p:nvPr/>
        </p:nvGrpSpPr>
        <p:grpSpPr>
          <a:xfrm>
            <a:off x="2655926" y="2558356"/>
            <a:ext cx="9411677" cy="3797488"/>
            <a:chOff x="2270916" y="1396922"/>
            <a:chExt cx="9411677" cy="3797488"/>
          </a:xfrm>
        </p:grpSpPr>
        <p:pic>
          <p:nvPicPr>
            <p:cNvPr id="6" name="Image" descr="Image">
              <a:extLst>
                <a:ext uri="{FF2B5EF4-FFF2-40B4-BE49-F238E27FC236}">
                  <a16:creationId xmlns:a16="http://schemas.microsoft.com/office/drawing/2014/main" id="{9CE17F47-1A26-443E-BC7B-F9CD15122EE1}"/>
                </a:ext>
              </a:extLst>
            </p:cNvPr>
            <p:cNvPicPr>
              <a:picLocks noChangeAspect="1"/>
            </p:cNvPicPr>
            <p:nvPr/>
          </p:nvPicPr>
          <p:blipFill>
            <a:blip r:embed="rId2"/>
            <a:stretch>
              <a:fillRect/>
            </a:stretch>
          </p:blipFill>
          <p:spPr>
            <a:xfrm>
              <a:off x="2270916" y="1669813"/>
              <a:ext cx="9411677" cy="3524597"/>
            </a:xfrm>
            <a:prstGeom prst="rect">
              <a:avLst/>
            </a:prstGeom>
            <a:ln w="12700">
              <a:miter lim="400000"/>
            </a:ln>
          </p:spPr>
        </p:pic>
        <p:sp>
          <p:nvSpPr>
            <p:cNvPr id="7" name="1">
              <a:extLst>
                <a:ext uri="{FF2B5EF4-FFF2-40B4-BE49-F238E27FC236}">
                  <a16:creationId xmlns:a16="http://schemas.microsoft.com/office/drawing/2014/main" id="{071B0C3E-BD85-48D4-8C89-AD7EDAF909D8}"/>
                </a:ext>
              </a:extLst>
            </p:cNvPr>
            <p:cNvSpPr txBox="1"/>
            <p:nvPr/>
          </p:nvSpPr>
          <p:spPr>
            <a:xfrm>
              <a:off x="3504482" y="1396922"/>
              <a:ext cx="410953" cy="7366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50800" tIns="50800" rIns="50800" bIns="50800" anchor="ctr">
              <a:spAutoFit/>
            </a:bodyPr>
            <a:lstStyle/>
            <a:p>
              <a:r>
                <a:t>1</a:t>
              </a:r>
            </a:p>
          </p:txBody>
        </p:sp>
        <p:sp>
          <p:nvSpPr>
            <p:cNvPr id="8" name="2">
              <a:extLst>
                <a:ext uri="{FF2B5EF4-FFF2-40B4-BE49-F238E27FC236}">
                  <a16:creationId xmlns:a16="http://schemas.microsoft.com/office/drawing/2014/main" id="{69447938-7119-44B0-BA3C-EFA93EBD86B1}"/>
                </a:ext>
              </a:extLst>
            </p:cNvPr>
            <p:cNvSpPr txBox="1"/>
            <p:nvPr/>
          </p:nvSpPr>
          <p:spPr>
            <a:xfrm>
              <a:off x="4393482" y="1396922"/>
              <a:ext cx="410953" cy="7366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50800" tIns="50800" rIns="50800" bIns="50800" anchor="ctr">
              <a:spAutoFit/>
            </a:bodyPr>
            <a:lstStyle/>
            <a:p>
              <a:r>
                <a:t>2</a:t>
              </a:r>
            </a:p>
          </p:txBody>
        </p:sp>
        <p:sp>
          <p:nvSpPr>
            <p:cNvPr id="9" name="1">
              <a:extLst>
                <a:ext uri="{FF2B5EF4-FFF2-40B4-BE49-F238E27FC236}">
                  <a16:creationId xmlns:a16="http://schemas.microsoft.com/office/drawing/2014/main" id="{78108192-3D1A-4C1B-9078-B9BBFB1EC753}"/>
                </a:ext>
              </a:extLst>
            </p:cNvPr>
            <p:cNvSpPr txBox="1"/>
            <p:nvPr/>
          </p:nvSpPr>
          <p:spPr>
            <a:xfrm>
              <a:off x="6277874" y="2640898"/>
              <a:ext cx="410952" cy="7366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50800" tIns="50800" rIns="50800" bIns="50800" anchor="ctr">
              <a:spAutoFit/>
            </a:bodyPr>
            <a:lstStyle/>
            <a:p>
              <a:r>
                <a:rPr lang="en-US" dirty="0"/>
                <a:t>1</a:t>
              </a:r>
              <a:endParaRPr dirty="0"/>
            </a:p>
          </p:txBody>
        </p:sp>
        <p:sp>
          <p:nvSpPr>
            <p:cNvPr id="10" name="2">
              <a:extLst>
                <a:ext uri="{FF2B5EF4-FFF2-40B4-BE49-F238E27FC236}">
                  <a16:creationId xmlns:a16="http://schemas.microsoft.com/office/drawing/2014/main" id="{BD88EEBC-BFC2-4979-9848-5D83A7BA0557}"/>
                </a:ext>
              </a:extLst>
            </p:cNvPr>
            <p:cNvSpPr txBox="1"/>
            <p:nvPr/>
          </p:nvSpPr>
          <p:spPr>
            <a:xfrm>
              <a:off x="7923864" y="2640898"/>
              <a:ext cx="410953" cy="7366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50800" tIns="50800" rIns="50800" bIns="50800" anchor="ctr">
              <a:spAutoFit/>
            </a:bodyPr>
            <a:lstStyle/>
            <a:p>
              <a:r>
                <a:rPr lang="en-US" dirty="0"/>
                <a:t>2</a:t>
              </a:r>
              <a:endParaRPr dirty="0"/>
            </a:p>
          </p:txBody>
        </p:sp>
        <p:sp>
          <p:nvSpPr>
            <p:cNvPr id="11" name="1">
              <a:extLst>
                <a:ext uri="{FF2B5EF4-FFF2-40B4-BE49-F238E27FC236}">
                  <a16:creationId xmlns:a16="http://schemas.microsoft.com/office/drawing/2014/main" id="{2D963377-EA2D-49CE-AF14-E0126A8BC28D}"/>
                </a:ext>
              </a:extLst>
            </p:cNvPr>
            <p:cNvSpPr txBox="1"/>
            <p:nvPr/>
          </p:nvSpPr>
          <p:spPr>
            <a:xfrm>
              <a:off x="4110186" y="3933400"/>
              <a:ext cx="410953" cy="7366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50800" tIns="50800" rIns="50800" bIns="50800" anchor="ctr">
              <a:spAutoFit/>
            </a:bodyPr>
            <a:lstStyle/>
            <a:p>
              <a:r>
                <a:t>1</a:t>
              </a:r>
            </a:p>
          </p:txBody>
        </p:sp>
        <p:sp>
          <p:nvSpPr>
            <p:cNvPr id="12" name="2">
              <a:extLst>
                <a:ext uri="{FF2B5EF4-FFF2-40B4-BE49-F238E27FC236}">
                  <a16:creationId xmlns:a16="http://schemas.microsoft.com/office/drawing/2014/main" id="{2364F6B5-4D1D-40ED-B718-A7E473268F3E}"/>
                </a:ext>
              </a:extLst>
            </p:cNvPr>
            <p:cNvSpPr txBox="1"/>
            <p:nvPr/>
          </p:nvSpPr>
          <p:spPr>
            <a:xfrm>
              <a:off x="9535502" y="3933400"/>
              <a:ext cx="410953" cy="7366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50800" tIns="50800" rIns="50800" bIns="50800" anchor="ctr">
              <a:spAutoFit/>
            </a:bodyPr>
            <a:lstStyle/>
            <a:p>
              <a:r>
                <a:t>2</a:t>
              </a:r>
            </a:p>
          </p:txBody>
        </p:sp>
        <p:sp>
          <p:nvSpPr>
            <p:cNvPr id="13" name="Circle">
              <a:extLst>
                <a:ext uri="{FF2B5EF4-FFF2-40B4-BE49-F238E27FC236}">
                  <a16:creationId xmlns:a16="http://schemas.microsoft.com/office/drawing/2014/main" id="{2DA3A2BA-F04D-478C-86B0-4F09B8EB9BF2}"/>
                </a:ext>
              </a:extLst>
            </p:cNvPr>
            <p:cNvSpPr/>
            <p:nvPr/>
          </p:nvSpPr>
          <p:spPr>
            <a:xfrm>
              <a:off x="6884045" y="2085339"/>
              <a:ext cx="121921" cy="121921"/>
            </a:xfrm>
            <a:prstGeom prst="ellipse">
              <a:avLst/>
            </a:prstGeom>
            <a:solidFill>
              <a:srgbClr val="000000"/>
            </a:solidFill>
            <a:ln w="25400">
              <a:solidFill>
                <a:srgbClr val="000000"/>
              </a:solidFill>
              <a:miter lim="400000"/>
            </a:ln>
          </p:spPr>
          <p:txBody>
            <a:bodyPr lIns="50800" tIns="50800" rIns="50800" bIns="50800" anchor="ctr"/>
            <a:lstStyle/>
            <a:p>
              <a:pPr>
                <a:defRPr sz="3200">
                  <a:solidFill>
                    <a:srgbClr val="FFFFFF"/>
                  </a:solidFill>
                  <a:latin typeface="Helvetica Neue Light"/>
                  <a:ea typeface="Helvetica Neue Light"/>
                  <a:cs typeface="Helvetica Neue Light"/>
                  <a:sym typeface="Helvetica Neue Light"/>
                </a:defRPr>
              </a:pPr>
              <a:endParaRPr/>
            </a:p>
          </p:txBody>
        </p:sp>
        <p:sp>
          <p:nvSpPr>
            <p:cNvPr id="14" name="g">
              <a:extLst>
                <a:ext uri="{FF2B5EF4-FFF2-40B4-BE49-F238E27FC236}">
                  <a16:creationId xmlns:a16="http://schemas.microsoft.com/office/drawing/2014/main" id="{EBE36C1A-69E5-4389-A9B6-C1F6F445F414}"/>
                </a:ext>
              </a:extLst>
            </p:cNvPr>
            <p:cNvSpPr txBox="1"/>
            <p:nvPr/>
          </p:nvSpPr>
          <p:spPr>
            <a:xfrm>
              <a:off x="6791109" y="2101624"/>
              <a:ext cx="269690" cy="4318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50800" tIns="50800" rIns="50800" bIns="50800" anchor="ctr">
              <a:spAutoFit/>
            </a:bodyPr>
            <a:lstStyle>
              <a:lvl1pPr>
                <a:defRPr sz="2200" i="1"/>
              </a:lvl1pPr>
            </a:lstStyle>
            <a:p>
              <a:r>
                <a:t>g</a:t>
              </a:r>
            </a:p>
          </p:txBody>
        </p:sp>
        <p:sp>
          <p:nvSpPr>
            <p:cNvPr id="15" name="3">
              <a:extLst>
                <a:ext uri="{FF2B5EF4-FFF2-40B4-BE49-F238E27FC236}">
                  <a16:creationId xmlns:a16="http://schemas.microsoft.com/office/drawing/2014/main" id="{59665548-F5E0-4F50-A82B-C748968821A6}"/>
                </a:ext>
              </a:extLst>
            </p:cNvPr>
            <p:cNvSpPr txBox="1"/>
            <p:nvPr/>
          </p:nvSpPr>
          <p:spPr>
            <a:xfrm>
              <a:off x="6771278" y="1396922"/>
              <a:ext cx="410953" cy="7366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50800" tIns="50800" rIns="50800" bIns="50800" anchor="ctr">
              <a:spAutoFit/>
            </a:bodyPr>
            <a:lstStyle/>
            <a:p>
              <a:r>
                <a:t>3</a:t>
              </a:r>
            </a:p>
          </p:txBody>
        </p:sp>
      </p:grpSp>
    </p:spTree>
    <p:extLst>
      <p:ext uri="{BB962C8B-B14F-4D97-AF65-F5344CB8AC3E}">
        <p14:creationId xmlns:p14="http://schemas.microsoft.com/office/powerpoint/2010/main" val="136186598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DF00AF-8AF3-4283-9CDA-DF8C25845167}"/>
              </a:ext>
            </a:extLst>
          </p:cNvPr>
          <p:cNvSpPr>
            <a:spLocks noGrp="1"/>
          </p:cNvSpPr>
          <p:nvPr>
            <p:ph type="title"/>
          </p:nvPr>
        </p:nvSpPr>
        <p:spPr/>
        <p:txBody>
          <a:bodyPr/>
          <a:lstStyle/>
          <a:p>
            <a:r>
              <a:rPr lang="en-US"/>
              <a:t>Logical Clock: </a:t>
            </a:r>
            <a:r>
              <a:rPr lang="en-US" err="1"/>
              <a:t>Lamport</a:t>
            </a:r>
            <a:r>
              <a:rPr lang="en-US"/>
              <a:t> Clock</a:t>
            </a:r>
          </a:p>
        </p:txBody>
      </p:sp>
      <p:sp>
        <p:nvSpPr>
          <p:cNvPr id="3" name="Content Placeholder 2">
            <a:extLst>
              <a:ext uri="{FF2B5EF4-FFF2-40B4-BE49-F238E27FC236}">
                <a16:creationId xmlns:a16="http://schemas.microsoft.com/office/drawing/2014/main" id="{E15313D2-5F28-47C0-BB87-43CF592CE8C7}"/>
              </a:ext>
            </a:extLst>
          </p:cNvPr>
          <p:cNvSpPr>
            <a:spLocks noGrp="1"/>
          </p:cNvSpPr>
          <p:nvPr>
            <p:ph idx="1"/>
          </p:nvPr>
        </p:nvSpPr>
        <p:spPr/>
        <p:txBody>
          <a:bodyPr/>
          <a:lstStyle/>
          <a:p>
            <a:r>
              <a:rPr lang="en-US" dirty="0"/>
              <a:t>Each process maintains a counter, L</a:t>
            </a:r>
          </a:p>
          <a:p>
            <a:r>
              <a:rPr lang="en-US" dirty="0"/>
              <a:t>Increment counter when an event happens</a:t>
            </a:r>
          </a:p>
          <a:p>
            <a:r>
              <a:rPr lang="en-US" dirty="0"/>
              <a:t>When receiving a message, take max of own and sender’s counter, then increment</a:t>
            </a:r>
          </a:p>
          <a:p>
            <a:pPr marL="0" indent="0">
              <a:buNone/>
            </a:pPr>
            <a:endParaRPr lang="en-US" dirty="0"/>
          </a:p>
        </p:txBody>
      </p:sp>
      <p:sp>
        <p:nvSpPr>
          <p:cNvPr id="4" name="Footer Placeholder 3">
            <a:extLst>
              <a:ext uri="{FF2B5EF4-FFF2-40B4-BE49-F238E27FC236}">
                <a16:creationId xmlns:a16="http://schemas.microsoft.com/office/drawing/2014/main" id="{F6A1D4A0-C662-4D4E-8244-5AE2903AEE39}"/>
              </a:ext>
            </a:extLst>
          </p:cNvPr>
          <p:cNvSpPr>
            <a:spLocks noGrp="1"/>
          </p:cNvSpPr>
          <p:nvPr>
            <p:ph type="ftr" sz="quarter" idx="11"/>
          </p:nvPr>
        </p:nvSpPr>
        <p:spPr/>
        <p:txBody>
          <a:bodyPr/>
          <a:lstStyle/>
          <a:p>
            <a:r>
              <a:rPr lang="en-US"/>
              <a:t>Prof. Tim Wood &amp; Prof. Roozbeh Haghnazar</a:t>
            </a:r>
          </a:p>
        </p:txBody>
      </p:sp>
      <p:grpSp>
        <p:nvGrpSpPr>
          <p:cNvPr id="5" name="Group 4">
            <a:extLst>
              <a:ext uri="{FF2B5EF4-FFF2-40B4-BE49-F238E27FC236}">
                <a16:creationId xmlns:a16="http://schemas.microsoft.com/office/drawing/2014/main" id="{00958267-BE1D-49E3-95FD-77445F5583B2}"/>
              </a:ext>
            </a:extLst>
          </p:cNvPr>
          <p:cNvGrpSpPr/>
          <p:nvPr/>
        </p:nvGrpSpPr>
        <p:grpSpPr>
          <a:xfrm>
            <a:off x="2995862" y="3344068"/>
            <a:ext cx="8981701" cy="3624948"/>
            <a:chOff x="2445570" y="1507719"/>
            <a:chExt cx="9411678" cy="3798484"/>
          </a:xfrm>
        </p:grpSpPr>
        <p:pic>
          <p:nvPicPr>
            <p:cNvPr id="6" name="Image" descr="Image">
              <a:extLst>
                <a:ext uri="{FF2B5EF4-FFF2-40B4-BE49-F238E27FC236}">
                  <a16:creationId xmlns:a16="http://schemas.microsoft.com/office/drawing/2014/main" id="{CA77BC94-FE26-4F2A-B79D-24A1AB523EC8}"/>
                </a:ext>
              </a:extLst>
            </p:cNvPr>
            <p:cNvPicPr>
              <a:picLocks noChangeAspect="1"/>
            </p:cNvPicPr>
            <p:nvPr/>
          </p:nvPicPr>
          <p:blipFill>
            <a:blip r:embed="rId2"/>
            <a:stretch>
              <a:fillRect/>
            </a:stretch>
          </p:blipFill>
          <p:spPr>
            <a:xfrm>
              <a:off x="2445570" y="1507719"/>
              <a:ext cx="9411678" cy="3798484"/>
            </a:xfrm>
            <a:prstGeom prst="rect">
              <a:avLst/>
            </a:prstGeom>
            <a:ln w="12700">
              <a:miter lim="400000"/>
            </a:ln>
          </p:spPr>
        </p:pic>
        <p:sp>
          <p:nvSpPr>
            <p:cNvPr id="7" name="Circle">
              <a:extLst>
                <a:ext uri="{FF2B5EF4-FFF2-40B4-BE49-F238E27FC236}">
                  <a16:creationId xmlns:a16="http://schemas.microsoft.com/office/drawing/2014/main" id="{781F3462-1FC6-4ECD-952E-BDA028D55119}"/>
                </a:ext>
              </a:extLst>
            </p:cNvPr>
            <p:cNvSpPr/>
            <p:nvPr/>
          </p:nvSpPr>
          <p:spPr>
            <a:xfrm>
              <a:off x="6884045" y="2136139"/>
              <a:ext cx="121921" cy="121921"/>
            </a:xfrm>
            <a:prstGeom prst="ellipse">
              <a:avLst/>
            </a:prstGeom>
            <a:solidFill>
              <a:srgbClr val="000000"/>
            </a:solidFill>
            <a:ln w="25400">
              <a:solidFill>
                <a:srgbClr val="000000"/>
              </a:solidFill>
              <a:miter lim="400000"/>
            </a:ln>
          </p:spPr>
          <p:txBody>
            <a:bodyPr lIns="50800" tIns="50800" rIns="50800" bIns="50800" anchor="ctr"/>
            <a:lstStyle/>
            <a:p>
              <a:pPr>
                <a:defRPr sz="3200">
                  <a:solidFill>
                    <a:srgbClr val="FFFFFF"/>
                  </a:solidFill>
                  <a:latin typeface="Helvetica Neue Light"/>
                  <a:ea typeface="Helvetica Neue Light"/>
                  <a:cs typeface="Helvetica Neue Light"/>
                  <a:sym typeface="Helvetica Neue Light"/>
                </a:defRPr>
              </a:pPr>
              <a:endParaRPr/>
            </a:p>
          </p:txBody>
        </p:sp>
        <p:sp>
          <p:nvSpPr>
            <p:cNvPr id="8" name="g">
              <a:extLst>
                <a:ext uri="{FF2B5EF4-FFF2-40B4-BE49-F238E27FC236}">
                  <a16:creationId xmlns:a16="http://schemas.microsoft.com/office/drawing/2014/main" id="{1EBE17DC-2CA5-43E3-B6E0-7DE992FF6B54}"/>
                </a:ext>
              </a:extLst>
            </p:cNvPr>
            <p:cNvSpPr txBox="1"/>
            <p:nvPr/>
          </p:nvSpPr>
          <p:spPr>
            <a:xfrm>
              <a:off x="6791109" y="2152424"/>
              <a:ext cx="269690" cy="4318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50800" tIns="50800" rIns="50800" bIns="50800" anchor="ctr">
              <a:spAutoFit/>
            </a:bodyPr>
            <a:lstStyle>
              <a:lvl1pPr>
                <a:defRPr sz="2200" i="1"/>
              </a:lvl1pPr>
            </a:lstStyle>
            <a:p>
              <a:r>
                <a:t>g</a:t>
              </a:r>
            </a:p>
          </p:txBody>
        </p:sp>
        <p:sp>
          <p:nvSpPr>
            <p:cNvPr id="9" name="3">
              <a:extLst>
                <a:ext uri="{FF2B5EF4-FFF2-40B4-BE49-F238E27FC236}">
                  <a16:creationId xmlns:a16="http://schemas.microsoft.com/office/drawing/2014/main" id="{F53EADB7-D148-406C-9AE3-84F0DB1E09ED}"/>
                </a:ext>
              </a:extLst>
            </p:cNvPr>
            <p:cNvSpPr txBox="1"/>
            <p:nvPr/>
          </p:nvSpPr>
          <p:spPr>
            <a:xfrm>
              <a:off x="6806629" y="1670790"/>
              <a:ext cx="276753" cy="4572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50800" tIns="50800" rIns="50800" bIns="50800" anchor="ctr">
              <a:spAutoFit/>
            </a:bodyPr>
            <a:lstStyle>
              <a:lvl1pPr>
                <a:defRPr sz="2300"/>
              </a:lvl1pPr>
            </a:lstStyle>
            <a:p>
              <a:r>
                <a:t>3</a:t>
              </a:r>
            </a:p>
          </p:txBody>
        </p:sp>
      </p:grpSp>
      <p:sp>
        <p:nvSpPr>
          <p:cNvPr id="10" name="Rectangle 9">
            <a:extLst>
              <a:ext uri="{FF2B5EF4-FFF2-40B4-BE49-F238E27FC236}">
                <a16:creationId xmlns:a16="http://schemas.microsoft.com/office/drawing/2014/main" id="{8F58C033-A9A4-7747-B8AF-ED74783643BD}"/>
              </a:ext>
            </a:extLst>
          </p:cNvPr>
          <p:cNvSpPr/>
          <p:nvPr/>
        </p:nvSpPr>
        <p:spPr>
          <a:xfrm>
            <a:off x="3953814" y="3406630"/>
            <a:ext cx="825572" cy="436314"/>
          </a:xfrm>
          <a:prstGeom prst="rect">
            <a:avLst/>
          </a:prstGeom>
          <a:solidFill>
            <a:schemeClr val="bg1"/>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1</a:t>
            </a:r>
          </a:p>
        </p:txBody>
      </p:sp>
      <p:sp>
        <p:nvSpPr>
          <p:cNvPr id="11" name="Rectangle 10">
            <a:extLst>
              <a:ext uri="{FF2B5EF4-FFF2-40B4-BE49-F238E27FC236}">
                <a16:creationId xmlns:a16="http://schemas.microsoft.com/office/drawing/2014/main" id="{EFFBF4F3-30A9-1441-AB8F-1E8912F8D77C}"/>
              </a:ext>
            </a:extLst>
          </p:cNvPr>
          <p:cNvSpPr/>
          <p:nvPr/>
        </p:nvSpPr>
        <p:spPr>
          <a:xfrm>
            <a:off x="4918406" y="3406630"/>
            <a:ext cx="825572" cy="436314"/>
          </a:xfrm>
          <a:prstGeom prst="rect">
            <a:avLst/>
          </a:prstGeom>
          <a:solidFill>
            <a:schemeClr val="bg1"/>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2</a:t>
            </a:r>
          </a:p>
        </p:txBody>
      </p:sp>
      <p:sp>
        <p:nvSpPr>
          <p:cNvPr id="12" name="Rectangle 11">
            <a:extLst>
              <a:ext uri="{FF2B5EF4-FFF2-40B4-BE49-F238E27FC236}">
                <a16:creationId xmlns:a16="http://schemas.microsoft.com/office/drawing/2014/main" id="{F8D9E410-58DF-D747-A576-D6B576E52A00}"/>
              </a:ext>
            </a:extLst>
          </p:cNvPr>
          <p:cNvSpPr/>
          <p:nvPr/>
        </p:nvSpPr>
        <p:spPr>
          <a:xfrm>
            <a:off x="6981887" y="3369689"/>
            <a:ext cx="825572" cy="436314"/>
          </a:xfrm>
          <a:prstGeom prst="rect">
            <a:avLst/>
          </a:prstGeom>
          <a:solidFill>
            <a:schemeClr val="bg1"/>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3</a:t>
            </a:r>
          </a:p>
        </p:txBody>
      </p:sp>
      <p:sp>
        <p:nvSpPr>
          <p:cNvPr id="13" name="Rectangle 12">
            <a:extLst>
              <a:ext uri="{FF2B5EF4-FFF2-40B4-BE49-F238E27FC236}">
                <a16:creationId xmlns:a16="http://schemas.microsoft.com/office/drawing/2014/main" id="{5B252A56-48D2-2D4B-9057-F0B618A9DF20}"/>
              </a:ext>
            </a:extLst>
          </p:cNvPr>
          <p:cNvSpPr/>
          <p:nvPr/>
        </p:nvSpPr>
        <p:spPr>
          <a:xfrm>
            <a:off x="6730087" y="4497891"/>
            <a:ext cx="825572" cy="436314"/>
          </a:xfrm>
          <a:prstGeom prst="rect">
            <a:avLst/>
          </a:prstGeom>
          <a:solidFill>
            <a:schemeClr val="bg1"/>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0070C0"/>
                </a:solidFill>
              </a:rPr>
              <a:t>?</a:t>
            </a:r>
          </a:p>
        </p:txBody>
      </p:sp>
      <p:sp>
        <p:nvSpPr>
          <p:cNvPr id="14" name="Rectangle 13">
            <a:extLst>
              <a:ext uri="{FF2B5EF4-FFF2-40B4-BE49-F238E27FC236}">
                <a16:creationId xmlns:a16="http://schemas.microsoft.com/office/drawing/2014/main" id="{CC3D0BBE-99DA-5741-B599-B32925257C75}"/>
              </a:ext>
            </a:extLst>
          </p:cNvPr>
          <p:cNvSpPr/>
          <p:nvPr/>
        </p:nvSpPr>
        <p:spPr>
          <a:xfrm>
            <a:off x="7968445" y="4497891"/>
            <a:ext cx="825572" cy="436314"/>
          </a:xfrm>
          <a:prstGeom prst="rect">
            <a:avLst/>
          </a:prstGeom>
          <a:solidFill>
            <a:schemeClr val="bg1"/>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0070C0"/>
                </a:solidFill>
              </a:rPr>
              <a:t>?</a:t>
            </a:r>
          </a:p>
        </p:txBody>
      </p:sp>
      <p:sp>
        <p:nvSpPr>
          <p:cNvPr id="15" name="Rectangle 14">
            <a:extLst>
              <a:ext uri="{FF2B5EF4-FFF2-40B4-BE49-F238E27FC236}">
                <a16:creationId xmlns:a16="http://schemas.microsoft.com/office/drawing/2014/main" id="{3BDDE4C6-A431-0B46-8DFA-F649EE8DFB50}"/>
              </a:ext>
            </a:extLst>
          </p:cNvPr>
          <p:cNvSpPr/>
          <p:nvPr/>
        </p:nvSpPr>
        <p:spPr>
          <a:xfrm>
            <a:off x="4255859" y="5707360"/>
            <a:ext cx="825572" cy="436314"/>
          </a:xfrm>
          <a:prstGeom prst="rect">
            <a:avLst/>
          </a:prstGeom>
          <a:solidFill>
            <a:schemeClr val="bg1"/>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00B050"/>
                </a:solidFill>
              </a:rPr>
              <a:t>1</a:t>
            </a:r>
          </a:p>
        </p:txBody>
      </p:sp>
      <p:sp>
        <p:nvSpPr>
          <p:cNvPr id="16" name="Rectangle 15">
            <a:extLst>
              <a:ext uri="{FF2B5EF4-FFF2-40B4-BE49-F238E27FC236}">
                <a16:creationId xmlns:a16="http://schemas.microsoft.com/office/drawing/2014/main" id="{E04D19C0-C6CF-E444-80F2-2D5350139065}"/>
              </a:ext>
            </a:extLst>
          </p:cNvPr>
          <p:cNvSpPr/>
          <p:nvPr/>
        </p:nvSpPr>
        <p:spPr>
          <a:xfrm>
            <a:off x="9722941" y="5707360"/>
            <a:ext cx="825572" cy="436314"/>
          </a:xfrm>
          <a:prstGeom prst="rect">
            <a:avLst/>
          </a:prstGeom>
          <a:solidFill>
            <a:schemeClr val="bg1"/>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00B050"/>
                </a:solidFill>
              </a:rPr>
              <a:t>?</a:t>
            </a:r>
          </a:p>
        </p:txBody>
      </p:sp>
      <p:sp>
        <p:nvSpPr>
          <p:cNvPr id="17" name="Rectangle 16">
            <a:extLst>
              <a:ext uri="{FF2B5EF4-FFF2-40B4-BE49-F238E27FC236}">
                <a16:creationId xmlns:a16="http://schemas.microsoft.com/office/drawing/2014/main" id="{8903A309-FFC4-4912-A5E9-A49252981703}"/>
              </a:ext>
            </a:extLst>
          </p:cNvPr>
          <p:cNvSpPr/>
          <p:nvPr/>
        </p:nvSpPr>
        <p:spPr>
          <a:xfrm>
            <a:off x="6730087" y="4497891"/>
            <a:ext cx="825572" cy="436314"/>
          </a:xfrm>
          <a:prstGeom prst="rect">
            <a:avLst/>
          </a:prstGeom>
          <a:solidFill>
            <a:schemeClr val="bg1"/>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0070C0"/>
                </a:solidFill>
              </a:rPr>
              <a:t>3</a:t>
            </a:r>
          </a:p>
        </p:txBody>
      </p:sp>
      <p:sp>
        <p:nvSpPr>
          <p:cNvPr id="18" name="Rectangle 17">
            <a:extLst>
              <a:ext uri="{FF2B5EF4-FFF2-40B4-BE49-F238E27FC236}">
                <a16:creationId xmlns:a16="http://schemas.microsoft.com/office/drawing/2014/main" id="{9090E0BF-F962-4D5B-ADA3-1802E9A71033}"/>
              </a:ext>
            </a:extLst>
          </p:cNvPr>
          <p:cNvSpPr/>
          <p:nvPr/>
        </p:nvSpPr>
        <p:spPr>
          <a:xfrm>
            <a:off x="7968445" y="4506135"/>
            <a:ext cx="825572" cy="436314"/>
          </a:xfrm>
          <a:prstGeom prst="rect">
            <a:avLst/>
          </a:prstGeom>
          <a:solidFill>
            <a:schemeClr val="bg1"/>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0070C0"/>
                </a:solidFill>
              </a:rPr>
              <a:t>4</a:t>
            </a:r>
          </a:p>
        </p:txBody>
      </p:sp>
      <p:sp>
        <p:nvSpPr>
          <p:cNvPr id="19" name="Rectangle 18">
            <a:extLst>
              <a:ext uri="{FF2B5EF4-FFF2-40B4-BE49-F238E27FC236}">
                <a16:creationId xmlns:a16="http://schemas.microsoft.com/office/drawing/2014/main" id="{BEDE8528-63B1-42BC-A4D0-F2C8142261CF}"/>
              </a:ext>
            </a:extLst>
          </p:cNvPr>
          <p:cNvSpPr/>
          <p:nvPr/>
        </p:nvSpPr>
        <p:spPr>
          <a:xfrm>
            <a:off x="5294635" y="5707360"/>
            <a:ext cx="825572" cy="436314"/>
          </a:xfrm>
          <a:prstGeom prst="rect">
            <a:avLst/>
          </a:prstGeom>
          <a:solidFill>
            <a:schemeClr val="bg1"/>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00B050"/>
                </a:solidFill>
              </a:rPr>
              <a:t>2</a:t>
            </a:r>
          </a:p>
        </p:txBody>
      </p:sp>
      <p:sp>
        <p:nvSpPr>
          <p:cNvPr id="20" name="Rectangle 19">
            <a:extLst>
              <a:ext uri="{FF2B5EF4-FFF2-40B4-BE49-F238E27FC236}">
                <a16:creationId xmlns:a16="http://schemas.microsoft.com/office/drawing/2014/main" id="{0E7B2822-6F4D-44B7-AFB2-324A5EBD8E8B}"/>
              </a:ext>
            </a:extLst>
          </p:cNvPr>
          <p:cNvSpPr/>
          <p:nvPr/>
        </p:nvSpPr>
        <p:spPr>
          <a:xfrm>
            <a:off x="6174065" y="5705381"/>
            <a:ext cx="825572" cy="436314"/>
          </a:xfrm>
          <a:prstGeom prst="rect">
            <a:avLst/>
          </a:prstGeom>
          <a:solidFill>
            <a:schemeClr val="bg1"/>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00B050"/>
                </a:solidFill>
              </a:rPr>
              <a:t>3</a:t>
            </a:r>
          </a:p>
        </p:txBody>
      </p:sp>
      <p:sp>
        <p:nvSpPr>
          <p:cNvPr id="21" name="Rectangle 20">
            <a:extLst>
              <a:ext uri="{FF2B5EF4-FFF2-40B4-BE49-F238E27FC236}">
                <a16:creationId xmlns:a16="http://schemas.microsoft.com/office/drawing/2014/main" id="{D122F4EF-40A9-4109-891D-71C3B4243609}"/>
              </a:ext>
            </a:extLst>
          </p:cNvPr>
          <p:cNvSpPr/>
          <p:nvPr/>
        </p:nvSpPr>
        <p:spPr>
          <a:xfrm>
            <a:off x="7040004" y="5706254"/>
            <a:ext cx="825572" cy="436314"/>
          </a:xfrm>
          <a:prstGeom prst="rect">
            <a:avLst/>
          </a:prstGeom>
          <a:solidFill>
            <a:schemeClr val="bg1"/>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00B050"/>
                </a:solidFill>
              </a:rPr>
              <a:t>4</a:t>
            </a:r>
          </a:p>
        </p:txBody>
      </p:sp>
      <p:sp>
        <p:nvSpPr>
          <p:cNvPr id="22" name="Rectangle 21">
            <a:extLst>
              <a:ext uri="{FF2B5EF4-FFF2-40B4-BE49-F238E27FC236}">
                <a16:creationId xmlns:a16="http://schemas.microsoft.com/office/drawing/2014/main" id="{2C62F037-7393-4027-A00C-69F161A0F43B}"/>
              </a:ext>
            </a:extLst>
          </p:cNvPr>
          <p:cNvSpPr/>
          <p:nvPr/>
        </p:nvSpPr>
        <p:spPr>
          <a:xfrm>
            <a:off x="8082439" y="5688237"/>
            <a:ext cx="825572" cy="436314"/>
          </a:xfrm>
          <a:prstGeom prst="rect">
            <a:avLst/>
          </a:prstGeom>
          <a:solidFill>
            <a:schemeClr val="bg1"/>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00B050"/>
                </a:solidFill>
              </a:rPr>
              <a:t>5</a:t>
            </a:r>
          </a:p>
        </p:txBody>
      </p:sp>
      <p:sp>
        <p:nvSpPr>
          <p:cNvPr id="23" name="Rectangle 22">
            <a:extLst>
              <a:ext uri="{FF2B5EF4-FFF2-40B4-BE49-F238E27FC236}">
                <a16:creationId xmlns:a16="http://schemas.microsoft.com/office/drawing/2014/main" id="{43DF1932-3088-40D7-9AC0-210E6EE54130}"/>
              </a:ext>
            </a:extLst>
          </p:cNvPr>
          <p:cNvSpPr/>
          <p:nvPr/>
        </p:nvSpPr>
        <p:spPr>
          <a:xfrm>
            <a:off x="9691102" y="5681996"/>
            <a:ext cx="825572" cy="436314"/>
          </a:xfrm>
          <a:prstGeom prst="rect">
            <a:avLst/>
          </a:prstGeom>
          <a:solidFill>
            <a:schemeClr val="bg1"/>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00B050"/>
                </a:solidFill>
              </a:rPr>
              <a:t>6</a:t>
            </a:r>
          </a:p>
        </p:txBody>
      </p:sp>
    </p:spTree>
    <p:extLst>
      <p:ext uri="{BB962C8B-B14F-4D97-AF65-F5344CB8AC3E}">
        <p14:creationId xmlns:p14="http://schemas.microsoft.com/office/powerpoint/2010/main" val="22610318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3"/>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2"/>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1"/>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0"/>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P spid="18" grpId="0" animBg="1"/>
      <p:bldP spid="19" grpId="0" animBg="1"/>
      <p:bldP spid="20" grpId="0" animBg="1"/>
      <p:bldP spid="21" grpId="0" animBg="1"/>
      <p:bldP spid="22" grpId="0" animBg="1"/>
      <p:bldP spid="23"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DF00AF-8AF3-4283-9CDA-DF8C25845167}"/>
              </a:ext>
            </a:extLst>
          </p:cNvPr>
          <p:cNvSpPr>
            <a:spLocks noGrp="1"/>
          </p:cNvSpPr>
          <p:nvPr>
            <p:ph type="title"/>
          </p:nvPr>
        </p:nvSpPr>
        <p:spPr/>
        <p:txBody>
          <a:bodyPr/>
          <a:lstStyle/>
          <a:p>
            <a:r>
              <a:rPr lang="en-US" err="1"/>
              <a:t>Lamport</a:t>
            </a:r>
            <a:r>
              <a:rPr lang="en-US"/>
              <a:t> Clock</a:t>
            </a:r>
          </a:p>
        </p:txBody>
      </p:sp>
      <p:sp>
        <p:nvSpPr>
          <p:cNvPr id="3" name="Content Placeholder 2">
            <a:extLst>
              <a:ext uri="{FF2B5EF4-FFF2-40B4-BE49-F238E27FC236}">
                <a16:creationId xmlns:a16="http://schemas.microsoft.com/office/drawing/2014/main" id="{E15313D2-5F28-47C0-BB87-43CF592CE8C7}"/>
              </a:ext>
            </a:extLst>
          </p:cNvPr>
          <p:cNvSpPr>
            <a:spLocks noGrp="1"/>
          </p:cNvSpPr>
          <p:nvPr>
            <p:ph idx="1"/>
          </p:nvPr>
        </p:nvSpPr>
        <p:spPr/>
        <p:txBody>
          <a:bodyPr/>
          <a:lstStyle/>
          <a:p>
            <a:r>
              <a:rPr lang="en-US"/>
              <a:t>Each process maintains a counter, L</a:t>
            </a:r>
          </a:p>
          <a:p>
            <a:r>
              <a:rPr lang="en-US"/>
              <a:t>Increment counter when an event happens</a:t>
            </a:r>
          </a:p>
          <a:p>
            <a:r>
              <a:rPr lang="en-US"/>
              <a:t>When receiving a message, take max of own and sender’s counter, then increment</a:t>
            </a:r>
          </a:p>
          <a:p>
            <a:pPr marL="0" indent="0">
              <a:buNone/>
            </a:pPr>
            <a:endParaRPr lang="en-US"/>
          </a:p>
        </p:txBody>
      </p:sp>
      <p:sp>
        <p:nvSpPr>
          <p:cNvPr id="4" name="Footer Placeholder 3">
            <a:extLst>
              <a:ext uri="{FF2B5EF4-FFF2-40B4-BE49-F238E27FC236}">
                <a16:creationId xmlns:a16="http://schemas.microsoft.com/office/drawing/2014/main" id="{F6A1D4A0-C662-4D4E-8244-5AE2903AEE39}"/>
              </a:ext>
            </a:extLst>
          </p:cNvPr>
          <p:cNvSpPr>
            <a:spLocks noGrp="1"/>
          </p:cNvSpPr>
          <p:nvPr>
            <p:ph type="ftr" sz="quarter" idx="11"/>
          </p:nvPr>
        </p:nvSpPr>
        <p:spPr/>
        <p:txBody>
          <a:bodyPr/>
          <a:lstStyle/>
          <a:p>
            <a:r>
              <a:rPr lang="en-US"/>
              <a:t>Prof. Tim Wood &amp; Prof. Roozbeh Haghnazar</a:t>
            </a:r>
          </a:p>
        </p:txBody>
      </p:sp>
      <p:grpSp>
        <p:nvGrpSpPr>
          <p:cNvPr id="5" name="Group 4">
            <a:extLst>
              <a:ext uri="{FF2B5EF4-FFF2-40B4-BE49-F238E27FC236}">
                <a16:creationId xmlns:a16="http://schemas.microsoft.com/office/drawing/2014/main" id="{00958267-BE1D-49E3-95FD-77445F5583B2}"/>
              </a:ext>
            </a:extLst>
          </p:cNvPr>
          <p:cNvGrpSpPr/>
          <p:nvPr/>
        </p:nvGrpSpPr>
        <p:grpSpPr>
          <a:xfrm>
            <a:off x="2995862" y="3270326"/>
            <a:ext cx="8981701" cy="3624948"/>
            <a:chOff x="2445570" y="1507719"/>
            <a:chExt cx="9411678" cy="3798484"/>
          </a:xfrm>
        </p:grpSpPr>
        <p:pic>
          <p:nvPicPr>
            <p:cNvPr id="6" name="Image" descr="Image">
              <a:extLst>
                <a:ext uri="{FF2B5EF4-FFF2-40B4-BE49-F238E27FC236}">
                  <a16:creationId xmlns:a16="http://schemas.microsoft.com/office/drawing/2014/main" id="{CA77BC94-FE26-4F2A-B79D-24A1AB523EC8}"/>
                </a:ext>
              </a:extLst>
            </p:cNvPr>
            <p:cNvPicPr>
              <a:picLocks noChangeAspect="1"/>
            </p:cNvPicPr>
            <p:nvPr/>
          </p:nvPicPr>
          <p:blipFill>
            <a:blip r:embed="rId2"/>
            <a:stretch>
              <a:fillRect/>
            </a:stretch>
          </p:blipFill>
          <p:spPr>
            <a:xfrm>
              <a:off x="2445570" y="1507719"/>
              <a:ext cx="9411678" cy="3798484"/>
            </a:xfrm>
            <a:prstGeom prst="rect">
              <a:avLst/>
            </a:prstGeom>
            <a:ln w="12700">
              <a:miter lim="400000"/>
            </a:ln>
          </p:spPr>
        </p:pic>
        <p:sp>
          <p:nvSpPr>
            <p:cNvPr id="7" name="Circle">
              <a:extLst>
                <a:ext uri="{FF2B5EF4-FFF2-40B4-BE49-F238E27FC236}">
                  <a16:creationId xmlns:a16="http://schemas.microsoft.com/office/drawing/2014/main" id="{781F3462-1FC6-4ECD-952E-BDA028D55119}"/>
                </a:ext>
              </a:extLst>
            </p:cNvPr>
            <p:cNvSpPr/>
            <p:nvPr/>
          </p:nvSpPr>
          <p:spPr>
            <a:xfrm>
              <a:off x="6884045" y="2136139"/>
              <a:ext cx="121921" cy="121921"/>
            </a:xfrm>
            <a:prstGeom prst="ellipse">
              <a:avLst/>
            </a:prstGeom>
            <a:solidFill>
              <a:srgbClr val="000000"/>
            </a:solidFill>
            <a:ln w="25400">
              <a:solidFill>
                <a:srgbClr val="000000"/>
              </a:solidFill>
              <a:miter lim="400000"/>
            </a:ln>
          </p:spPr>
          <p:txBody>
            <a:bodyPr lIns="50800" tIns="50800" rIns="50800" bIns="50800" anchor="ctr"/>
            <a:lstStyle/>
            <a:p>
              <a:pPr>
                <a:defRPr sz="3200">
                  <a:solidFill>
                    <a:srgbClr val="FFFFFF"/>
                  </a:solidFill>
                  <a:latin typeface="Helvetica Neue Light"/>
                  <a:ea typeface="Helvetica Neue Light"/>
                  <a:cs typeface="Helvetica Neue Light"/>
                  <a:sym typeface="Helvetica Neue Light"/>
                </a:defRPr>
              </a:pPr>
              <a:endParaRPr/>
            </a:p>
          </p:txBody>
        </p:sp>
        <p:sp>
          <p:nvSpPr>
            <p:cNvPr id="8" name="g">
              <a:extLst>
                <a:ext uri="{FF2B5EF4-FFF2-40B4-BE49-F238E27FC236}">
                  <a16:creationId xmlns:a16="http://schemas.microsoft.com/office/drawing/2014/main" id="{1EBE17DC-2CA5-43E3-B6E0-7DE992FF6B54}"/>
                </a:ext>
              </a:extLst>
            </p:cNvPr>
            <p:cNvSpPr txBox="1"/>
            <p:nvPr/>
          </p:nvSpPr>
          <p:spPr>
            <a:xfrm>
              <a:off x="6791109" y="2152424"/>
              <a:ext cx="269690" cy="4318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50800" tIns="50800" rIns="50800" bIns="50800" anchor="ctr">
              <a:spAutoFit/>
            </a:bodyPr>
            <a:lstStyle>
              <a:lvl1pPr>
                <a:defRPr sz="2200" i="1"/>
              </a:lvl1pPr>
            </a:lstStyle>
            <a:p>
              <a:r>
                <a:t>g</a:t>
              </a:r>
            </a:p>
          </p:txBody>
        </p:sp>
        <p:sp>
          <p:nvSpPr>
            <p:cNvPr id="9" name="3">
              <a:extLst>
                <a:ext uri="{FF2B5EF4-FFF2-40B4-BE49-F238E27FC236}">
                  <a16:creationId xmlns:a16="http://schemas.microsoft.com/office/drawing/2014/main" id="{F53EADB7-D148-406C-9AE3-84F0DB1E09ED}"/>
                </a:ext>
              </a:extLst>
            </p:cNvPr>
            <p:cNvSpPr txBox="1"/>
            <p:nvPr/>
          </p:nvSpPr>
          <p:spPr>
            <a:xfrm>
              <a:off x="6806629" y="1670790"/>
              <a:ext cx="276753" cy="4572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50800" tIns="50800" rIns="50800" bIns="50800" anchor="ctr">
              <a:spAutoFit/>
            </a:bodyPr>
            <a:lstStyle>
              <a:lvl1pPr>
                <a:defRPr sz="2300"/>
              </a:lvl1pPr>
            </a:lstStyle>
            <a:p>
              <a:r>
                <a:t>3</a:t>
              </a:r>
            </a:p>
          </p:txBody>
        </p:sp>
      </p:grpSp>
    </p:spTree>
    <p:extLst>
      <p:ext uri="{BB962C8B-B14F-4D97-AF65-F5344CB8AC3E}">
        <p14:creationId xmlns:p14="http://schemas.microsoft.com/office/powerpoint/2010/main" val="354738014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3B2251-3CFE-486B-B519-DF2197F154EC}"/>
              </a:ext>
            </a:extLst>
          </p:cNvPr>
          <p:cNvSpPr>
            <a:spLocks noGrp="1"/>
          </p:cNvSpPr>
          <p:nvPr>
            <p:ph type="title"/>
          </p:nvPr>
        </p:nvSpPr>
        <p:spPr>
          <a:xfrm>
            <a:off x="3228475" y="498539"/>
            <a:ext cx="8610600" cy="1293028"/>
          </a:xfrm>
        </p:spPr>
        <p:txBody>
          <a:bodyPr/>
          <a:lstStyle/>
          <a:p>
            <a:r>
              <a:rPr lang="en-US"/>
              <a:t>Clock Comparison</a:t>
            </a:r>
          </a:p>
        </p:txBody>
      </p:sp>
      <p:sp>
        <p:nvSpPr>
          <p:cNvPr id="4" name="Footer Placeholder 3">
            <a:extLst>
              <a:ext uri="{FF2B5EF4-FFF2-40B4-BE49-F238E27FC236}">
                <a16:creationId xmlns:a16="http://schemas.microsoft.com/office/drawing/2014/main" id="{A3F92E5F-8192-4A09-B365-F96C2DF1C6A5}"/>
              </a:ext>
            </a:extLst>
          </p:cNvPr>
          <p:cNvSpPr>
            <a:spLocks noGrp="1"/>
          </p:cNvSpPr>
          <p:nvPr>
            <p:ph type="ftr" sz="quarter" idx="11"/>
          </p:nvPr>
        </p:nvSpPr>
        <p:spPr/>
        <p:txBody>
          <a:bodyPr/>
          <a:lstStyle/>
          <a:p>
            <a:r>
              <a:rPr lang="en-US"/>
              <a:t>Prof. Tim Wood &amp; Prof. Roozbeh Haghnazar</a:t>
            </a:r>
          </a:p>
        </p:txBody>
      </p:sp>
      <p:grpSp>
        <p:nvGrpSpPr>
          <p:cNvPr id="21" name="Group 20">
            <a:extLst>
              <a:ext uri="{FF2B5EF4-FFF2-40B4-BE49-F238E27FC236}">
                <a16:creationId xmlns:a16="http://schemas.microsoft.com/office/drawing/2014/main" id="{3F7E06C2-7B49-4C9E-9A19-8FD1159979E4}"/>
              </a:ext>
            </a:extLst>
          </p:cNvPr>
          <p:cNvGrpSpPr/>
          <p:nvPr/>
        </p:nvGrpSpPr>
        <p:grpSpPr>
          <a:xfrm>
            <a:off x="1112283" y="1307241"/>
            <a:ext cx="10257122" cy="2886840"/>
            <a:chOff x="546799" y="1618381"/>
            <a:chExt cx="12403220" cy="3490854"/>
          </a:xfrm>
        </p:grpSpPr>
        <p:sp>
          <p:nvSpPr>
            <p:cNvPr id="22" name="if e-&gt;e’, then:…">
              <a:extLst>
                <a:ext uri="{FF2B5EF4-FFF2-40B4-BE49-F238E27FC236}">
                  <a16:creationId xmlns:a16="http://schemas.microsoft.com/office/drawing/2014/main" id="{F8857556-0529-4041-959C-4F9C3F923B8E}"/>
                </a:ext>
              </a:extLst>
            </p:cNvPr>
            <p:cNvSpPr txBox="1"/>
            <p:nvPr/>
          </p:nvSpPr>
          <p:spPr>
            <a:xfrm>
              <a:off x="546799" y="2979823"/>
              <a:ext cx="2818893" cy="1152770"/>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none" lIns="50800" tIns="50800" rIns="50800" bIns="50800" anchor="ctr">
              <a:spAutoFit/>
            </a:bodyPr>
            <a:lstStyle/>
            <a:p>
              <a:pPr marL="190500" indent="-190500" defTabSz="584200" hangingPunct="0">
                <a:lnSpc>
                  <a:spcPct val="90000"/>
                </a:lnSpc>
                <a:spcBef>
                  <a:spcPts val="2200"/>
                </a:spcBef>
                <a:buSzPct val="25000"/>
                <a:buFontTx/>
                <a:buChar char="•"/>
                <a:defRPr sz="4100" b="1">
                  <a:solidFill>
                    <a:srgbClr val="C82506"/>
                  </a:solidFill>
                  <a:latin typeface="Helvetica Neue"/>
                  <a:ea typeface="Helvetica Neue"/>
                  <a:cs typeface="Helvetica Neue"/>
                  <a:sym typeface="Helvetica Neue"/>
                </a:defRPr>
              </a:pPr>
              <a:r>
                <a:rPr sz="2400" b="1" kern="0">
                  <a:solidFill>
                    <a:srgbClr val="C82506"/>
                  </a:solidFill>
                  <a:latin typeface="Helvetica Neue"/>
                  <a:ea typeface="Helvetica Neue"/>
                  <a:cs typeface="Helvetica Neue"/>
                  <a:sym typeface="Helvetica Neue"/>
                </a:rPr>
                <a:t>if e-&gt;e’, then:</a:t>
              </a:r>
            </a:p>
            <a:p>
              <a:pPr marL="190500" indent="-190500" defTabSz="584200" hangingPunct="0">
                <a:lnSpc>
                  <a:spcPct val="90000"/>
                </a:lnSpc>
                <a:spcBef>
                  <a:spcPts val="2200"/>
                </a:spcBef>
                <a:buSzPct val="25000"/>
                <a:buFontTx/>
                <a:buChar char="•"/>
                <a:defRPr sz="4100" b="1">
                  <a:solidFill>
                    <a:srgbClr val="C82506"/>
                  </a:solidFill>
                  <a:latin typeface="Helvetica Neue"/>
                  <a:ea typeface="Helvetica Neue"/>
                  <a:cs typeface="Helvetica Neue"/>
                  <a:sym typeface="Helvetica Neue"/>
                </a:defRPr>
              </a:pPr>
              <a:r>
                <a:rPr sz="2400" b="1" kern="0">
                  <a:solidFill>
                    <a:srgbClr val="C82506"/>
                  </a:solidFill>
                  <a:latin typeface="Helvetica Neue"/>
                  <a:ea typeface="Helvetica Neue"/>
                  <a:cs typeface="Helvetica Neue"/>
                  <a:sym typeface="Helvetica Neue"/>
                </a:rPr>
                <a:t>   C(e) ??? C(e’)</a:t>
              </a:r>
            </a:p>
          </p:txBody>
        </p:sp>
        <p:grpSp>
          <p:nvGrpSpPr>
            <p:cNvPr id="23" name="Group 22">
              <a:extLst>
                <a:ext uri="{FF2B5EF4-FFF2-40B4-BE49-F238E27FC236}">
                  <a16:creationId xmlns:a16="http://schemas.microsoft.com/office/drawing/2014/main" id="{324D3803-94F9-48B7-9372-48B9AE947F6B}"/>
                </a:ext>
              </a:extLst>
            </p:cNvPr>
            <p:cNvGrpSpPr/>
            <p:nvPr/>
          </p:nvGrpSpPr>
          <p:grpSpPr>
            <a:xfrm>
              <a:off x="5251996" y="1618381"/>
              <a:ext cx="7698023" cy="3490854"/>
              <a:chOff x="5251996" y="1618381"/>
              <a:chExt cx="7698023" cy="3490854"/>
            </a:xfrm>
          </p:grpSpPr>
          <p:sp>
            <p:nvSpPr>
              <p:cNvPr id="24" name="Independent clocks">
                <a:extLst>
                  <a:ext uri="{FF2B5EF4-FFF2-40B4-BE49-F238E27FC236}">
                    <a16:creationId xmlns:a16="http://schemas.microsoft.com/office/drawing/2014/main" id="{4B27CA20-43B3-42EA-B4B8-AB8B5A3ACBA2}"/>
                  </a:ext>
                </a:extLst>
              </p:cNvPr>
              <p:cNvSpPr txBox="1"/>
              <p:nvPr/>
            </p:nvSpPr>
            <p:spPr>
              <a:xfrm>
                <a:off x="8217016" y="1618381"/>
                <a:ext cx="3266113" cy="518352"/>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none" lIns="50800" tIns="50800" rIns="50800" bIns="50800" anchor="ctr">
                <a:spAutoFit/>
              </a:bodyPr>
              <a:lstStyle>
                <a:lvl1pPr>
                  <a:defRPr b="1">
                    <a:solidFill>
                      <a:schemeClr val="accent5"/>
                    </a:solidFill>
                  </a:defRPr>
                </a:lvl1pPr>
              </a:lstStyle>
              <a:p>
                <a:pPr algn="ctr" defTabSz="584200" hangingPunct="0"/>
                <a:r>
                  <a:rPr sz="2400" kern="0">
                    <a:solidFill>
                      <a:srgbClr val="C82506"/>
                    </a:solidFill>
                    <a:latin typeface="Helvetica"/>
                    <a:cs typeface="Helvetica"/>
                    <a:sym typeface="Helvetica"/>
                  </a:rPr>
                  <a:t>Independent clocks</a:t>
                </a:r>
              </a:p>
            </p:txBody>
          </p:sp>
          <p:grpSp>
            <p:nvGrpSpPr>
              <p:cNvPr id="25" name="Group 24">
                <a:extLst>
                  <a:ext uri="{FF2B5EF4-FFF2-40B4-BE49-F238E27FC236}">
                    <a16:creationId xmlns:a16="http://schemas.microsoft.com/office/drawing/2014/main" id="{D9DD106B-C028-416E-A5D7-01D5D40C432C}"/>
                  </a:ext>
                </a:extLst>
              </p:cNvPr>
              <p:cNvGrpSpPr/>
              <p:nvPr/>
            </p:nvGrpSpPr>
            <p:grpSpPr>
              <a:xfrm>
                <a:off x="5251996" y="2003183"/>
                <a:ext cx="7698023" cy="3106052"/>
                <a:chOff x="5251996" y="2003183"/>
                <a:chExt cx="7698023" cy="3106052"/>
              </a:xfrm>
            </p:grpSpPr>
            <p:grpSp>
              <p:nvGrpSpPr>
                <p:cNvPr id="26" name="Group">
                  <a:extLst>
                    <a:ext uri="{FF2B5EF4-FFF2-40B4-BE49-F238E27FC236}">
                      <a16:creationId xmlns:a16="http://schemas.microsoft.com/office/drawing/2014/main" id="{0C5E7DE1-1EE4-4028-9A02-66824D6989D2}"/>
                    </a:ext>
                  </a:extLst>
                </p:cNvPr>
                <p:cNvGrpSpPr/>
                <p:nvPr/>
              </p:nvGrpSpPr>
              <p:grpSpPr>
                <a:xfrm>
                  <a:off x="5251996" y="2003183"/>
                  <a:ext cx="7698023" cy="3106052"/>
                  <a:chOff x="0" y="0"/>
                  <a:chExt cx="7698021" cy="3106050"/>
                </a:xfrm>
              </p:grpSpPr>
              <p:pic>
                <p:nvPicPr>
                  <p:cNvPr id="30" name="Image" descr="Image">
                    <a:extLst>
                      <a:ext uri="{FF2B5EF4-FFF2-40B4-BE49-F238E27FC236}">
                        <a16:creationId xmlns:a16="http://schemas.microsoft.com/office/drawing/2014/main" id="{41301BC7-3244-41DD-BE50-074F7BFCCAA9}"/>
                      </a:ext>
                    </a:extLst>
                  </p:cNvPr>
                  <p:cNvPicPr>
                    <a:picLocks noChangeAspect="1"/>
                  </p:cNvPicPr>
                  <p:nvPr/>
                </p:nvPicPr>
                <p:blipFill>
                  <a:blip r:embed="rId2"/>
                  <a:stretch>
                    <a:fillRect/>
                  </a:stretch>
                </p:blipFill>
                <p:spPr>
                  <a:xfrm>
                    <a:off x="0" y="223203"/>
                    <a:ext cx="7698021" cy="2882847"/>
                  </a:xfrm>
                  <a:prstGeom prst="rect">
                    <a:avLst/>
                  </a:prstGeom>
                  <a:ln w="12700" cap="flat">
                    <a:noFill/>
                    <a:miter lim="400000"/>
                  </a:ln>
                  <a:effectLst/>
                </p:spPr>
              </p:pic>
              <p:sp>
                <p:nvSpPr>
                  <p:cNvPr id="31" name="1">
                    <a:extLst>
                      <a:ext uri="{FF2B5EF4-FFF2-40B4-BE49-F238E27FC236}">
                        <a16:creationId xmlns:a16="http://schemas.microsoft.com/office/drawing/2014/main" id="{CD06DA72-5D9A-4CC0-AACE-D9B205EE775C}"/>
                      </a:ext>
                    </a:extLst>
                  </p:cNvPr>
                  <p:cNvSpPr txBox="1"/>
                  <p:nvPr/>
                </p:nvSpPr>
                <p:spPr>
                  <a:xfrm>
                    <a:off x="1008961" y="0"/>
                    <a:ext cx="336128" cy="602482"/>
                  </a:xfrm>
                  <a:prstGeom prst="rect">
                    <a:avLst/>
                  </a:prstGeom>
                  <a:noFill/>
                  <a:ln w="12700" cap="flat">
                    <a:noFill/>
                    <a:miter lim="400000"/>
                  </a:ln>
                  <a:effectLst/>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square" lIns="50800" tIns="50800" rIns="50800" bIns="50800" numCol="1" anchor="ctr">
                    <a:noAutofit/>
                  </a:bodyPr>
                  <a:lstStyle/>
                  <a:p>
                    <a:pPr algn="ctr" defTabSz="584200" hangingPunct="0"/>
                    <a:r>
                      <a:rPr sz="2400" kern="0">
                        <a:solidFill>
                          <a:srgbClr val="000000"/>
                        </a:solidFill>
                        <a:latin typeface="Helvetica"/>
                        <a:cs typeface="Helvetica"/>
                        <a:sym typeface="Helvetica"/>
                      </a:rPr>
                      <a:t>1</a:t>
                    </a:r>
                  </a:p>
                </p:txBody>
              </p:sp>
              <p:sp>
                <p:nvSpPr>
                  <p:cNvPr id="32" name="2">
                    <a:extLst>
                      <a:ext uri="{FF2B5EF4-FFF2-40B4-BE49-F238E27FC236}">
                        <a16:creationId xmlns:a16="http://schemas.microsoft.com/office/drawing/2014/main" id="{F16B0225-62A2-45D8-9353-925840DE157D}"/>
                      </a:ext>
                    </a:extLst>
                  </p:cNvPr>
                  <p:cNvSpPr txBox="1"/>
                  <p:nvPr/>
                </p:nvSpPr>
                <p:spPr>
                  <a:xfrm>
                    <a:off x="1473926" y="0"/>
                    <a:ext cx="522096" cy="731493"/>
                  </a:xfrm>
                  <a:prstGeom prst="rect">
                    <a:avLst/>
                  </a:prstGeom>
                  <a:noFill/>
                  <a:ln w="12700" cap="flat">
                    <a:noFill/>
                    <a:miter lim="400000"/>
                  </a:ln>
                  <a:effectLst/>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square" lIns="50800" tIns="50800" rIns="50800" bIns="50800" numCol="1" anchor="ctr">
                    <a:noAutofit/>
                  </a:bodyPr>
                  <a:lstStyle/>
                  <a:p>
                    <a:pPr algn="ctr" defTabSz="584200" hangingPunct="0"/>
                    <a:r>
                      <a:rPr sz="2400" kern="0">
                        <a:solidFill>
                          <a:srgbClr val="000000"/>
                        </a:solidFill>
                        <a:latin typeface="Helvetica"/>
                        <a:cs typeface="Helvetica"/>
                        <a:sym typeface="Helvetica"/>
                      </a:rPr>
                      <a:t>2</a:t>
                    </a:r>
                  </a:p>
                </p:txBody>
              </p:sp>
              <p:sp>
                <p:nvSpPr>
                  <p:cNvPr id="33" name="1">
                    <a:extLst>
                      <a:ext uri="{FF2B5EF4-FFF2-40B4-BE49-F238E27FC236}">
                        <a16:creationId xmlns:a16="http://schemas.microsoft.com/office/drawing/2014/main" id="{DC696197-C551-4C26-8E62-09DE31F33598}"/>
                      </a:ext>
                    </a:extLst>
                  </p:cNvPr>
                  <p:cNvSpPr txBox="1"/>
                  <p:nvPr/>
                </p:nvSpPr>
                <p:spPr>
                  <a:xfrm>
                    <a:off x="3277380" y="1017476"/>
                    <a:ext cx="336128" cy="602483"/>
                  </a:xfrm>
                  <a:prstGeom prst="rect">
                    <a:avLst/>
                  </a:prstGeom>
                  <a:noFill/>
                  <a:ln w="12700" cap="flat">
                    <a:noFill/>
                    <a:miter lim="400000"/>
                  </a:ln>
                  <a:effectLst/>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square" lIns="50800" tIns="50800" rIns="50800" bIns="50800" numCol="1" anchor="ctr">
                    <a:noAutofit/>
                  </a:bodyPr>
                  <a:lstStyle/>
                  <a:p>
                    <a:pPr algn="ctr" defTabSz="584200" hangingPunct="0"/>
                    <a:r>
                      <a:rPr sz="2400" kern="0">
                        <a:solidFill>
                          <a:srgbClr val="000000"/>
                        </a:solidFill>
                        <a:latin typeface="Helvetica"/>
                        <a:cs typeface="Helvetica"/>
                        <a:sym typeface="Helvetica"/>
                      </a:rPr>
                      <a:t>1</a:t>
                    </a:r>
                  </a:p>
                </p:txBody>
              </p:sp>
              <p:sp>
                <p:nvSpPr>
                  <p:cNvPr id="34" name="2">
                    <a:extLst>
                      <a:ext uri="{FF2B5EF4-FFF2-40B4-BE49-F238E27FC236}">
                        <a16:creationId xmlns:a16="http://schemas.microsoft.com/office/drawing/2014/main" id="{8391DBFD-8993-4144-8ADB-F8CC369EF720}"/>
                      </a:ext>
                    </a:extLst>
                  </p:cNvPr>
                  <p:cNvSpPr txBox="1"/>
                  <p:nvPr/>
                </p:nvSpPr>
                <p:spPr>
                  <a:xfrm>
                    <a:off x="4623672" y="1017476"/>
                    <a:ext cx="751024" cy="722811"/>
                  </a:xfrm>
                  <a:prstGeom prst="rect">
                    <a:avLst/>
                  </a:prstGeom>
                  <a:noFill/>
                  <a:ln w="12700" cap="flat">
                    <a:noFill/>
                    <a:miter lim="400000"/>
                  </a:ln>
                  <a:effectLst/>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square" lIns="50800" tIns="50800" rIns="50800" bIns="50800" numCol="1" anchor="ctr">
                    <a:noAutofit/>
                  </a:bodyPr>
                  <a:lstStyle/>
                  <a:p>
                    <a:pPr algn="ctr" defTabSz="584200" hangingPunct="0"/>
                    <a:r>
                      <a:rPr sz="2400" kern="0">
                        <a:solidFill>
                          <a:srgbClr val="000000"/>
                        </a:solidFill>
                        <a:latin typeface="Helvetica"/>
                        <a:cs typeface="Helvetica"/>
                        <a:sym typeface="Helvetica"/>
                      </a:rPr>
                      <a:t>2</a:t>
                    </a:r>
                  </a:p>
                </p:txBody>
              </p:sp>
              <p:sp>
                <p:nvSpPr>
                  <p:cNvPr id="35" name="1">
                    <a:extLst>
                      <a:ext uri="{FF2B5EF4-FFF2-40B4-BE49-F238E27FC236}">
                        <a16:creationId xmlns:a16="http://schemas.microsoft.com/office/drawing/2014/main" id="{2CB91B76-B9E8-4AA4-B08E-2DFDB81AB3C0}"/>
                      </a:ext>
                    </a:extLst>
                  </p:cNvPr>
                  <p:cNvSpPr txBox="1"/>
                  <p:nvPr/>
                </p:nvSpPr>
                <p:spPr>
                  <a:xfrm>
                    <a:off x="1504380" y="2074642"/>
                    <a:ext cx="336128" cy="602483"/>
                  </a:xfrm>
                  <a:prstGeom prst="rect">
                    <a:avLst/>
                  </a:prstGeom>
                  <a:noFill/>
                  <a:ln w="12700" cap="flat">
                    <a:noFill/>
                    <a:miter lim="400000"/>
                  </a:ln>
                  <a:effectLst/>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square" lIns="50800" tIns="50800" rIns="50800" bIns="50800" numCol="1" anchor="ctr">
                    <a:noAutofit/>
                  </a:bodyPr>
                  <a:lstStyle/>
                  <a:p>
                    <a:pPr algn="ctr" defTabSz="584200" hangingPunct="0"/>
                    <a:r>
                      <a:rPr sz="2400" kern="0">
                        <a:solidFill>
                          <a:srgbClr val="000000"/>
                        </a:solidFill>
                        <a:latin typeface="Helvetica"/>
                        <a:cs typeface="Helvetica"/>
                        <a:sym typeface="Helvetica"/>
                      </a:rPr>
                      <a:t>1</a:t>
                    </a:r>
                  </a:p>
                </p:txBody>
              </p:sp>
              <p:sp>
                <p:nvSpPr>
                  <p:cNvPr id="36" name="2">
                    <a:extLst>
                      <a:ext uri="{FF2B5EF4-FFF2-40B4-BE49-F238E27FC236}">
                        <a16:creationId xmlns:a16="http://schemas.microsoft.com/office/drawing/2014/main" id="{FB23EF52-D665-44CE-B936-B2DBE92B4B70}"/>
                      </a:ext>
                    </a:extLst>
                  </p:cNvPr>
                  <p:cNvSpPr txBox="1"/>
                  <p:nvPr/>
                </p:nvSpPr>
                <p:spPr>
                  <a:xfrm>
                    <a:off x="5941867" y="2074642"/>
                    <a:ext cx="615663" cy="706223"/>
                  </a:xfrm>
                  <a:prstGeom prst="rect">
                    <a:avLst/>
                  </a:prstGeom>
                  <a:noFill/>
                  <a:ln w="12700" cap="flat">
                    <a:noFill/>
                    <a:miter lim="400000"/>
                  </a:ln>
                  <a:effectLst/>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square" lIns="50800" tIns="50800" rIns="50800" bIns="50800" numCol="1" anchor="ctr">
                    <a:noAutofit/>
                  </a:bodyPr>
                  <a:lstStyle/>
                  <a:p>
                    <a:pPr algn="ctr" defTabSz="584200" hangingPunct="0"/>
                    <a:r>
                      <a:rPr sz="2400" kern="0">
                        <a:solidFill>
                          <a:srgbClr val="000000"/>
                        </a:solidFill>
                        <a:latin typeface="Helvetica"/>
                        <a:cs typeface="Helvetica"/>
                        <a:sym typeface="Helvetica"/>
                      </a:rPr>
                      <a:t>2</a:t>
                    </a:r>
                  </a:p>
                </p:txBody>
              </p:sp>
            </p:grpSp>
            <p:sp>
              <p:nvSpPr>
                <p:cNvPr id="27" name="Circle">
                  <a:extLst>
                    <a:ext uri="{FF2B5EF4-FFF2-40B4-BE49-F238E27FC236}">
                      <a16:creationId xmlns:a16="http://schemas.microsoft.com/office/drawing/2014/main" id="{EF0D9F77-63C1-456E-A469-6ECD706A1C98}"/>
                    </a:ext>
                  </a:extLst>
                </p:cNvPr>
                <p:cNvSpPr/>
                <p:nvPr/>
              </p:nvSpPr>
              <p:spPr>
                <a:xfrm>
                  <a:off x="9093845" y="2555239"/>
                  <a:ext cx="121921" cy="121921"/>
                </a:xfrm>
                <a:prstGeom prst="ellipse">
                  <a:avLst/>
                </a:prstGeom>
                <a:solidFill>
                  <a:srgbClr val="000000"/>
                </a:solidFill>
                <a:ln w="25400">
                  <a:solidFill>
                    <a:srgbClr val="000000"/>
                  </a:solidFill>
                  <a:miter lim="400000"/>
                </a:ln>
              </p:spPr>
              <p:txBody>
                <a:bodyPr lIns="50800" tIns="50800" rIns="50800" bIns="50800" anchor="ctr"/>
                <a:lstStyle/>
                <a:p>
                  <a:pPr algn="ctr" defTabSz="584200" hangingPunct="0">
                    <a:defRPr sz="3200">
                      <a:solidFill>
                        <a:srgbClr val="FFFFFF"/>
                      </a:solidFill>
                      <a:latin typeface="Helvetica Neue Light"/>
                      <a:ea typeface="Helvetica Neue Light"/>
                      <a:cs typeface="Helvetica Neue Light"/>
                      <a:sym typeface="Helvetica Neue Light"/>
                    </a:defRPr>
                  </a:pPr>
                  <a:endParaRPr sz="2800" kern="0">
                    <a:solidFill>
                      <a:srgbClr val="FFFFFF"/>
                    </a:solidFill>
                    <a:latin typeface="Helvetica Neue Light"/>
                    <a:ea typeface="Helvetica Neue Light"/>
                    <a:cs typeface="Helvetica Neue Light"/>
                    <a:sym typeface="Helvetica Neue Light"/>
                  </a:endParaRPr>
                </a:p>
              </p:txBody>
            </p:sp>
            <p:sp>
              <p:nvSpPr>
                <p:cNvPr id="28" name="g">
                  <a:extLst>
                    <a:ext uri="{FF2B5EF4-FFF2-40B4-BE49-F238E27FC236}">
                      <a16:creationId xmlns:a16="http://schemas.microsoft.com/office/drawing/2014/main" id="{0175C483-B8D1-4949-8F26-3C31F4492C98}"/>
                    </a:ext>
                  </a:extLst>
                </p:cNvPr>
                <p:cNvSpPr txBox="1"/>
                <p:nvPr/>
              </p:nvSpPr>
              <p:spPr>
                <a:xfrm>
                  <a:off x="9032751" y="2629664"/>
                  <a:ext cx="206002" cy="315519"/>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none" lIns="50800" tIns="50800" rIns="50800" bIns="50800" anchor="ctr">
                  <a:spAutoFit/>
                </a:bodyPr>
                <a:lstStyle>
                  <a:lvl1pPr>
                    <a:defRPr sz="2200" i="1"/>
                  </a:lvl1pPr>
                </a:lstStyle>
                <a:p>
                  <a:pPr algn="ctr" defTabSz="584200" hangingPunct="0"/>
                  <a:r>
                    <a:rPr sz="1200" kern="0">
                      <a:solidFill>
                        <a:srgbClr val="000000"/>
                      </a:solidFill>
                      <a:latin typeface="Helvetica"/>
                      <a:cs typeface="Helvetica"/>
                      <a:sym typeface="Helvetica"/>
                    </a:rPr>
                    <a:t>g</a:t>
                  </a:r>
                </a:p>
              </p:txBody>
            </p:sp>
            <p:sp>
              <p:nvSpPr>
                <p:cNvPr id="29" name="3">
                  <a:extLst>
                    <a:ext uri="{FF2B5EF4-FFF2-40B4-BE49-F238E27FC236}">
                      <a16:creationId xmlns:a16="http://schemas.microsoft.com/office/drawing/2014/main" id="{FD467675-EDA3-40CA-AC8C-CB48ED57E8B8}"/>
                    </a:ext>
                  </a:extLst>
                </p:cNvPr>
                <p:cNvSpPr txBox="1"/>
                <p:nvPr/>
              </p:nvSpPr>
              <p:spPr>
                <a:xfrm>
                  <a:off x="8880413" y="2169319"/>
                  <a:ext cx="269388" cy="450741"/>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none" lIns="50800" tIns="50800" rIns="50800" bIns="50800" anchor="ctr">
                  <a:spAutoFit/>
                </a:bodyPr>
                <a:lstStyle>
                  <a:lvl1pPr>
                    <a:defRPr sz="3700"/>
                  </a:lvl1pPr>
                </a:lstStyle>
                <a:p>
                  <a:pPr algn="ctr" defTabSz="584200" hangingPunct="0"/>
                  <a:r>
                    <a:rPr sz="2000" kern="0">
                      <a:solidFill>
                        <a:srgbClr val="000000"/>
                      </a:solidFill>
                      <a:latin typeface="Helvetica"/>
                      <a:cs typeface="Helvetica"/>
                      <a:sym typeface="Helvetica"/>
                    </a:rPr>
                    <a:t>3</a:t>
                  </a:r>
                </a:p>
              </p:txBody>
            </p:sp>
          </p:grpSp>
        </p:grpSp>
      </p:grpSp>
      <p:grpSp>
        <p:nvGrpSpPr>
          <p:cNvPr id="37" name="Group 36">
            <a:extLst>
              <a:ext uri="{FF2B5EF4-FFF2-40B4-BE49-F238E27FC236}">
                <a16:creationId xmlns:a16="http://schemas.microsoft.com/office/drawing/2014/main" id="{861BD918-7BD8-4FCD-8317-3C9F660D8148}"/>
              </a:ext>
            </a:extLst>
          </p:cNvPr>
          <p:cNvGrpSpPr/>
          <p:nvPr/>
        </p:nvGrpSpPr>
        <p:grpSpPr>
          <a:xfrm>
            <a:off x="1004056" y="4124874"/>
            <a:ext cx="7652999" cy="2566170"/>
            <a:chOff x="161386" y="5695354"/>
            <a:chExt cx="10450785" cy="3504311"/>
          </a:xfrm>
        </p:grpSpPr>
        <p:pic>
          <p:nvPicPr>
            <p:cNvPr id="38" name="Image" descr="Image">
              <a:extLst>
                <a:ext uri="{FF2B5EF4-FFF2-40B4-BE49-F238E27FC236}">
                  <a16:creationId xmlns:a16="http://schemas.microsoft.com/office/drawing/2014/main" id="{894AC636-D02E-4F8C-8F84-C9050507B890}"/>
                </a:ext>
              </a:extLst>
            </p:cNvPr>
            <p:cNvPicPr>
              <a:picLocks noChangeAspect="1"/>
            </p:cNvPicPr>
            <p:nvPr/>
          </p:nvPicPr>
          <p:blipFill>
            <a:blip r:embed="rId3"/>
            <a:stretch>
              <a:fillRect/>
            </a:stretch>
          </p:blipFill>
          <p:spPr>
            <a:xfrm>
              <a:off x="161386" y="5977163"/>
              <a:ext cx="7984540" cy="3222502"/>
            </a:xfrm>
            <a:prstGeom prst="rect">
              <a:avLst/>
            </a:prstGeom>
            <a:ln w="12700">
              <a:miter lim="400000"/>
            </a:ln>
          </p:spPr>
        </p:pic>
        <p:sp>
          <p:nvSpPr>
            <p:cNvPr id="39" name="Lamport clocks">
              <a:extLst>
                <a:ext uri="{FF2B5EF4-FFF2-40B4-BE49-F238E27FC236}">
                  <a16:creationId xmlns:a16="http://schemas.microsoft.com/office/drawing/2014/main" id="{F91CB355-9966-4AC2-9B68-D9D31402F75B}"/>
                </a:ext>
              </a:extLst>
            </p:cNvPr>
            <p:cNvSpPr txBox="1"/>
            <p:nvPr/>
          </p:nvSpPr>
          <p:spPr>
            <a:xfrm>
              <a:off x="2357392" y="5695354"/>
              <a:ext cx="2377254" cy="471924"/>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none" lIns="50800" tIns="50800" rIns="50800" bIns="50800" anchor="ctr">
              <a:spAutoFit/>
            </a:bodyPr>
            <a:lstStyle>
              <a:lvl1pPr algn="l">
                <a:defRPr b="1">
                  <a:solidFill>
                    <a:schemeClr val="accent2"/>
                  </a:solidFill>
                </a:defRPr>
              </a:lvl1pPr>
            </a:lstStyle>
            <a:p>
              <a:pPr defTabSz="584200" hangingPunct="0"/>
              <a:r>
                <a:rPr sz="2400" kern="0">
                  <a:solidFill>
                    <a:srgbClr val="00882B"/>
                  </a:solidFill>
                  <a:latin typeface="Helvetica"/>
                  <a:cs typeface="Helvetica"/>
                  <a:sym typeface="Helvetica"/>
                </a:rPr>
                <a:t>Lamport clocks</a:t>
              </a:r>
            </a:p>
          </p:txBody>
        </p:sp>
        <p:sp>
          <p:nvSpPr>
            <p:cNvPr id="40" name="if e-&gt;e’, then:…">
              <a:extLst>
                <a:ext uri="{FF2B5EF4-FFF2-40B4-BE49-F238E27FC236}">
                  <a16:creationId xmlns:a16="http://schemas.microsoft.com/office/drawing/2014/main" id="{A805FC9A-59D2-4FAA-8212-1F86FEDEFB38}"/>
                </a:ext>
              </a:extLst>
            </p:cNvPr>
            <p:cNvSpPr txBox="1"/>
            <p:nvPr/>
          </p:nvSpPr>
          <p:spPr>
            <a:xfrm>
              <a:off x="8412851" y="7063653"/>
              <a:ext cx="2199320" cy="1049518"/>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none" lIns="50800" tIns="50800" rIns="50800" bIns="50800" anchor="ctr">
              <a:spAutoFit/>
            </a:bodyPr>
            <a:lstStyle/>
            <a:p>
              <a:pPr marL="190500" indent="-190500" defTabSz="584200" hangingPunct="0">
                <a:lnSpc>
                  <a:spcPct val="90000"/>
                </a:lnSpc>
                <a:spcBef>
                  <a:spcPts val="2200"/>
                </a:spcBef>
                <a:buSzPct val="25000"/>
                <a:buFontTx/>
                <a:buChar char="•"/>
                <a:defRPr sz="4100" b="1">
                  <a:solidFill>
                    <a:srgbClr val="00882B"/>
                  </a:solidFill>
                  <a:latin typeface="Helvetica Neue"/>
                  <a:ea typeface="Helvetica Neue"/>
                  <a:cs typeface="Helvetica Neue"/>
                  <a:sym typeface="Helvetica Neue"/>
                </a:defRPr>
              </a:pPr>
              <a:r>
                <a:rPr sz="2400" b="1" kern="0">
                  <a:solidFill>
                    <a:srgbClr val="00882B"/>
                  </a:solidFill>
                  <a:latin typeface="Helvetica Neue"/>
                  <a:ea typeface="Helvetica Neue"/>
                  <a:cs typeface="Helvetica Neue"/>
                  <a:sym typeface="Helvetica Neue"/>
                </a:rPr>
                <a:t>if e-&gt;e’, then:</a:t>
              </a:r>
            </a:p>
            <a:p>
              <a:pPr marL="190500" indent="-190500" defTabSz="584200" hangingPunct="0">
                <a:lnSpc>
                  <a:spcPct val="90000"/>
                </a:lnSpc>
                <a:spcBef>
                  <a:spcPts val="2200"/>
                </a:spcBef>
                <a:buSzPct val="25000"/>
                <a:buFontTx/>
                <a:buChar char="•"/>
                <a:defRPr sz="4100" b="1">
                  <a:solidFill>
                    <a:srgbClr val="00882B"/>
                  </a:solidFill>
                  <a:latin typeface="Helvetica Neue"/>
                  <a:ea typeface="Helvetica Neue"/>
                  <a:cs typeface="Helvetica Neue"/>
                  <a:sym typeface="Helvetica Neue"/>
                </a:defRPr>
              </a:pPr>
              <a:r>
                <a:rPr sz="2400" b="1" kern="0">
                  <a:solidFill>
                    <a:srgbClr val="00882B"/>
                  </a:solidFill>
                  <a:latin typeface="Helvetica Neue"/>
                  <a:ea typeface="Helvetica Neue"/>
                  <a:cs typeface="Helvetica Neue"/>
                  <a:sym typeface="Helvetica Neue"/>
                </a:rPr>
                <a:t>   L(e) &lt; L(e’)</a:t>
              </a:r>
            </a:p>
          </p:txBody>
        </p:sp>
        <p:sp>
          <p:nvSpPr>
            <p:cNvPr id="41" name="Circle">
              <a:extLst>
                <a:ext uri="{FF2B5EF4-FFF2-40B4-BE49-F238E27FC236}">
                  <a16:creationId xmlns:a16="http://schemas.microsoft.com/office/drawing/2014/main" id="{0F1C0AFE-440F-4D69-BE79-0AD48226EF4D}"/>
                </a:ext>
              </a:extLst>
            </p:cNvPr>
            <p:cNvSpPr/>
            <p:nvPr/>
          </p:nvSpPr>
          <p:spPr>
            <a:xfrm>
              <a:off x="4100455" y="6523608"/>
              <a:ext cx="121921" cy="121921"/>
            </a:xfrm>
            <a:prstGeom prst="ellipse">
              <a:avLst/>
            </a:prstGeom>
            <a:solidFill>
              <a:srgbClr val="000000"/>
            </a:solidFill>
            <a:ln w="25400">
              <a:solidFill>
                <a:srgbClr val="000000"/>
              </a:solidFill>
              <a:miter lim="400000"/>
            </a:ln>
          </p:spPr>
          <p:txBody>
            <a:bodyPr lIns="50800" tIns="50800" rIns="50800" bIns="50800" anchor="ctr"/>
            <a:lstStyle/>
            <a:p>
              <a:pPr algn="ctr" defTabSz="584200" hangingPunct="0">
                <a:defRPr sz="3200">
                  <a:solidFill>
                    <a:srgbClr val="FFFFFF"/>
                  </a:solidFill>
                  <a:latin typeface="Helvetica Neue Light"/>
                  <a:ea typeface="Helvetica Neue Light"/>
                  <a:cs typeface="Helvetica Neue Light"/>
                  <a:sym typeface="Helvetica Neue Light"/>
                </a:defRPr>
              </a:pPr>
              <a:endParaRPr sz="2800" kern="0">
                <a:solidFill>
                  <a:srgbClr val="FFFFFF"/>
                </a:solidFill>
                <a:latin typeface="Helvetica Neue Light"/>
                <a:ea typeface="Helvetica Neue Light"/>
                <a:cs typeface="Helvetica Neue Light"/>
                <a:sym typeface="Helvetica Neue Light"/>
              </a:endParaRPr>
            </a:p>
          </p:txBody>
        </p:sp>
        <p:sp>
          <p:nvSpPr>
            <p:cNvPr id="42" name="g">
              <a:extLst>
                <a:ext uri="{FF2B5EF4-FFF2-40B4-BE49-F238E27FC236}">
                  <a16:creationId xmlns:a16="http://schemas.microsoft.com/office/drawing/2014/main" id="{43820E05-C656-4939-881D-C140CFFF289E}"/>
                </a:ext>
              </a:extLst>
            </p:cNvPr>
            <p:cNvSpPr txBox="1"/>
            <p:nvPr/>
          </p:nvSpPr>
          <p:spPr>
            <a:xfrm>
              <a:off x="4048587" y="6612163"/>
              <a:ext cx="187551" cy="287258"/>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none" lIns="50800" tIns="50800" rIns="50800" bIns="50800" anchor="ctr">
              <a:spAutoFit/>
            </a:bodyPr>
            <a:lstStyle>
              <a:lvl1pPr>
                <a:defRPr sz="2200" i="1"/>
              </a:lvl1pPr>
            </a:lstStyle>
            <a:p>
              <a:pPr algn="ctr" defTabSz="584200" hangingPunct="0"/>
              <a:r>
                <a:rPr sz="1200" kern="0">
                  <a:solidFill>
                    <a:srgbClr val="000000"/>
                  </a:solidFill>
                  <a:latin typeface="Helvetica"/>
                  <a:cs typeface="Helvetica"/>
                  <a:sym typeface="Helvetica"/>
                </a:rPr>
                <a:t>g</a:t>
              </a:r>
            </a:p>
          </p:txBody>
        </p:sp>
        <p:sp>
          <p:nvSpPr>
            <p:cNvPr id="43" name="3">
              <a:extLst>
                <a:ext uri="{FF2B5EF4-FFF2-40B4-BE49-F238E27FC236}">
                  <a16:creationId xmlns:a16="http://schemas.microsoft.com/office/drawing/2014/main" id="{6A97CC8B-8162-427B-B48D-0B27C1A0B4CA}"/>
                </a:ext>
              </a:extLst>
            </p:cNvPr>
            <p:cNvSpPr txBox="1"/>
            <p:nvPr/>
          </p:nvSpPr>
          <p:spPr>
            <a:xfrm>
              <a:off x="4067638" y="6143229"/>
              <a:ext cx="187551" cy="287258"/>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none" lIns="50800" tIns="50800" rIns="50800" bIns="50800" anchor="ctr">
              <a:spAutoFit/>
            </a:bodyPr>
            <a:lstStyle>
              <a:lvl1pPr>
                <a:defRPr sz="2300"/>
              </a:lvl1pPr>
            </a:lstStyle>
            <a:p>
              <a:pPr algn="ctr" defTabSz="584200" hangingPunct="0"/>
              <a:r>
                <a:rPr sz="1200" kern="0">
                  <a:solidFill>
                    <a:srgbClr val="000000"/>
                  </a:solidFill>
                  <a:latin typeface="Helvetica"/>
                  <a:cs typeface="Helvetica"/>
                  <a:sym typeface="Helvetica"/>
                </a:rPr>
                <a:t>3</a:t>
              </a:r>
            </a:p>
          </p:txBody>
        </p:sp>
      </p:grpSp>
    </p:spTree>
    <p:extLst>
      <p:ext uri="{BB962C8B-B14F-4D97-AF65-F5344CB8AC3E}">
        <p14:creationId xmlns:p14="http://schemas.microsoft.com/office/powerpoint/2010/main" val="407331858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3B2251-3CFE-486B-B519-DF2197F154EC}"/>
              </a:ext>
            </a:extLst>
          </p:cNvPr>
          <p:cNvSpPr>
            <a:spLocks noGrp="1"/>
          </p:cNvSpPr>
          <p:nvPr>
            <p:ph type="title"/>
          </p:nvPr>
        </p:nvSpPr>
        <p:spPr>
          <a:xfrm>
            <a:off x="3228475" y="498539"/>
            <a:ext cx="8610600" cy="1293028"/>
          </a:xfrm>
        </p:spPr>
        <p:txBody>
          <a:bodyPr/>
          <a:lstStyle/>
          <a:p>
            <a:r>
              <a:rPr lang="en-US"/>
              <a:t>Clock Comparison</a:t>
            </a:r>
          </a:p>
        </p:txBody>
      </p:sp>
      <p:sp>
        <p:nvSpPr>
          <p:cNvPr id="3" name="Content Placeholder 2">
            <a:extLst>
              <a:ext uri="{FF2B5EF4-FFF2-40B4-BE49-F238E27FC236}">
                <a16:creationId xmlns:a16="http://schemas.microsoft.com/office/drawing/2014/main" id="{1971425F-811F-428E-8240-8D79CE5520F5}"/>
              </a:ext>
            </a:extLst>
          </p:cNvPr>
          <p:cNvSpPr>
            <a:spLocks noGrp="1"/>
          </p:cNvSpPr>
          <p:nvPr>
            <p:ph idx="1"/>
          </p:nvPr>
        </p:nvSpPr>
        <p:spPr/>
        <p:txBody>
          <a:bodyPr/>
          <a:lstStyle/>
          <a:p>
            <a:pPr>
              <a:defRPr b="1"/>
            </a:pPr>
            <a:r>
              <a:rPr lang="en-US"/>
              <a:t>Is the opposite true?</a:t>
            </a:r>
          </a:p>
          <a:p>
            <a:pPr>
              <a:defRPr b="1"/>
            </a:pPr>
            <a:r>
              <a:rPr lang="en-US"/>
              <a:t>if L(e) &lt; L(e’) then do we know e-&gt;e’?</a:t>
            </a:r>
          </a:p>
        </p:txBody>
      </p:sp>
      <p:sp>
        <p:nvSpPr>
          <p:cNvPr id="4" name="Footer Placeholder 3">
            <a:extLst>
              <a:ext uri="{FF2B5EF4-FFF2-40B4-BE49-F238E27FC236}">
                <a16:creationId xmlns:a16="http://schemas.microsoft.com/office/drawing/2014/main" id="{A3F92E5F-8192-4A09-B365-F96C2DF1C6A5}"/>
              </a:ext>
            </a:extLst>
          </p:cNvPr>
          <p:cNvSpPr>
            <a:spLocks noGrp="1"/>
          </p:cNvSpPr>
          <p:nvPr>
            <p:ph type="ftr" sz="quarter" idx="11"/>
          </p:nvPr>
        </p:nvSpPr>
        <p:spPr/>
        <p:txBody>
          <a:bodyPr/>
          <a:lstStyle/>
          <a:p>
            <a:r>
              <a:rPr lang="en-US"/>
              <a:t>Prof. Tim Wood &amp; Prof. Roozbeh Haghnazar</a:t>
            </a:r>
          </a:p>
        </p:txBody>
      </p:sp>
      <p:grpSp>
        <p:nvGrpSpPr>
          <p:cNvPr id="44" name="Group 43">
            <a:extLst>
              <a:ext uri="{FF2B5EF4-FFF2-40B4-BE49-F238E27FC236}">
                <a16:creationId xmlns:a16="http://schemas.microsoft.com/office/drawing/2014/main" id="{704BDDE4-6536-4459-8170-ADC2135674CE}"/>
              </a:ext>
            </a:extLst>
          </p:cNvPr>
          <p:cNvGrpSpPr/>
          <p:nvPr/>
        </p:nvGrpSpPr>
        <p:grpSpPr>
          <a:xfrm>
            <a:off x="1256260" y="3501617"/>
            <a:ext cx="10101089" cy="2785648"/>
            <a:chOff x="161386" y="5692352"/>
            <a:chExt cx="12717931" cy="3507313"/>
          </a:xfrm>
        </p:grpSpPr>
        <p:pic>
          <p:nvPicPr>
            <p:cNvPr id="45" name="Image" descr="Image">
              <a:extLst>
                <a:ext uri="{FF2B5EF4-FFF2-40B4-BE49-F238E27FC236}">
                  <a16:creationId xmlns:a16="http://schemas.microsoft.com/office/drawing/2014/main" id="{64CDF5E2-A2E9-4D87-AF69-7538282B797D}"/>
                </a:ext>
              </a:extLst>
            </p:cNvPr>
            <p:cNvPicPr>
              <a:picLocks noChangeAspect="1"/>
            </p:cNvPicPr>
            <p:nvPr/>
          </p:nvPicPr>
          <p:blipFill>
            <a:blip r:embed="rId2"/>
            <a:stretch>
              <a:fillRect/>
            </a:stretch>
          </p:blipFill>
          <p:spPr>
            <a:xfrm>
              <a:off x="161386" y="5977163"/>
              <a:ext cx="7984540" cy="3222502"/>
            </a:xfrm>
            <a:prstGeom prst="rect">
              <a:avLst/>
            </a:prstGeom>
            <a:ln w="12700">
              <a:miter lim="400000"/>
            </a:ln>
          </p:spPr>
        </p:pic>
        <p:sp>
          <p:nvSpPr>
            <p:cNvPr id="46" name="if e-&gt;e’, then:…">
              <a:extLst>
                <a:ext uri="{FF2B5EF4-FFF2-40B4-BE49-F238E27FC236}">
                  <a16:creationId xmlns:a16="http://schemas.microsoft.com/office/drawing/2014/main" id="{47205F01-60E3-46C6-A58B-AB527B4F7778}"/>
                </a:ext>
              </a:extLst>
            </p:cNvPr>
            <p:cNvSpPr txBox="1"/>
            <p:nvPr/>
          </p:nvSpPr>
          <p:spPr>
            <a:xfrm>
              <a:off x="8412851" y="6631262"/>
              <a:ext cx="4466466" cy="1914303"/>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none" lIns="50800" tIns="50800" rIns="50800" bIns="50800" anchor="ctr">
              <a:spAutoFit/>
            </a:bodyPr>
            <a:lstStyle/>
            <a:p>
              <a:pPr marL="190500" indent="-190500" algn="l">
                <a:lnSpc>
                  <a:spcPct val="90000"/>
                </a:lnSpc>
                <a:spcBef>
                  <a:spcPts val="2200"/>
                </a:spcBef>
                <a:buSzPct val="25000"/>
                <a:buChar char="•"/>
                <a:defRPr sz="4100" b="1">
                  <a:solidFill>
                    <a:schemeClr val="accent2"/>
                  </a:solidFill>
                  <a:latin typeface="Helvetica Neue"/>
                  <a:ea typeface="Helvetica Neue"/>
                  <a:cs typeface="Helvetica Neue"/>
                  <a:sym typeface="Helvetica Neue"/>
                </a:defRPr>
              </a:pPr>
              <a:r>
                <a:rPr dirty="0">
                  <a:solidFill>
                    <a:schemeClr val="accent4">
                      <a:lumMod val="50000"/>
                    </a:schemeClr>
                  </a:solidFill>
                </a:rPr>
                <a:t>if e-&gt;e’, then:</a:t>
              </a:r>
            </a:p>
            <a:p>
              <a:pPr marL="190500" indent="-190500" algn="l">
                <a:lnSpc>
                  <a:spcPct val="90000"/>
                </a:lnSpc>
                <a:spcBef>
                  <a:spcPts val="2200"/>
                </a:spcBef>
                <a:buSzPct val="25000"/>
                <a:buChar char="•"/>
                <a:defRPr sz="4100" b="1">
                  <a:solidFill>
                    <a:schemeClr val="accent2"/>
                  </a:solidFill>
                  <a:latin typeface="Helvetica Neue"/>
                  <a:ea typeface="Helvetica Neue"/>
                  <a:cs typeface="Helvetica Neue"/>
                  <a:sym typeface="Helvetica Neue"/>
                </a:defRPr>
              </a:pPr>
              <a:r>
                <a:rPr dirty="0">
                  <a:solidFill>
                    <a:schemeClr val="accent4">
                      <a:lumMod val="50000"/>
                    </a:schemeClr>
                  </a:solidFill>
                </a:rPr>
                <a:t>   L(e) &lt; L(e’)</a:t>
              </a:r>
            </a:p>
          </p:txBody>
        </p:sp>
        <p:sp>
          <p:nvSpPr>
            <p:cNvPr id="47" name="Circle">
              <a:extLst>
                <a:ext uri="{FF2B5EF4-FFF2-40B4-BE49-F238E27FC236}">
                  <a16:creationId xmlns:a16="http://schemas.microsoft.com/office/drawing/2014/main" id="{D1F07233-58B6-4ABB-898A-8072B9A26321}"/>
                </a:ext>
              </a:extLst>
            </p:cNvPr>
            <p:cNvSpPr/>
            <p:nvPr/>
          </p:nvSpPr>
          <p:spPr>
            <a:xfrm>
              <a:off x="4100455" y="6523608"/>
              <a:ext cx="121921" cy="121921"/>
            </a:xfrm>
            <a:prstGeom prst="ellipse">
              <a:avLst/>
            </a:prstGeom>
            <a:solidFill>
              <a:srgbClr val="000000"/>
            </a:solidFill>
            <a:ln w="25400">
              <a:solidFill>
                <a:srgbClr val="000000"/>
              </a:solidFill>
              <a:miter lim="400000"/>
            </a:ln>
          </p:spPr>
          <p:txBody>
            <a:bodyPr lIns="50800" tIns="50800" rIns="50800" bIns="50800" anchor="ctr"/>
            <a:lstStyle/>
            <a:p>
              <a:pPr>
                <a:defRPr sz="3200">
                  <a:solidFill>
                    <a:srgbClr val="FFFFFF"/>
                  </a:solidFill>
                  <a:latin typeface="Helvetica Neue Light"/>
                  <a:ea typeface="Helvetica Neue Light"/>
                  <a:cs typeface="Helvetica Neue Light"/>
                  <a:sym typeface="Helvetica Neue Light"/>
                </a:defRPr>
              </a:pPr>
              <a:endParaRPr/>
            </a:p>
          </p:txBody>
        </p:sp>
        <p:sp>
          <p:nvSpPr>
            <p:cNvPr id="48" name="g">
              <a:extLst>
                <a:ext uri="{FF2B5EF4-FFF2-40B4-BE49-F238E27FC236}">
                  <a16:creationId xmlns:a16="http://schemas.microsoft.com/office/drawing/2014/main" id="{7BDA7A33-1D22-4265-9103-7C8BBE08E04A}"/>
                </a:ext>
              </a:extLst>
            </p:cNvPr>
            <p:cNvSpPr txBox="1"/>
            <p:nvPr/>
          </p:nvSpPr>
          <p:spPr>
            <a:xfrm>
              <a:off x="4007519" y="6539892"/>
              <a:ext cx="269690" cy="431801"/>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none" lIns="50800" tIns="50800" rIns="50800" bIns="50800" anchor="ctr">
              <a:spAutoFit/>
            </a:bodyPr>
            <a:lstStyle>
              <a:lvl1pPr>
                <a:defRPr sz="2200" i="1"/>
              </a:lvl1pPr>
            </a:lstStyle>
            <a:p>
              <a:r>
                <a:t>g</a:t>
              </a:r>
            </a:p>
          </p:txBody>
        </p:sp>
        <p:sp>
          <p:nvSpPr>
            <p:cNvPr id="49" name="3">
              <a:extLst>
                <a:ext uri="{FF2B5EF4-FFF2-40B4-BE49-F238E27FC236}">
                  <a16:creationId xmlns:a16="http://schemas.microsoft.com/office/drawing/2014/main" id="{9665F7D2-DB70-4E52-B0B0-47434EE951FE}"/>
                </a:ext>
              </a:extLst>
            </p:cNvPr>
            <p:cNvSpPr txBox="1"/>
            <p:nvPr/>
          </p:nvSpPr>
          <p:spPr>
            <a:xfrm>
              <a:off x="4023039" y="6058258"/>
              <a:ext cx="276753" cy="457201"/>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none" lIns="50800" tIns="50800" rIns="50800" bIns="50800" anchor="ctr">
              <a:spAutoFit/>
            </a:bodyPr>
            <a:lstStyle>
              <a:lvl1pPr>
                <a:defRPr sz="2300"/>
              </a:lvl1pPr>
            </a:lstStyle>
            <a:p>
              <a:r>
                <a:t>3</a:t>
              </a:r>
            </a:p>
          </p:txBody>
        </p:sp>
        <p:sp>
          <p:nvSpPr>
            <p:cNvPr id="50" name="Lamport clocks">
              <a:extLst>
                <a:ext uri="{FF2B5EF4-FFF2-40B4-BE49-F238E27FC236}">
                  <a16:creationId xmlns:a16="http://schemas.microsoft.com/office/drawing/2014/main" id="{26BD79BB-D120-4A17-BA40-6470982999C0}"/>
                </a:ext>
              </a:extLst>
            </p:cNvPr>
            <p:cNvSpPr txBox="1"/>
            <p:nvPr/>
          </p:nvSpPr>
          <p:spPr>
            <a:xfrm>
              <a:off x="2357392" y="5692352"/>
              <a:ext cx="2282682" cy="477930"/>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none" lIns="50800" tIns="50800" rIns="50800" bIns="50800" anchor="ctr">
              <a:spAutoFit/>
            </a:bodyPr>
            <a:lstStyle>
              <a:lvl1pPr algn="l">
                <a:defRPr b="1">
                  <a:solidFill>
                    <a:schemeClr val="accent2"/>
                  </a:solidFill>
                </a:defRPr>
              </a:lvl1pPr>
            </a:lstStyle>
            <a:p>
              <a:r>
                <a:rPr err="1">
                  <a:solidFill>
                    <a:schemeClr val="accent4">
                      <a:lumMod val="50000"/>
                    </a:schemeClr>
                  </a:solidFill>
                </a:rPr>
                <a:t>Lamport</a:t>
              </a:r>
              <a:r>
                <a:rPr>
                  <a:solidFill>
                    <a:schemeClr val="accent4">
                      <a:lumMod val="50000"/>
                    </a:schemeClr>
                  </a:solidFill>
                </a:rPr>
                <a:t> clocks</a:t>
              </a:r>
            </a:p>
          </p:txBody>
        </p:sp>
      </p:grpSp>
    </p:spTree>
    <p:extLst>
      <p:ext uri="{BB962C8B-B14F-4D97-AF65-F5344CB8AC3E}">
        <p14:creationId xmlns:p14="http://schemas.microsoft.com/office/powerpoint/2010/main" val="250210990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3B2251-3CFE-486B-B519-DF2197F154EC}"/>
              </a:ext>
            </a:extLst>
          </p:cNvPr>
          <p:cNvSpPr>
            <a:spLocks noGrp="1"/>
          </p:cNvSpPr>
          <p:nvPr>
            <p:ph type="title"/>
          </p:nvPr>
        </p:nvSpPr>
        <p:spPr>
          <a:xfrm>
            <a:off x="3228475" y="498539"/>
            <a:ext cx="8610600" cy="1293028"/>
          </a:xfrm>
        </p:spPr>
        <p:txBody>
          <a:bodyPr/>
          <a:lstStyle/>
          <a:p>
            <a:r>
              <a:rPr lang="en-US"/>
              <a:t>Clock Comparison</a:t>
            </a:r>
          </a:p>
        </p:txBody>
      </p:sp>
      <p:sp>
        <p:nvSpPr>
          <p:cNvPr id="3" name="Content Placeholder 2">
            <a:extLst>
              <a:ext uri="{FF2B5EF4-FFF2-40B4-BE49-F238E27FC236}">
                <a16:creationId xmlns:a16="http://schemas.microsoft.com/office/drawing/2014/main" id="{1971425F-811F-428E-8240-8D79CE5520F5}"/>
              </a:ext>
            </a:extLst>
          </p:cNvPr>
          <p:cNvSpPr>
            <a:spLocks noGrp="1"/>
          </p:cNvSpPr>
          <p:nvPr>
            <p:ph idx="1"/>
          </p:nvPr>
        </p:nvSpPr>
        <p:spPr/>
        <p:txBody>
          <a:bodyPr/>
          <a:lstStyle/>
          <a:p>
            <a:pPr>
              <a:defRPr b="1"/>
            </a:pPr>
            <a:r>
              <a:rPr lang="en-US"/>
              <a:t>Is the opposite true? No!</a:t>
            </a:r>
          </a:p>
          <a:p>
            <a:pPr>
              <a:defRPr b="1"/>
            </a:pPr>
            <a:r>
              <a:rPr lang="en-US" err="1"/>
              <a:t>Lamport</a:t>
            </a:r>
            <a:r>
              <a:rPr lang="en-US"/>
              <a:t> clocks don’t actually let us compare</a:t>
            </a:r>
            <a:br>
              <a:rPr lang="en-US"/>
            </a:br>
            <a:r>
              <a:rPr lang="en-US"/>
              <a:t>two clocks to know how they are related :(</a:t>
            </a:r>
          </a:p>
        </p:txBody>
      </p:sp>
      <p:sp>
        <p:nvSpPr>
          <p:cNvPr id="4" name="Footer Placeholder 3">
            <a:extLst>
              <a:ext uri="{FF2B5EF4-FFF2-40B4-BE49-F238E27FC236}">
                <a16:creationId xmlns:a16="http://schemas.microsoft.com/office/drawing/2014/main" id="{A3F92E5F-8192-4A09-B365-F96C2DF1C6A5}"/>
              </a:ext>
            </a:extLst>
          </p:cNvPr>
          <p:cNvSpPr>
            <a:spLocks noGrp="1"/>
          </p:cNvSpPr>
          <p:nvPr>
            <p:ph type="ftr" sz="quarter" idx="11"/>
          </p:nvPr>
        </p:nvSpPr>
        <p:spPr/>
        <p:txBody>
          <a:bodyPr/>
          <a:lstStyle/>
          <a:p>
            <a:r>
              <a:rPr lang="en-US"/>
              <a:t>Prof. Tim Wood &amp; Prof. Roozbeh Haghnazar</a:t>
            </a:r>
          </a:p>
        </p:txBody>
      </p:sp>
      <p:grpSp>
        <p:nvGrpSpPr>
          <p:cNvPr id="44" name="Group 43">
            <a:extLst>
              <a:ext uri="{FF2B5EF4-FFF2-40B4-BE49-F238E27FC236}">
                <a16:creationId xmlns:a16="http://schemas.microsoft.com/office/drawing/2014/main" id="{704BDDE4-6536-4459-8170-ADC2135674CE}"/>
              </a:ext>
            </a:extLst>
          </p:cNvPr>
          <p:cNvGrpSpPr/>
          <p:nvPr/>
        </p:nvGrpSpPr>
        <p:grpSpPr>
          <a:xfrm>
            <a:off x="1256260" y="3501617"/>
            <a:ext cx="10101089" cy="2785648"/>
            <a:chOff x="161386" y="5692352"/>
            <a:chExt cx="12717931" cy="3507313"/>
          </a:xfrm>
        </p:grpSpPr>
        <p:pic>
          <p:nvPicPr>
            <p:cNvPr id="45" name="Image" descr="Image">
              <a:extLst>
                <a:ext uri="{FF2B5EF4-FFF2-40B4-BE49-F238E27FC236}">
                  <a16:creationId xmlns:a16="http://schemas.microsoft.com/office/drawing/2014/main" id="{64CDF5E2-A2E9-4D87-AF69-7538282B797D}"/>
                </a:ext>
              </a:extLst>
            </p:cNvPr>
            <p:cNvPicPr>
              <a:picLocks noChangeAspect="1"/>
            </p:cNvPicPr>
            <p:nvPr/>
          </p:nvPicPr>
          <p:blipFill>
            <a:blip r:embed="rId2"/>
            <a:stretch>
              <a:fillRect/>
            </a:stretch>
          </p:blipFill>
          <p:spPr>
            <a:xfrm>
              <a:off x="161386" y="5977163"/>
              <a:ext cx="7984540" cy="3222502"/>
            </a:xfrm>
            <a:prstGeom prst="rect">
              <a:avLst/>
            </a:prstGeom>
            <a:ln w="12700">
              <a:miter lim="400000"/>
            </a:ln>
          </p:spPr>
        </p:pic>
        <p:sp>
          <p:nvSpPr>
            <p:cNvPr id="46" name="if e-&gt;e’, then:…">
              <a:extLst>
                <a:ext uri="{FF2B5EF4-FFF2-40B4-BE49-F238E27FC236}">
                  <a16:creationId xmlns:a16="http://schemas.microsoft.com/office/drawing/2014/main" id="{47205F01-60E3-46C6-A58B-AB527B4F7778}"/>
                </a:ext>
              </a:extLst>
            </p:cNvPr>
            <p:cNvSpPr txBox="1"/>
            <p:nvPr/>
          </p:nvSpPr>
          <p:spPr>
            <a:xfrm>
              <a:off x="8412851" y="6631262"/>
              <a:ext cx="4466466" cy="1914303"/>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50800" tIns="50800" rIns="50800" bIns="50800" anchor="ctr">
              <a:spAutoFit/>
            </a:bodyPr>
            <a:lstStyle/>
            <a:p>
              <a:pPr marL="190500" indent="-190500" algn="l">
                <a:lnSpc>
                  <a:spcPct val="90000"/>
                </a:lnSpc>
                <a:spcBef>
                  <a:spcPts val="2200"/>
                </a:spcBef>
                <a:buSzPct val="25000"/>
                <a:buChar char="•"/>
                <a:defRPr sz="4100" b="1">
                  <a:solidFill>
                    <a:schemeClr val="accent2"/>
                  </a:solidFill>
                  <a:latin typeface="Helvetica Neue"/>
                  <a:ea typeface="Helvetica Neue"/>
                  <a:cs typeface="Helvetica Neue"/>
                  <a:sym typeface="Helvetica Neue"/>
                </a:defRPr>
              </a:pPr>
              <a:r>
                <a:rPr>
                  <a:solidFill>
                    <a:schemeClr val="accent4">
                      <a:lumMod val="50000"/>
                    </a:schemeClr>
                  </a:solidFill>
                </a:rPr>
                <a:t>if e-&gt;e’, then:</a:t>
              </a:r>
            </a:p>
            <a:p>
              <a:pPr marL="190500" indent="-190500" algn="l">
                <a:lnSpc>
                  <a:spcPct val="90000"/>
                </a:lnSpc>
                <a:spcBef>
                  <a:spcPts val="2200"/>
                </a:spcBef>
                <a:buSzPct val="25000"/>
                <a:buChar char="•"/>
                <a:defRPr sz="4100" b="1">
                  <a:solidFill>
                    <a:schemeClr val="accent2"/>
                  </a:solidFill>
                  <a:latin typeface="Helvetica Neue"/>
                  <a:ea typeface="Helvetica Neue"/>
                  <a:cs typeface="Helvetica Neue"/>
                  <a:sym typeface="Helvetica Neue"/>
                </a:defRPr>
              </a:pPr>
              <a:r>
                <a:rPr>
                  <a:solidFill>
                    <a:schemeClr val="accent4">
                      <a:lumMod val="50000"/>
                    </a:schemeClr>
                  </a:solidFill>
                </a:rPr>
                <a:t>   L(e) &lt; L(e’)</a:t>
              </a:r>
            </a:p>
          </p:txBody>
        </p:sp>
        <p:sp>
          <p:nvSpPr>
            <p:cNvPr id="47" name="Circle">
              <a:extLst>
                <a:ext uri="{FF2B5EF4-FFF2-40B4-BE49-F238E27FC236}">
                  <a16:creationId xmlns:a16="http://schemas.microsoft.com/office/drawing/2014/main" id="{D1F07233-58B6-4ABB-898A-8072B9A26321}"/>
                </a:ext>
              </a:extLst>
            </p:cNvPr>
            <p:cNvSpPr/>
            <p:nvPr/>
          </p:nvSpPr>
          <p:spPr>
            <a:xfrm>
              <a:off x="4100455" y="6523608"/>
              <a:ext cx="121921" cy="121921"/>
            </a:xfrm>
            <a:prstGeom prst="ellipse">
              <a:avLst/>
            </a:prstGeom>
            <a:solidFill>
              <a:srgbClr val="000000"/>
            </a:solidFill>
            <a:ln w="25400">
              <a:solidFill>
                <a:srgbClr val="000000"/>
              </a:solidFill>
              <a:miter lim="400000"/>
            </a:ln>
          </p:spPr>
          <p:txBody>
            <a:bodyPr lIns="50800" tIns="50800" rIns="50800" bIns="50800" anchor="ctr"/>
            <a:lstStyle/>
            <a:p>
              <a:pPr>
                <a:defRPr sz="3200">
                  <a:solidFill>
                    <a:srgbClr val="FFFFFF"/>
                  </a:solidFill>
                  <a:latin typeface="Helvetica Neue Light"/>
                  <a:ea typeface="Helvetica Neue Light"/>
                  <a:cs typeface="Helvetica Neue Light"/>
                  <a:sym typeface="Helvetica Neue Light"/>
                </a:defRPr>
              </a:pPr>
              <a:endParaRPr/>
            </a:p>
          </p:txBody>
        </p:sp>
        <p:sp>
          <p:nvSpPr>
            <p:cNvPr id="48" name="g">
              <a:extLst>
                <a:ext uri="{FF2B5EF4-FFF2-40B4-BE49-F238E27FC236}">
                  <a16:creationId xmlns:a16="http://schemas.microsoft.com/office/drawing/2014/main" id="{7BDA7A33-1D22-4265-9103-7C8BBE08E04A}"/>
                </a:ext>
              </a:extLst>
            </p:cNvPr>
            <p:cNvSpPr txBox="1"/>
            <p:nvPr/>
          </p:nvSpPr>
          <p:spPr>
            <a:xfrm>
              <a:off x="4007519" y="6539892"/>
              <a:ext cx="269690" cy="4318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50800" tIns="50800" rIns="50800" bIns="50800" anchor="ctr">
              <a:spAutoFit/>
            </a:bodyPr>
            <a:lstStyle>
              <a:lvl1pPr>
                <a:defRPr sz="2200" i="1"/>
              </a:lvl1pPr>
            </a:lstStyle>
            <a:p>
              <a:r>
                <a:t>g</a:t>
              </a:r>
            </a:p>
          </p:txBody>
        </p:sp>
        <p:sp>
          <p:nvSpPr>
            <p:cNvPr id="49" name="3">
              <a:extLst>
                <a:ext uri="{FF2B5EF4-FFF2-40B4-BE49-F238E27FC236}">
                  <a16:creationId xmlns:a16="http://schemas.microsoft.com/office/drawing/2014/main" id="{9665F7D2-DB70-4E52-B0B0-47434EE951FE}"/>
                </a:ext>
              </a:extLst>
            </p:cNvPr>
            <p:cNvSpPr txBox="1"/>
            <p:nvPr/>
          </p:nvSpPr>
          <p:spPr>
            <a:xfrm>
              <a:off x="4023039" y="6058258"/>
              <a:ext cx="276753" cy="4572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50800" tIns="50800" rIns="50800" bIns="50800" anchor="ctr">
              <a:spAutoFit/>
            </a:bodyPr>
            <a:lstStyle>
              <a:lvl1pPr>
                <a:defRPr sz="2300"/>
              </a:lvl1pPr>
            </a:lstStyle>
            <a:p>
              <a:r>
                <a:t>3</a:t>
              </a:r>
            </a:p>
          </p:txBody>
        </p:sp>
        <p:sp>
          <p:nvSpPr>
            <p:cNvPr id="50" name="Lamport clocks">
              <a:extLst>
                <a:ext uri="{FF2B5EF4-FFF2-40B4-BE49-F238E27FC236}">
                  <a16:creationId xmlns:a16="http://schemas.microsoft.com/office/drawing/2014/main" id="{26BD79BB-D120-4A17-BA40-6470982999C0}"/>
                </a:ext>
              </a:extLst>
            </p:cNvPr>
            <p:cNvSpPr txBox="1"/>
            <p:nvPr/>
          </p:nvSpPr>
          <p:spPr>
            <a:xfrm>
              <a:off x="2357392" y="5692352"/>
              <a:ext cx="2282682" cy="47793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50800" tIns="50800" rIns="50800" bIns="50800" anchor="ctr">
              <a:spAutoFit/>
            </a:bodyPr>
            <a:lstStyle>
              <a:lvl1pPr algn="l">
                <a:defRPr b="1">
                  <a:solidFill>
                    <a:schemeClr val="accent2"/>
                  </a:solidFill>
                </a:defRPr>
              </a:lvl1pPr>
            </a:lstStyle>
            <a:p>
              <a:r>
                <a:rPr err="1">
                  <a:solidFill>
                    <a:schemeClr val="accent4">
                      <a:lumMod val="50000"/>
                    </a:schemeClr>
                  </a:solidFill>
                </a:rPr>
                <a:t>Lamport</a:t>
              </a:r>
              <a:r>
                <a:rPr>
                  <a:solidFill>
                    <a:schemeClr val="accent4">
                      <a:lumMod val="50000"/>
                    </a:schemeClr>
                  </a:solidFill>
                </a:rPr>
                <a:t> clocks</a:t>
              </a:r>
            </a:p>
          </p:txBody>
        </p:sp>
      </p:grpSp>
    </p:spTree>
    <p:extLst>
      <p:ext uri="{BB962C8B-B14F-4D97-AF65-F5344CB8AC3E}">
        <p14:creationId xmlns:p14="http://schemas.microsoft.com/office/powerpoint/2010/main" val="230324612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3B2251-3CFE-486B-B519-DF2197F154EC}"/>
              </a:ext>
            </a:extLst>
          </p:cNvPr>
          <p:cNvSpPr>
            <a:spLocks noGrp="1"/>
          </p:cNvSpPr>
          <p:nvPr>
            <p:ph type="title"/>
          </p:nvPr>
        </p:nvSpPr>
        <p:spPr>
          <a:xfrm>
            <a:off x="3228475" y="498539"/>
            <a:ext cx="8610600" cy="1293028"/>
          </a:xfrm>
        </p:spPr>
        <p:txBody>
          <a:bodyPr/>
          <a:lstStyle/>
          <a:p>
            <a:r>
              <a:rPr lang="en-US" err="1"/>
              <a:t>Lamport</a:t>
            </a:r>
            <a:r>
              <a:rPr lang="en-US"/>
              <a:t> Clocks</a:t>
            </a:r>
          </a:p>
        </p:txBody>
      </p:sp>
      <p:sp>
        <p:nvSpPr>
          <p:cNvPr id="3" name="Content Placeholder 2">
            <a:extLst>
              <a:ext uri="{FF2B5EF4-FFF2-40B4-BE49-F238E27FC236}">
                <a16:creationId xmlns:a16="http://schemas.microsoft.com/office/drawing/2014/main" id="{1971425F-811F-428E-8240-8D79CE5520F5}"/>
              </a:ext>
            </a:extLst>
          </p:cNvPr>
          <p:cNvSpPr>
            <a:spLocks noGrp="1"/>
          </p:cNvSpPr>
          <p:nvPr>
            <p:ph idx="1"/>
          </p:nvPr>
        </p:nvSpPr>
        <p:spPr>
          <a:xfrm>
            <a:off x="536949" y="1602659"/>
            <a:ext cx="10820400" cy="4024125"/>
          </a:xfrm>
        </p:spPr>
        <p:txBody>
          <a:bodyPr/>
          <a:lstStyle/>
          <a:p>
            <a:r>
              <a:rPr lang="en-US" err="1"/>
              <a:t>Lamport</a:t>
            </a:r>
            <a:r>
              <a:rPr lang="en-US"/>
              <a:t> clocks are better than nothing</a:t>
            </a:r>
          </a:p>
          <a:p>
            <a:pPr lvl="1"/>
            <a:r>
              <a:rPr lang="en-US"/>
              <a:t>but only let us make limited guarantees about how things are ordered</a:t>
            </a:r>
          </a:p>
          <a:p>
            <a:r>
              <a:rPr lang="en-US"/>
              <a:t>Ideally we want a clock value that indicates:</a:t>
            </a:r>
          </a:p>
          <a:p>
            <a:pPr lvl="1"/>
            <a:r>
              <a:rPr lang="en-US"/>
              <a:t>If an event happened before another event</a:t>
            </a:r>
          </a:p>
          <a:p>
            <a:pPr lvl="1"/>
            <a:r>
              <a:rPr lang="en-US"/>
              <a:t>If two events happened </a:t>
            </a:r>
            <a:r>
              <a:rPr lang="en-US" i="1">
                <a:latin typeface="Helvetica Neue"/>
                <a:ea typeface="Helvetica Neue"/>
                <a:cs typeface="Helvetica Neue"/>
                <a:sym typeface="Helvetica Neue"/>
              </a:rPr>
              <a:t>concurrently</a:t>
            </a:r>
          </a:p>
        </p:txBody>
      </p:sp>
      <p:sp>
        <p:nvSpPr>
          <p:cNvPr id="4" name="Footer Placeholder 3">
            <a:extLst>
              <a:ext uri="{FF2B5EF4-FFF2-40B4-BE49-F238E27FC236}">
                <a16:creationId xmlns:a16="http://schemas.microsoft.com/office/drawing/2014/main" id="{A3F92E5F-8192-4A09-B365-F96C2DF1C6A5}"/>
              </a:ext>
            </a:extLst>
          </p:cNvPr>
          <p:cNvSpPr>
            <a:spLocks noGrp="1"/>
          </p:cNvSpPr>
          <p:nvPr>
            <p:ph type="ftr" sz="quarter" idx="11"/>
          </p:nvPr>
        </p:nvSpPr>
        <p:spPr/>
        <p:txBody>
          <a:bodyPr/>
          <a:lstStyle/>
          <a:p>
            <a:r>
              <a:rPr lang="en-US"/>
              <a:t>Prof. Tim Wood &amp; Prof. Roozbeh Haghnazar</a:t>
            </a:r>
          </a:p>
        </p:txBody>
      </p:sp>
      <p:grpSp>
        <p:nvGrpSpPr>
          <p:cNvPr id="44" name="Group 43">
            <a:extLst>
              <a:ext uri="{FF2B5EF4-FFF2-40B4-BE49-F238E27FC236}">
                <a16:creationId xmlns:a16="http://schemas.microsoft.com/office/drawing/2014/main" id="{704BDDE4-6536-4459-8170-ADC2135674CE}"/>
              </a:ext>
            </a:extLst>
          </p:cNvPr>
          <p:cNvGrpSpPr/>
          <p:nvPr/>
        </p:nvGrpSpPr>
        <p:grpSpPr>
          <a:xfrm>
            <a:off x="1256260" y="3501617"/>
            <a:ext cx="6341641" cy="2785648"/>
            <a:chOff x="161386" y="5692352"/>
            <a:chExt cx="7984540" cy="3507313"/>
          </a:xfrm>
        </p:grpSpPr>
        <p:pic>
          <p:nvPicPr>
            <p:cNvPr id="45" name="Image" descr="Image">
              <a:extLst>
                <a:ext uri="{FF2B5EF4-FFF2-40B4-BE49-F238E27FC236}">
                  <a16:creationId xmlns:a16="http://schemas.microsoft.com/office/drawing/2014/main" id="{64CDF5E2-A2E9-4D87-AF69-7538282B797D}"/>
                </a:ext>
              </a:extLst>
            </p:cNvPr>
            <p:cNvPicPr>
              <a:picLocks noChangeAspect="1"/>
            </p:cNvPicPr>
            <p:nvPr/>
          </p:nvPicPr>
          <p:blipFill>
            <a:blip r:embed="rId2"/>
            <a:stretch>
              <a:fillRect/>
            </a:stretch>
          </p:blipFill>
          <p:spPr>
            <a:xfrm>
              <a:off x="161386" y="5977163"/>
              <a:ext cx="7984540" cy="3222502"/>
            </a:xfrm>
            <a:prstGeom prst="rect">
              <a:avLst/>
            </a:prstGeom>
            <a:ln w="12700">
              <a:miter lim="400000"/>
            </a:ln>
          </p:spPr>
        </p:pic>
        <p:sp>
          <p:nvSpPr>
            <p:cNvPr id="47" name="Circle">
              <a:extLst>
                <a:ext uri="{FF2B5EF4-FFF2-40B4-BE49-F238E27FC236}">
                  <a16:creationId xmlns:a16="http://schemas.microsoft.com/office/drawing/2014/main" id="{D1F07233-58B6-4ABB-898A-8072B9A26321}"/>
                </a:ext>
              </a:extLst>
            </p:cNvPr>
            <p:cNvSpPr/>
            <p:nvPr/>
          </p:nvSpPr>
          <p:spPr>
            <a:xfrm>
              <a:off x="4100455" y="6523608"/>
              <a:ext cx="121921" cy="121921"/>
            </a:xfrm>
            <a:prstGeom prst="ellipse">
              <a:avLst/>
            </a:prstGeom>
            <a:solidFill>
              <a:srgbClr val="000000"/>
            </a:solidFill>
            <a:ln w="25400">
              <a:solidFill>
                <a:srgbClr val="000000"/>
              </a:solidFill>
              <a:miter lim="400000"/>
            </a:ln>
          </p:spPr>
          <p:txBody>
            <a:bodyPr lIns="50800" tIns="50800" rIns="50800" bIns="50800" anchor="ctr"/>
            <a:lstStyle/>
            <a:p>
              <a:pPr>
                <a:defRPr sz="3200">
                  <a:solidFill>
                    <a:srgbClr val="FFFFFF"/>
                  </a:solidFill>
                  <a:latin typeface="Helvetica Neue Light"/>
                  <a:ea typeface="Helvetica Neue Light"/>
                  <a:cs typeface="Helvetica Neue Light"/>
                  <a:sym typeface="Helvetica Neue Light"/>
                </a:defRPr>
              </a:pPr>
              <a:endParaRPr/>
            </a:p>
          </p:txBody>
        </p:sp>
        <p:sp>
          <p:nvSpPr>
            <p:cNvPr id="48" name="g">
              <a:extLst>
                <a:ext uri="{FF2B5EF4-FFF2-40B4-BE49-F238E27FC236}">
                  <a16:creationId xmlns:a16="http://schemas.microsoft.com/office/drawing/2014/main" id="{7BDA7A33-1D22-4265-9103-7C8BBE08E04A}"/>
                </a:ext>
              </a:extLst>
            </p:cNvPr>
            <p:cNvSpPr txBox="1"/>
            <p:nvPr/>
          </p:nvSpPr>
          <p:spPr>
            <a:xfrm>
              <a:off x="4007519" y="6539892"/>
              <a:ext cx="269690" cy="4318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50800" tIns="50800" rIns="50800" bIns="50800" anchor="ctr">
              <a:spAutoFit/>
            </a:bodyPr>
            <a:lstStyle>
              <a:lvl1pPr>
                <a:defRPr sz="2200" i="1"/>
              </a:lvl1pPr>
            </a:lstStyle>
            <a:p>
              <a:r>
                <a:t>g</a:t>
              </a:r>
            </a:p>
          </p:txBody>
        </p:sp>
        <p:sp>
          <p:nvSpPr>
            <p:cNvPr id="49" name="3">
              <a:extLst>
                <a:ext uri="{FF2B5EF4-FFF2-40B4-BE49-F238E27FC236}">
                  <a16:creationId xmlns:a16="http://schemas.microsoft.com/office/drawing/2014/main" id="{9665F7D2-DB70-4E52-B0B0-47434EE951FE}"/>
                </a:ext>
              </a:extLst>
            </p:cNvPr>
            <p:cNvSpPr txBox="1"/>
            <p:nvPr/>
          </p:nvSpPr>
          <p:spPr>
            <a:xfrm>
              <a:off x="4023039" y="6058258"/>
              <a:ext cx="276753" cy="4572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50800" tIns="50800" rIns="50800" bIns="50800" anchor="ctr">
              <a:spAutoFit/>
            </a:bodyPr>
            <a:lstStyle>
              <a:lvl1pPr>
                <a:defRPr sz="2300"/>
              </a:lvl1pPr>
            </a:lstStyle>
            <a:p>
              <a:r>
                <a:t>3</a:t>
              </a:r>
            </a:p>
          </p:txBody>
        </p:sp>
        <p:sp>
          <p:nvSpPr>
            <p:cNvPr id="50" name="Lamport clocks">
              <a:extLst>
                <a:ext uri="{FF2B5EF4-FFF2-40B4-BE49-F238E27FC236}">
                  <a16:creationId xmlns:a16="http://schemas.microsoft.com/office/drawing/2014/main" id="{26BD79BB-D120-4A17-BA40-6470982999C0}"/>
                </a:ext>
              </a:extLst>
            </p:cNvPr>
            <p:cNvSpPr txBox="1"/>
            <p:nvPr/>
          </p:nvSpPr>
          <p:spPr>
            <a:xfrm>
              <a:off x="2357392" y="5692352"/>
              <a:ext cx="2282682" cy="47793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50800" tIns="50800" rIns="50800" bIns="50800" anchor="ctr">
              <a:spAutoFit/>
            </a:bodyPr>
            <a:lstStyle>
              <a:lvl1pPr algn="l">
                <a:defRPr b="1">
                  <a:solidFill>
                    <a:schemeClr val="accent2"/>
                  </a:solidFill>
                </a:defRPr>
              </a:lvl1pPr>
            </a:lstStyle>
            <a:p>
              <a:r>
                <a:rPr err="1">
                  <a:solidFill>
                    <a:schemeClr val="accent4">
                      <a:lumMod val="50000"/>
                    </a:schemeClr>
                  </a:solidFill>
                </a:rPr>
                <a:t>Lamport</a:t>
              </a:r>
              <a:r>
                <a:rPr>
                  <a:solidFill>
                    <a:schemeClr val="accent4">
                      <a:lumMod val="50000"/>
                    </a:schemeClr>
                  </a:solidFill>
                </a:rPr>
                <a:t> clocks</a:t>
              </a:r>
            </a:p>
          </p:txBody>
        </p:sp>
      </p:grpSp>
      <p:graphicFrame>
        <p:nvGraphicFramePr>
          <p:cNvPr id="5" name="Table 4">
            <a:extLst>
              <a:ext uri="{FF2B5EF4-FFF2-40B4-BE49-F238E27FC236}">
                <a16:creationId xmlns:a16="http://schemas.microsoft.com/office/drawing/2014/main" id="{F49B0F31-01F7-49E1-9B7E-2AB9BB312FDA}"/>
              </a:ext>
            </a:extLst>
          </p:cNvPr>
          <p:cNvGraphicFramePr>
            <a:graphicFrameLocks noGrp="1"/>
          </p:cNvGraphicFramePr>
          <p:nvPr>
            <p:extLst>
              <p:ext uri="{D42A27DB-BD31-4B8C-83A1-F6EECF244321}">
                <p14:modId xmlns:p14="http://schemas.microsoft.com/office/powerpoint/2010/main" val="2334963242"/>
              </p:ext>
            </p:extLst>
          </p:nvPr>
        </p:nvGraphicFramePr>
        <p:xfrm>
          <a:off x="8483216" y="3343453"/>
          <a:ext cx="2210124" cy="2943812"/>
        </p:xfrm>
        <a:graphic>
          <a:graphicData uri="http://schemas.openxmlformats.org/drawingml/2006/table">
            <a:tbl>
              <a:tblPr/>
              <a:tblGrid>
                <a:gridCol w="736708">
                  <a:extLst>
                    <a:ext uri="{9D8B030D-6E8A-4147-A177-3AD203B41FA5}">
                      <a16:colId xmlns:a16="http://schemas.microsoft.com/office/drawing/2014/main" val="3257911086"/>
                    </a:ext>
                  </a:extLst>
                </a:gridCol>
                <a:gridCol w="736708">
                  <a:extLst>
                    <a:ext uri="{9D8B030D-6E8A-4147-A177-3AD203B41FA5}">
                      <a16:colId xmlns:a16="http://schemas.microsoft.com/office/drawing/2014/main" val="462130263"/>
                    </a:ext>
                  </a:extLst>
                </a:gridCol>
                <a:gridCol w="736708">
                  <a:extLst>
                    <a:ext uri="{9D8B030D-6E8A-4147-A177-3AD203B41FA5}">
                      <a16:colId xmlns:a16="http://schemas.microsoft.com/office/drawing/2014/main" val="1171162475"/>
                    </a:ext>
                  </a:extLst>
                </a:gridCol>
              </a:tblGrid>
              <a:tr h="735953">
                <a:tc>
                  <a:txBody>
                    <a:bodyPr/>
                    <a:lstStyle/>
                    <a:p>
                      <a:pPr defTabSz="914400">
                        <a:tabLst>
                          <a:tab pos="914400" algn="l"/>
                        </a:tabLst>
                      </a:pPr>
                      <a:r>
                        <a:rPr sz="2900"/>
                        <a:t>P1</a:t>
                      </a:r>
                    </a:p>
                  </a:txBody>
                  <a:tcPr marL="46407" marR="46407" marT="46407" marB="46407" anchor="ctr" horzOverflow="overflow">
                    <a:solidFill>
                      <a:srgbClr val="E0EDD4"/>
                    </a:solidFill>
                  </a:tcPr>
                </a:tc>
                <a:tc>
                  <a:txBody>
                    <a:bodyPr/>
                    <a:lstStyle/>
                    <a:p>
                      <a:pPr defTabSz="914400">
                        <a:tabLst>
                          <a:tab pos="914400" algn="l"/>
                        </a:tabLst>
                      </a:pPr>
                      <a:r>
                        <a:rPr sz="2900"/>
                        <a:t>P2</a:t>
                      </a:r>
                    </a:p>
                  </a:txBody>
                  <a:tcPr marL="46407" marR="46407" marT="46407" marB="46407" anchor="ctr" horzOverflow="overflow">
                    <a:solidFill>
                      <a:srgbClr val="E0EDD4"/>
                    </a:solidFill>
                  </a:tcPr>
                </a:tc>
                <a:tc>
                  <a:txBody>
                    <a:bodyPr/>
                    <a:lstStyle/>
                    <a:p>
                      <a:pPr defTabSz="914400">
                        <a:tabLst>
                          <a:tab pos="914400" algn="l"/>
                        </a:tabLst>
                      </a:pPr>
                      <a:r>
                        <a:rPr sz="2900"/>
                        <a:t>P3</a:t>
                      </a:r>
                    </a:p>
                  </a:txBody>
                  <a:tcPr marL="46407" marR="46407" marT="46407" marB="46407" anchor="ctr" horzOverflow="overflow">
                    <a:solidFill>
                      <a:srgbClr val="E0EDD4"/>
                    </a:solidFill>
                  </a:tcPr>
                </a:tc>
                <a:extLst>
                  <a:ext uri="{0D108BD9-81ED-4DB2-BD59-A6C34878D82A}">
                    <a16:rowId xmlns:a16="http://schemas.microsoft.com/office/drawing/2014/main" val="4105037658"/>
                  </a:ext>
                </a:extLst>
              </a:tr>
              <a:tr h="735953">
                <a:tc>
                  <a:txBody>
                    <a:bodyPr/>
                    <a:lstStyle/>
                    <a:p>
                      <a:pPr defTabSz="914400">
                        <a:tabLst>
                          <a:tab pos="914400" algn="l"/>
                        </a:tabLst>
                      </a:pPr>
                      <a:r>
                        <a:rPr sz="2900"/>
                        <a:t>a:1</a:t>
                      </a:r>
                    </a:p>
                  </a:txBody>
                  <a:tcPr marL="46407" marR="46407" marT="46407" marB="46407" anchor="ctr" horzOverflow="overflow"/>
                </a:tc>
                <a:tc>
                  <a:txBody>
                    <a:bodyPr/>
                    <a:lstStyle/>
                    <a:p>
                      <a:pPr defTabSz="914400">
                        <a:tabLst>
                          <a:tab pos="914400" algn="l"/>
                        </a:tabLst>
                      </a:pPr>
                      <a:r>
                        <a:rPr sz="2900"/>
                        <a:t>c:3</a:t>
                      </a:r>
                    </a:p>
                  </a:txBody>
                  <a:tcPr marL="46407" marR="46407" marT="46407" marB="46407" anchor="ctr" horzOverflow="overflow"/>
                </a:tc>
                <a:tc>
                  <a:txBody>
                    <a:bodyPr/>
                    <a:lstStyle/>
                    <a:p>
                      <a:pPr defTabSz="914400">
                        <a:tabLst>
                          <a:tab pos="914400" algn="l"/>
                        </a:tabLst>
                      </a:pPr>
                      <a:r>
                        <a:rPr sz="2900"/>
                        <a:t>e:1</a:t>
                      </a:r>
                    </a:p>
                  </a:txBody>
                  <a:tcPr marL="46407" marR="46407" marT="46407" marB="46407" anchor="ctr" horzOverflow="overflow"/>
                </a:tc>
                <a:extLst>
                  <a:ext uri="{0D108BD9-81ED-4DB2-BD59-A6C34878D82A}">
                    <a16:rowId xmlns:a16="http://schemas.microsoft.com/office/drawing/2014/main" val="2104315781"/>
                  </a:ext>
                </a:extLst>
              </a:tr>
              <a:tr h="735953">
                <a:tc>
                  <a:txBody>
                    <a:bodyPr/>
                    <a:lstStyle/>
                    <a:p>
                      <a:pPr defTabSz="914400">
                        <a:tabLst>
                          <a:tab pos="914400" algn="l"/>
                        </a:tabLst>
                      </a:pPr>
                      <a:r>
                        <a:rPr sz="2900"/>
                        <a:t>b:2</a:t>
                      </a:r>
                    </a:p>
                  </a:txBody>
                  <a:tcPr marL="46407" marR="46407" marT="46407" marB="46407" anchor="ctr" horzOverflow="overflow"/>
                </a:tc>
                <a:tc>
                  <a:txBody>
                    <a:bodyPr/>
                    <a:lstStyle/>
                    <a:p>
                      <a:pPr defTabSz="914400">
                        <a:tabLst>
                          <a:tab pos="914400" algn="l"/>
                        </a:tabLst>
                      </a:pPr>
                      <a:r>
                        <a:rPr sz="2900"/>
                        <a:t>d:4</a:t>
                      </a:r>
                    </a:p>
                  </a:txBody>
                  <a:tcPr marL="46407" marR="46407" marT="46407" marB="46407" anchor="ctr" horzOverflow="overflow"/>
                </a:tc>
                <a:tc>
                  <a:txBody>
                    <a:bodyPr/>
                    <a:lstStyle/>
                    <a:p>
                      <a:pPr defTabSz="914400">
                        <a:tabLst>
                          <a:tab pos="914400" algn="l"/>
                        </a:tabLst>
                      </a:pPr>
                      <a:r>
                        <a:rPr sz="2900"/>
                        <a:t>f:5</a:t>
                      </a:r>
                    </a:p>
                  </a:txBody>
                  <a:tcPr marL="46407" marR="46407" marT="46407" marB="46407" anchor="ctr" horzOverflow="overflow"/>
                </a:tc>
                <a:extLst>
                  <a:ext uri="{0D108BD9-81ED-4DB2-BD59-A6C34878D82A}">
                    <a16:rowId xmlns:a16="http://schemas.microsoft.com/office/drawing/2014/main" val="3834481285"/>
                  </a:ext>
                </a:extLst>
              </a:tr>
              <a:tr h="735953">
                <a:tc>
                  <a:txBody>
                    <a:bodyPr/>
                    <a:lstStyle/>
                    <a:p>
                      <a:pPr defTabSz="914400">
                        <a:tabLst>
                          <a:tab pos="914400" algn="l"/>
                        </a:tabLst>
                      </a:pPr>
                      <a:r>
                        <a:rPr sz="2900"/>
                        <a:t>g:3</a:t>
                      </a:r>
                    </a:p>
                  </a:txBody>
                  <a:tcPr marL="46407" marR="46407" marT="46407" marB="46407" anchor="ctr" horzOverflow="overflow"/>
                </a:tc>
                <a:tc>
                  <a:txBody>
                    <a:bodyPr/>
                    <a:lstStyle/>
                    <a:p>
                      <a:pPr defTabSz="914400">
                        <a:tabLst>
                          <a:tab pos="914400" algn="l"/>
                        </a:tabLst>
                        <a:defRPr sz="3600"/>
                      </a:pPr>
                      <a:endParaRPr sz="2900"/>
                    </a:p>
                  </a:txBody>
                  <a:tcPr marL="46407" marR="46407" marT="46407" marB="46407" anchor="ctr" horzOverflow="overflow">
                    <a:lnR w="0">
                      <a:solidFill>
                        <a:srgbClr val="000000"/>
                      </a:solidFill>
                      <a:custDash/>
                      <a:miter lim="0"/>
                    </a:lnR>
                    <a:lnB w="0">
                      <a:solidFill>
                        <a:srgbClr val="000000"/>
                      </a:solidFill>
                      <a:custDash/>
                      <a:miter lim="0"/>
                    </a:lnB>
                  </a:tcPr>
                </a:tc>
                <a:tc>
                  <a:txBody>
                    <a:bodyPr/>
                    <a:lstStyle/>
                    <a:p>
                      <a:pPr defTabSz="914400">
                        <a:tabLst>
                          <a:tab pos="914400" algn="l"/>
                        </a:tabLst>
                        <a:defRPr sz="3600"/>
                      </a:pPr>
                      <a:endParaRPr sz="2900"/>
                    </a:p>
                  </a:txBody>
                  <a:tcPr marL="46407" marR="46407" marT="46407" marB="46407" anchor="ctr" horzOverflow="overflow">
                    <a:lnL w="0">
                      <a:solidFill>
                        <a:srgbClr val="000000"/>
                      </a:solidFill>
                      <a:custDash/>
                      <a:miter lim="0"/>
                    </a:lnL>
                    <a:lnR w="0">
                      <a:solidFill>
                        <a:srgbClr val="000000"/>
                      </a:solidFill>
                      <a:custDash/>
                      <a:miter lim="0"/>
                    </a:lnR>
                    <a:lnB w="0">
                      <a:solidFill>
                        <a:srgbClr val="000000"/>
                      </a:solidFill>
                      <a:custDash/>
                      <a:miter lim="0"/>
                    </a:lnB>
                  </a:tcPr>
                </a:tc>
                <a:extLst>
                  <a:ext uri="{0D108BD9-81ED-4DB2-BD59-A6C34878D82A}">
                    <a16:rowId xmlns:a16="http://schemas.microsoft.com/office/drawing/2014/main" val="1395147847"/>
                  </a:ext>
                </a:extLst>
              </a:tr>
            </a:tbl>
          </a:graphicData>
        </a:graphic>
      </p:graphicFrame>
    </p:spTree>
    <p:extLst>
      <p:ext uri="{BB962C8B-B14F-4D97-AF65-F5344CB8AC3E}">
        <p14:creationId xmlns:p14="http://schemas.microsoft.com/office/powerpoint/2010/main" val="195127349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0B627E-9A79-4258-8689-8EE79F46442B}"/>
              </a:ext>
            </a:extLst>
          </p:cNvPr>
          <p:cNvSpPr>
            <a:spLocks noGrp="1"/>
          </p:cNvSpPr>
          <p:nvPr>
            <p:ph type="title"/>
          </p:nvPr>
        </p:nvSpPr>
        <p:spPr/>
        <p:txBody>
          <a:bodyPr/>
          <a:lstStyle/>
          <a:p>
            <a:r>
              <a:rPr lang="en-US"/>
              <a:t>Vector Clocks</a:t>
            </a:r>
          </a:p>
        </p:txBody>
      </p:sp>
      <p:sp>
        <p:nvSpPr>
          <p:cNvPr id="3" name="Content Placeholder 2">
            <a:extLst>
              <a:ext uri="{FF2B5EF4-FFF2-40B4-BE49-F238E27FC236}">
                <a16:creationId xmlns:a16="http://schemas.microsoft.com/office/drawing/2014/main" id="{A4CEE2BD-5A6B-4554-AE6E-5A9F0EC8E182}"/>
              </a:ext>
            </a:extLst>
          </p:cNvPr>
          <p:cNvSpPr>
            <a:spLocks noGrp="1"/>
          </p:cNvSpPr>
          <p:nvPr>
            <p:ph idx="1"/>
          </p:nvPr>
        </p:nvSpPr>
        <p:spPr/>
        <p:txBody>
          <a:bodyPr/>
          <a:lstStyle/>
          <a:p>
            <a:r>
              <a:rPr lang="en-US"/>
              <a:t>Each process keeps an array of counters: (p1, p2, p3)</a:t>
            </a:r>
          </a:p>
          <a:p>
            <a:pPr lvl="1"/>
            <a:r>
              <a:rPr lang="en-US"/>
              <a:t>When </a:t>
            </a:r>
            <a:r>
              <a:rPr lang="en-US" err="1"/>
              <a:t>p_i</a:t>
            </a:r>
            <a:r>
              <a:rPr lang="en-US"/>
              <a:t> has an event, increment V[</a:t>
            </a:r>
            <a:r>
              <a:rPr lang="en-US" err="1"/>
              <a:t>p_i</a:t>
            </a:r>
            <a:r>
              <a:rPr lang="en-US"/>
              <a:t>]</a:t>
            </a:r>
          </a:p>
          <a:p>
            <a:pPr lvl="1"/>
            <a:r>
              <a:rPr lang="en-US"/>
              <a:t>Send full vector clock with message</a:t>
            </a:r>
          </a:p>
          <a:p>
            <a:pPr lvl="1"/>
            <a:r>
              <a:rPr lang="en-US"/>
              <a:t>Update each entry to the maximum when receiving a clock</a:t>
            </a:r>
          </a:p>
          <a:p>
            <a:pPr marL="0" indent="0">
              <a:buNone/>
            </a:pPr>
            <a:endParaRPr lang="en-US"/>
          </a:p>
        </p:txBody>
      </p:sp>
      <p:sp>
        <p:nvSpPr>
          <p:cNvPr id="4" name="Footer Placeholder 3">
            <a:extLst>
              <a:ext uri="{FF2B5EF4-FFF2-40B4-BE49-F238E27FC236}">
                <a16:creationId xmlns:a16="http://schemas.microsoft.com/office/drawing/2014/main" id="{BEFF2670-B1C4-4C56-95C4-F6E9DCDA0396}"/>
              </a:ext>
            </a:extLst>
          </p:cNvPr>
          <p:cNvSpPr>
            <a:spLocks noGrp="1"/>
          </p:cNvSpPr>
          <p:nvPr>
            <p:ph type="ftr" sz="quarter" idx="11"/>
          </p:nvPr>
        </p:nvSpPr>
        <p:spPr/>
        <p:txBody>
          <a:bodyPr/>
          <a:lstStyle/>
          <a:p>
            <a:r>
              <a:rPr lang="en-US"/>
              <a:t>Prof. Tim Wood &amp; Prof. Roozbeh Haghnazar</a:t>
            </a:r>
          </a:p>
        </p:txBody>
      </p:sp>
      <p:grpSp>
        <p:nvGrpSpPr>
          <p:cNvPr id="12" name="Group 11">
            <a:extLst>
              <a:ext uri="{FF2B5EF4-FFF2-40B4-BE49-F238E27FC236}">
                <a16:creationId xmlns:a16="http://schemas.microsoft.com/office/drawing/2014/main" id="{5CF260EE-EB7B-5C45-B285-B80974A7116A}"/>
              </a:ext>
            </a:extLst>
          </p:cNvPr>
          <p:cNvGrpSpPr/>
          <p:nvPr/>
        </p:nvGrpSpPr>
        <p:grpSpPr>
          <a:xfrm>
            <a:off x="3131090" y="3429000"/>
            <a:ext cx="8981701" cy="3624948"/>
            <a:chOff x="2445570" y="1507719"/>
            <a:chExt cx="9411678" cy="3798484"/>
          </a:xfrm>
        </p:grpSpPr>
        <p:pic>
          <p:nvPicPr>
            <p:cNvPr id="13" name="Image" descr="Image">
              <a:extLst>
                <a:ext uri="{FF2B5EF4-FFF2-40B4-BE49-F238E27FC236}">
                  <a16:creationId xmlns:a16="http://schemas.microsoft.com/office/drawing/2014/main" id="{AF768C0D-E9FA-5847-9C50-1F064E558E40}"/>
                </a:ext>
              </a:extLst>
            </p:cNvPr>
            <p:cNvPicPr>
              <a:picLocks noChangeAspect="1"/>
            </p:cNvPicPr>
            <p:nvPr/>
          </p:nvPicPr>
          <p:blipFill>
            <a:blip r:embed="rId2"/>
            <a:stretch>
              <a:fillRect/>
            </a:stretch>
          </p:blipFill>
          <p:spPr>
            <a:xfrm>
              <a:off x="2445570" y="1507719"/>
              <a:ext cx="9411678" cy="3798484"/>
            </a:xfrm>
            <a:prstGeom prst="rect">
              <a:avLst/>
            </a:prstGeom>
            <a:ln w="12700">
              <a:miter lim="400000"/>
            </a:ln>
          </p:spPr>
        </p:pic>
        <p:sp>
          <p:nvSpPr>
            <p:cNvPr id="14" name="Circle">
              <a:extLst>
                <a:ext uri="{FF2B5EF4-FFF2-40B4-BE49-F238E27FC236}">
                  <a16:creationId xmlns:a16="http://schemas.microsoft.com/office/drawing/2014/main" id="{1495866C-ADB5-4D4C-996A-FFBC6C6DBB50}"/>
                </a:ext>
              </a:extLst>
            </p:cNvPr>
            <p:cNvSpPr/>
            <p:nvPr/>
          </p:nvSpPr>
          <p:spPr>
            <a:xfrm>
              <a:off x="6884045" y="2136139"/>
              <a:ext cx="121921" cy="121921"/>
            </a:xfrm>
            <a:prstGeom prst="ellipse">
              <a:avLst/>
            </a:prstGeom>
            <a:solidFill>
              <a:srgbClr val="000000"/>
            </a:solidFill>
            <a:ln w="25400">
              <a:solidFill>
                <a:srgbClr val="000000"/>
              </a:solidFill>
              <a:miter lim="400000"/>
            </a:ln>
          </p:spPr>
          <p:txBody>
            <a:bodyPr lIns="50800" tIns="50800" rIns="50800" bIns="50800" anchor="ctr"/>
            <a:lstStyle/>
            <a:p>
              <a:pPr>
                <a:defRPr sz="3200">
                  <a:solidFill>
                    <a:srgbClr val="FFFFFF"/>
                  </a:solidFill>
                  <a:latin typeface="Helvetica Neue Light"/>
                  <a:ea typeface="Helvetica Neue Light"/>
                  <a:cs typeface="Helvetica Neue Light"/>
                  <a:sym typeface="Helvetica Neue Light"/>
                </a:defRPr>
              </a:pPr>
              <a:endParaRPr/>
            </a:p>
          </p:txBody>
        </p:sp>
        <p:sp>
          <p:nvSpPr>
            <p:cNvPr id="15" name="g">
              <a:extLst>
                <a:ext uri="{FF2B5EF4-FFF2-40B4-BE49-F238E27FC236}">
                  <a16:creationId xmlns:a16="http://schemas.microsoft.com/office/drawing/2014/main" id="{30066188-5CAA-9245-A599-4ECA41E343CE}"/>
                </a:ext>
              </a:extLst>
            </p:cNvPr>
            <p:cNvSpPr txBox="1"/>
            <p:nvPr/>
          </p:nvSpPr>
          <p:spPr>
            <a:xfrm>
              <a:off x="6791109" y="2152424"/>
              <a:ext cx="269690" cy="4318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50800" tIns="50800" rIns="50800" bIns="50800" anchor="ctr">
              <a:spAutoFit/>
            </a:bodyPr>
            <a:lstStyle>
              <a:lvl1pPr>
                <a:defRPr sz="2200" i="1"/>
              </a:lvl1pPr>
            </a:lstStyle>
            <a:p>
              <a:r>
                <a:t>g</a:t>
              </a:r>
            </a:p>
          </p:txBody>
        </p:sp>
        <p:sp>
          <p:nvSpPr>
            <p:cNvPr id="16" name="3">
              <a:extLst>
                <a:ext uri="{FF2B5EF4-FFF2-40B4-BE49-F238E27FC236}">
                  <a16:creationId xmlns:a16="http://schemas.microsoft.com/office/drawing/2014/main" id="{FCC0029C-F0EF-9E4A-AFA2-8B55D9E9BDAD}"/>
                </a:ext>
              </a:extLst>
            </p:cNvPr>
            <p:cNvSpPr txBox="1"/>
            <p:nvPr/>
          </p:nvSpPr>
          <p:spPr>
            <a:xfrm>
              <a:off x="6806629" y="1670790"/>
              <a:ext cx="276753" cy="4572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50800" tIns="50800" rIns="50800" bIns="50800" anchor="ctr">
              <a:spAutoFit/>
            </a:bodyPr>
            <a:lstStyle>
              <a:lvl1pPr>
                <a:defRPr sz="2300"/>
              </a:lvl1pPr>
            </a:lstStyle>
            <a:p>
              <a:r>
                <a:t>3</a:t>
              </a:r>
            </a:p>
          </p:txBody>
        </p:sp>
      </p:grpSp>
      <p:sp>
        <p:nvSpPr>
          <p:cNvPr id="17" name="Rectangle 16">
            <a:extLst>
              <a:ext uri="{FF2B5EF4-FFF2-40B4-BE49-F238E27FC236}">
                <a16:creationId xmlns:a16="http://schemas.microsoft.com/office/drawing/2014/main" id="{B6885294-1B8E-8E45-837F-9DDE788DD701}"/>
              </a:ext>
            </a:extLst>
          </p:cNvPr>
          <p:cNvSpPr/>
          <p:nvPr/>
        </p:nvSpPr>
        <p:spPr>
          <a:xfrm>
            <a:off x="3842052" y="3559066"/>
            <a:ext cx="1146828" cy="436314"/>
          </a:xfrm>
          <a:prstGeom prst="rect">
            <a:avLst/>
          </a:prstGeom>
          <a:solidFill>
            <a:schemeClr val="bg1"/>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accent1"/>
                </a:solidFill>
              </a:rPr>
              <a:t>(1,0,0)</a:t>
            </a:r>
          </a:p>
        </p:txBody>
      </p:sp>
      <p:sp>
        <p:nvSpPr>
          <p:cNvPr id="18" name="Rectangle 17">
            <a:extLst>
              <a:ext uri="{FF2B5EF4-FFF2-40B4-BE49-F238E27FC236}">
                <a16:creationId xmlns:a16="http://schemas.microsoft.com/office/drawing/2014/main" id="{074015CA-11B9-3742-8D1F-E9402321F1A0}"/>
              </a:ext>
            </a:extLst>
          </p:cNvPr>
          <p:cNvSpPr/>
          <p:nvPr/>
        </p:nvSpPr>
        <p:spPr>
          <a:xfrm>
            <a:off x="5053634" y="3565304"/>
            <a:ext cx="1146828" cy="436314"/>
          </a:xfrm>
          <a:prstGeom prst="rect">
            <a:avLst/>
          </a:prstGeom>
          <a:solidFill>
            <a:schemeClr val="bg1"/>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FEA3FA4C-BDFD-D444-9E8E-05C2633D20DC}"/>
              </a:ext>
            </a:extLst>
          </p:cNvPr>
          <p:cNvSpPr/>
          <p:nvPr/>
        </p:nvSpPr>
        <p:spPr>
          <a:xfrm>
            <a:off x="7117115" y="3528363"/>
            <a:ext cx="1146828" cy="436314"/>
          </a:xfrm>
          <a:prstGeom prst="rect">
            <a:avLst/>
          </a:prstGeom>
          <a:solidFill>
            <a:schemeClr val="bg1"/>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89F4859B-83F0-DA4C-AD73-9285E7262219}"/>
              </a:ext>
            </a:extLst>
          </p:cNvPr>
          <p:cNvSpPr/>
          <p:nvPr/>
        </p:nvSpPr>
        <p:spPr>
          <a:xfrm>
            <a:off x="6865315" y="4656565"/>
            <a:ext cx="1146828" cy="436314"/>
          </a:xfrm>
          <a:prstGeom prst="rect">
            <a:avLst/>
          </a:prstGeom>
          <a:solidFill>
            <a:schemeClr val="bg1"/>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98765F1A-B613-794E-91DE-83EA9324D185}"/>
              </a:ext>
            </a:extLst>
          </p:cNvPr>
          <p:cNvSpPr/>
          <p:nvPr/>
        </p:nvSpPr>
        <p:spPr>
          <a:xfrm>
            <a:off x="8103673" y="4656565"/>
            <a:ext cx="1146828" cy="436314"/>
          </a:xfrm>
          <a:prstGeom prst="rect">
            <a:avLst/>
          </a:prstGeom>
          <a:solidFill>
            <a:schemeClr val="bg1"/>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9F1FE082-B326-E94A-9FCF-34C60BCB5D6C}"/>
              </a:ext>
            </a:extLst>
          </p:cNvPr>
          <p:cNvSpPr/>
          <p:nvPr/>
        </p:nvSpPr>
        <p:spPr>
          <a:xfrm>
            <a:off x="4391087" y="5866034"/>
            <a:ext cx="1146828" cy="436314"/>
          </a:xfrm>
          <a:prstGeom prst="rect">
            <a:avLst/>
          </a:prstGeom>
          <a:solidFill>
            <a:schemeClr val="bg1"/>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DEECB112-5C89-1B40-8D28-E08CD54835FB}"/>
              </a:ext>
            </a:extLst>
          </p:cNvPr>
          <p:cNvSpPr/>
          <p:nvPr/>
        </p:nvSpPr>
        <p:spPr>
          <a:xfrm>
            <a:off x="9858169" y="5866034"/>
            <a:ext cx="1146828" cy="436314"/>
          </a:xfrm>
          <a:prstGeom prst="rect">
            <a:avLst/>
          </a:prstGeom>
          <a:solidFill>
            <a:schemeClr val="bg1"/>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93521323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0B627E-9A79-4258-8689-8EE79F46442B}"/>
              </a:ext>
            </a:extLst>
          </p:cNvPr>
          <p:cNvSpPr>
            <a:spLocks noGrp="1"/>
          </p:cNvSpPr>
          <p:nvPr>
            <p:ph type="title"/>
          </p:nvPr>
        </p:nvSpPr>
        <p:spPr/>
        <p:txBody>
          <a:bodyPr/>
          <a:lstStyle/>
          <a:p>
            <a:r>
              <a:rPr lang="en-US"/>
              <a:t>Vector Clocks</a:t>
            </a:r>
          </a:p>
        </p:txBody>
      </p:sp>
      <p:sp>
        <p:nvSpPr>
          <p:cNvPr id="3" name="Content Placeholder 2">
            <a:extLst>
              <a:ext uri="{FF2B5EF4-FFF2-40B4-BE49-F238E27FC236}">
                <a16:creationId xmlns:a16="http://schemas.microsoft.com/office/drawing/2014/main" id="{A4CEE2BD-5A6B-4554-AE6E-5A9F0EC8E182}"/>
              </a:ext>
            </a:extLst>
          </p:cNvPr>
          <p:cNvSpPr>
            <a:spLocks noGrp="1"/>
          </p:cNvSpPr>
          <p:nvPr>
            <p:ph idx="1"/>
          </p:nvPr>
        </p:nvSpPr>
        <p:spPr>
          <a:xfrm>
            <a:off x="601579" y="1905673"/>
            <a:ext cx="10820400" cy="4024125"/>
          </a:xfrm>
        </p:spPr>
        <p:txBody>
          <a:bodyPr/>
          <a:lstStyle/>
          <a:p>
            <a:pPr marL="162621" indent="-162621">
              <a:defRPr sz="3500"/>
            </a:pPr>
            <a:r>
              <a:rPr lang="en-US" sz="2000"/>
              <a:t>Now we can compare orderings!</a:t>
            </a:r>
          </a:p>
          <a:p>
            <a:pPr marL="162621" indent="-162621">
              <a:defRPr sz="3500"/>
            </a:pPr>
            <a:r>
              <a:rPr lang="en-US" sz="2000"/>
              <a:t>if V(e) &lt; V(e’) then e-&gt;e’</a:t>
            </a:r>
          </a:p>
          <a:p>
            <a:pPr marL="879686" lvl="1" indent="-308186">
              <a:lnSpc>
                <a:spcPct val="100000"/>
              </a:lnSpc>
              <a:defRPr sz="2600"/>
            </a:pPr>
            <a:r>
              <a:rPr lang="en-US"/>
              <a:t>(</a:t>
            </a:r>
            <a:r>
              <a:rPr lang="en-US" err="1"/>
              <a:t>a,b,c</a:t>
            </a:r>
            <a:r>
              <a:rPr lang="en-US"/>
              <a:t>) &lt; (</a:t>
            </a:r>
            <a:r>
              <a:rPr lang="en-US" err="1"/>
              <a:t>d,e,f</a:t>
            </a:r>
            <a:r>
              <a:rPr lang="en-US"/>
              <a:t>) if:</a:t>
            </a:r>
            <a:br>
              <a:rPr lang="en-US"/>
            </a:br>
            <a:r>
              <a:rPr lang="en-US"/>
              <a:t>   a</a:t>
            </a:r>
            <a:r>
              <a:rPr lang="en-US" u="sng"/>
              <a:t>&lt;</a:t>
            </a:r>
            <a:r>
              <a:rPr lang="en-US"/>
              <a:t>d   &amp;   b</a:t>
            </a:r>
            <a:r>
              <a:rPr lang="en-US" u="sng"/>
              <a:t>&lt;</a:t>
            </a:r>
            <a:r>
              <a:rPr lang="en-US"/>
              <a:t>e   &amp;   c</a:t>
            </a:r>
            <a:r>
              <a:rPr lang="en-US" u="sng"/>
              <a:t>&lt;</a:t>
            </a:r>
            <a:r>
              <a:rPr lang="en-US"/>
              <a:t>f</a:t>
            </a:r>
          </a:p>
          <a:p>
            <a:pPr marL="126924" indent="-126924">
              <a:lnSpc>
                <a:spcPct val="100000"/>
              </a:lnSpc>
              <a:spcBef>
                <a:spcPts val="600"/>
              </a:spcBef>
              <a:defRPr sz="3500">
                <a:solidFill>
                  <a:srgbClr val="232323"/>
                </a:solidFill>
              </a:defRPr>
            </a:pPr>
            <a:r>
              <a:rPr lang="en-US" sz="2000"/>
              <a:t>If neither V(e) &lt; V(e’) nor V(e’) &lt; V(e) then e and e’ are concurrent events</a:t>
            </a:r>
          </a:p>
          <a:p>
            <a:pPr marL="0" indent="0">
              <a:buNone/>
            </a:pPr>
            <a:endParaRPr lang="en-US"/>
          </a:p>
        </p:txBody>
      </p:sp>
      <p:sp>
        <p:nvSpPr>
          <p:cNvPr id="4" name="Footer Placeholder 3">
            <a:extLst>
              <a:ext uri="{FF2B5EF4-FFF2-40B4-BE49-F238E27FC236}">
                <a16:creationId xmlns:a16="http://schemas.microsoft.com/office/drawing/2014/main" id="{BEFF2670-B1C4-4C56-95C4-F6E9DCDA0396}"/>
              </a:ext>
            </a:extLst>
          </p:cNvPr>
          <p:cNvSpPr>
            <a:spLocks noGrp="1"/>
          </p:cNvSpPr>
          <p:nvPr>
            <p:ph type="ftr" sz="quarter" idx="11"/>
          </p:nvPr>
        </p:nvSpPr>
        <p:spPr/>
        <p:txBody>
          <a:bodyPr/>
          <a:lstStyle/>
          <a:p>
            <a:r>
              <a:rPr lang="en-US"/>
              <a:t>Prof. Tim Wood &amp; Prof. Roozbeh Haghnazar</a:t>
            </a:r>
          </a:p>
        </p:txBody>
      </p:sp>
      <p:grpSp>
        <p:nvGrpSpPr>
          <p:cNvPr id="5" name="Group 4">
            <a:extLst>
              <a:ext uri="{FF2B5EF4-FFF2-40B4-BE49-F238E27FC236}">
                <a16:creationId xmlns:a16="http://schemas.microsoft.com/office/drawing/2014/main" id="{86096FC8-9B50-43E3-95E7-15EC91BB2AA1}"/>
              </a:ext>
            </a:extLst>
          </p:cNvPr>
          <p:cNvGrpSpPr/>
          <p:nvPr/>
        </p:nvGrpSpPr>
        <p:grpSpPr>
          <a:xfrm>
            <a:off x="1045604" y="3797296"/>
            <a:ext cx="7052791" cy="2923674"/>
            <a:chOff x="2425050" y="1515089"/>
            <a:chExt cx="9566284" cy="3965621"/>
          </a:xfrm>
        </p:grpSpPr>
        <p:pic>
          <p:nvPicPr>
            <p:cNvPr id="6" name="Image" descr="Image">
              <a:extLst>
                <a:ext uri="{FF2B5EF4-FFF2-40B4-BE49-F238E27FC236}">
                  <a16:creationId xmlns:a16="http://schemas.microsoft.com/office/drawing/2014/main" id="{2103363E-05AF-4A41-978C-B5DAD32425E9}"/>
                </a:ext>
              </a:extLst>
            </p:cNvPr>
            <p:cNvPicPr>
              <a:picLocks noChangeAspect="1"/>
            </p:cNvPicPr>
            <p:nvPr/>
          </p:nvPicPr>
          <p:blipFill>
            <a:blip r:embed="rId2"/>
            <a:stretch>
              <a:fillRect/>
            </a:stretch>
          </p:blipFill>
          <p:spPr>
            <a:xfrm>
              <a:off x="2425050" y="1515089"/>
              <a:ext cx="9566284" cy="3965621"/>
            </a:xfrm>
            <a:prstGeom prst="rect">
              <a:avLst/>
            </a:prstGeom>
            <a:ln w="12700">
              <a:miter lim="400000"/>
            </a:ln>
          </p:spPr>
        </p:pic>
        <p:sp>
          <p:nvSpPr>
            <p:cNvPr id="7" name="Circle">
              <a:extLst>
                <a:ext uri="{FF2B5EF4-FFF2-40B4-BE49-F238E27FC236}">
                  <a16:creationId xmlns:a16="http://schemas.microsoft.com/office/drawing/2014/main" id="{36B3023E-CF8C-4180-988F-95FBEF5171F2}"/>
                </a:ext>
              </a:extLst>
            </p:cNvPr>
            <p:cNvSpPr/>
            <p:nvPr/>
          </p:nvSpPr>
          <p:spPr>
            <a:xfrm>
              <a:off x="7339688" y="2087614"/>
              <a:ext cx="121921" cy="121921"/>
            </a:xfrm>
            <a:prstGeom prst="ellipse">
              <a:avLst/>
            </a:prstGeom>
            <a:solidFill>
              <a:srgbClr val="000000"/>
            </a:solidFill>
            <a:ln w="25400">
              <a:solidFill>
                <a:srgbClr val="000000"/>
              </a:solidFill>
              <a:miter lim="400000"/>
            </a:ln>
          </p:spPr>
          <p:txBody>
            <a:bodyPr lIns="50800" tIns="50800" rIns="50800" bIns="50800" anchor="ctr"/>
            <a:lstStyle/>
            <a:p>
              <a:pPr>
                <a:defRPr sz="3200">
                  <a:solidFill>
                    <a:srgbClr val="FFFFFF"/>
                  </a:solidFill>
                  <a:latin typeface="Helvetica Neue Light"/>
                  <a:ea typeface="Helvetica Neue Light"/>
                  <a:cs typeface="Helvetica Neue Light"/>
                  <a:sym typeface="Helvetica Neue Light"/>
                </a:defRPr>
              </a:pPr>
              <a:endParaRPr/>
            </a:p>
          </p:txBody>
        </p:sp>
        <p:sp>
          <p:nvSpPr>
            <p:cNvPr id="8" name="g">
              <a:extLst>
                <a:ext uri="{FF2B5EF4-FFF2-40B4-BE49-F238E27FC236}">
                  <a16:creationId xmlns:a16="http://schemas.microsoft.com/office/drawing/2014/main" id="{92717C40-C877-4F45-BE66-696A75D8F1D8}"/>
                </a:ext>
              </a:extLst>
            </p:cNvPr>
            <p:cNvSpPr txBox="1"/>
            <p:nvPr/>
          </p:nvSpPr>
          <p:spPr>
            <a:xfrm>
              <a:off x="7246752" y="2103899"/>
              <a:ext cx="269690" cy="431801"/>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none" lIns="50800" tIns="50800" rIns="50800" bIns="50800" anchor="ctr">
              <a:spAutoFit/>
            </a:bodyPr>
            <a:lstStyle>
              <a:lvl1pPr>
                <a:defRPr sz="2200" i="1"/>
              </a:lvl1pPr>
            </a:lstStyle>
            <a:p>
              <a:r>
                <a:t>g</a:t>
              </a:r>
            </a:p>
          </p:txBody>
        </p:sp>
        <p:sp>
          <p:nvSpPr>
            <p:cNvPr id="9" name="(3,0,0)">
              <a:extLst>
                <a:ext uri="{FF2B5EF4-FFF2-40B4-BE49-F238E27FC236}">
                  <a16:creationId xmlns:a16="http://schemas.microsoft.com/office/drawing/2014/main" id="{999ECAF7-D1CB-4B33-874F-A91B18BE292B}"/>
                </a:ext>
              </a:extLst>
            </p:cNvPr>
            <p:cNvSpPr txBox="1"/>
            <p:nvPr/>
          </p:nvSpPr>
          <p:spPr>
            <a:xfrm>
              <a:off x="6921393" y="1622265"/>
              <a:ext cx="958510" cy="457201"/>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none" lIns="50800" tIns="50800" rIns="50800" bIns="50800" anchor="ctr">
              <a:spAutoFit/>
            </a:bodyPr>
            <a:lstStyle>
              <a:lvl1pPr>
                <a:defRPr sz="2300"/>
              </a:lvl1pPr>
            </a:lstStyle>
            <a:p>
              <a:r>
                <a:t>(3,0,0)</a:t>
              </a:r>
            </a:p>
          </p:txBody>
        </p:sp>
      </p:grpSp>
      <p:graphicFrame>
        <p:nvGraphicFramePr>
          <p:cNvPr id="11" name="Table 10">
            <a:extLst>
              <a:ext uri="{FF2B5EF4-FFF2-40B4-BE49-F238E27FC236}">
                <a16:creationId xmlns:a16="http://schemas.microsoft.com/office/drawing/2014/main" id="{C4ED8DA0-B2E0-4957-A774-B1F3DC549D28}"/>
              </a:ext>
            </a:extLst>
          </p:cNvPr>
          <p:cNvGraphicFramePr>
            <a:graphicFrameLocks noGrp="1"/>
          </p:cNvGraphicFramePr>
          <p:nvPr>
            <p:extLst>
              <p:ext uri="{D42A27DB-BD31-4B8C-83A1-F6EECF244321}">
                <p14:modId xmlns:p14="http://schemas.microsoft.com/office/powerpoint/2010/main" val="3279958060"/>
              </p:ext>
            </p:extLst>
          </p:nvPr>
        </p:nvGraphicFramePr>
        <p:xfrm>
          <a:off x="8218496" y="3975421"/>
          <a:ext cx="3383385" cy="2326040"/>
        </p:xfrm>
        <a:graphic>
          <a:graphicData uri="http://schemas.openxmlformats.org/drawingml/2006/table">
            <a:tbl>
              <a:tblPr/>
              <a:tblGrid>
                <a:gridCol w="1127795">
                  <a:extLst>
                    <a:ext uri="{9D8B030D-6E8A-4147-A177-3AD203B41FA5}">
                      <a16:colId xmlns:a16="http://schemas.microsoft.com/office/drawing/2014/main" val="2915758211"/>
                    </a:ext>
                  </a:extLst>
                </a:gridCol>
                <a:gridCol w="1127795">
                  <a:extLst>
                    <a:ext uri="{9D8B030D-6E8A-4147-A177-3AD203B41FA5}">
                      <a16:colId xmlns:a16="http://schemas.microsoft.com/office/drawing/2014/main" val="716698297"/>
                    </a:ext>
                  </a:extLst>
                </a:gridCol>
                <a:gridCol w="1127795">
                  <a:extLst>
                    <a:ext uri="{9D8B030D-6E8A-4147-A177-3AD203B41FA5}">
                      <a16:colId xmlns:a16="http://schemas.microsoft.com/office/drawing/2014/main" val="2990003340"/>
                    </a:ext>
                  </a:extLst>
                </a:gridCol>
              </a:tblGrid>
              <a:tr h="581510">
                <a:tc>
                  <a:txBody>
                    <a:bodyPr/>
                    <a:lstStyle/>
                    <a:p>
                      <a:pPr defTabSz="914400">
                        <a:tabLst>
                          <a:tab pos="914400" algn="l"/>
                        </a:tabLst>
                      </a:pPr>
                      <a:r>
                        <a:rPr sz="2400"/>
                        <a:t>P1</a:t>
                      </a:r>
                    </a:p>
                  </a:txBody>
                  <a:tcPr marL="36668" marR="36668" marT="36668" marB="36668" anchor="ctr" horzOverflow="overflow">
                    <a:solidFill>
                      <a:srgbClr val="E0EDD4"/>
                    </a:solidFill>
                  </a:tcPr>
                </a:tc>
                <a:tc>
                  <a:txBody>
                    <a:bodyPr/>
                    <a:lstStyle/>
                    <a:p>
                      <a:pPr defTabSz="914400">
                        <a:tabLst>
                          <a:tab pos="914400" algn="l"/>
                        </a:tabLst>
                      </a:pPr>
                      <a:r>
                        <a:rPr sz="2400"/>
                        <a:t>P2</a:t>
                      </a:r>
                    </a:p>
                  </a:txBody>
                  <a:tcPr marL="36668" marR="36668" marT="36668" marB="36668" anchor="ctr" horzOverflow="overflow">
                    <a:solidFill>
                      <a:srgbClr val="E0EDD4"/>
                    </a:solidFill>
                  </a:tcPr>
                </a:tc>
                <a:tc>
                  <a:txBody>
                    <a:bodyPr/>
                    <a:lstStyle/>
                    <a:p>
                      <a:pPr defTabSz="914400">
                        <a:tabLst>
                          <a:tab pos="914400" algn="l"/>
                        </a:tabLst>
                      </a:pPr>
                      <a:r>
                        <a:rPr sz="2400"/>
                        <a:t>P3</a:t>
                      </a:r>
                    </a:p>
                  </a:txBody>
                  <a:tcPr marL="36668" marR="36668" marT="36668" marB="36668" anchor="ctr" horzOverflow="overflow">
                    <a:solidFill>
                      <a:srgbClr val="E0EDD4"/>
                    </a:solidFill>
                  </a:tcPr>
                </a:tc>
                <a:extLst>
                  <a:ext uri="{0D108BD9-81ED-4DB2-BD59-A6C34878D82A}">
                    <a16:rowId xmlns:a16="http://schemas.microsoft.com/office/drawing/2014/main" val="93679851"/>
                  </a:ext>
                </a:extLst>
              </a:tr>
              <a:tr h="581510">
                <a:tc>
                  <a:txBody>
                    <a:bodyPr/>
                    <a:lstStyle/>
                    <a:p>
                      <a:pPr defTabSz="914400">
                        <a:tabLst>
                          <a:tab pos="914400" algn="l"/>
                        </a:tabLst>
                      </a:pPr>
                      <a:r>
                        <a:rPr sz="2000"/>
                        <a:t>a: 1,0,0</a:t>
                      </a:r>
                    </a:p>
                  </a:txBody>
                  <a:tcPr marL="36668" marR="36668" marT="36668" marB="36668" anchor="ctr" horzOverflow="overflow"/>
                </a:tc>
                <a:tc>
                  <a:txBody>
                    <a:bodyPr/>
                    <a:lstStyle/>
                    <a:p>
                      <a:pPr defTabSz="914400">
                        <a:tabLst>
                          <a:tab pos="914400" algn="l"/>
                        </a:tabLst>
                      </a:pPr>
                      <a:r>
                        <a:rPr sz="2000"/>
                        <a:t>c: 2,1,0</a:t>
                      </a:r>
                    </a:p>
                  </a:txBody>
                  <a:tcPr marL="36668" marR="36668" marT="36668" marB="36668" anchor="ctr" horzOverflow="overflow"/>
                </a:tc>
                <a:tc>
                  <a:txBody>
                    <a:bodyPr/>
                    <a:lstStyle/>
                    <a:p>
                      <a:pPr defTabSz="914400">
                        <a:tabLst>
                          <a:tab pos="914400" algn="l"/>
                        </a:tabLst>
                      </a:pPr>
                      <a:r>
                        <a:rPr sz="2000"/>
                        <a:t>e: 0,0,1</a:t>
                      </a:r>
                    </a:p>
                  </a:txBody>
                  <a:tcPr marL="36668" marR="36668" marT="36668" marB="36668" anchor="ctr" horzOverflow="overflow"/>
                </a:tc>
                <a:extLst>
                  <a:ext uri="{0D108BD9-81ED-4DB2-BD59-A6C34878D82A}">
                    <a16:rowId xmlns:a16="http://schemas.microsoft.com/office/drawing/2014/main" val="3450217141"/>
                  </a:ext>
                </a:extLst>
              </a:tr>
              <a:tr h="581510">
                <a:tc>
                  <a:txBody>
                    <a:bodyPr/>
                    <a:lstStyle/>
                    <a:p>
                      <a:pPr defTabSz="914400">
                        <a:tabLst>
                          <a:tab pos="914400" algn="l"/>
                        </a:tabLst>
                      </a:pPr>
                      <a:r>
                        <a:rPr sz="2000"/>
                        <a:t>b: 2,0,0</a:t>
                      </a:r>
                    </a:p>
                  </a:txBody>
                  <a:tcPr marL="36668" marR="36668" marT="36668" marB="36668" anchor="ctr" horzOverflow="overflow"/>
                </a:tc>
                <a:tc>
                  <a:txBody>
                    <a:bodyPr/>
                    <a:lstStyle/>
                    <a:p>
                      <a:pPr defTabSz="914400">
                        <a:tabLst>
                          <a:tab pos="914400" algn="l"/>
                        </a:tabLst>
                      </a:pPr>
                      <a:r>
                        <a:rPr sz="2000"/>
                        <a:t>d: 2,2,0</a:t>
                      </a:r>
                    </a:p>
                  </a:txBody>
                  <a:tcPr marL="36668" marR="36668" marT="36668" marB="36668" anchor="ctr" horzOverflow="overflow"/>
                </a:tc>
                <a:tc>
                  <a:txBody>
                    <a:bodyPr/>
                    <a:lstStyle/>
                    <a:p>
                      <a:pPr defTabSz="914400">
                        <a:tabLst>
                          <a:tab pos="914400" algn="l"/>
                        </a:tabLst>
                      </a:pPr>
                      <a:r>
                        <a:rPr sz="2000"/>
                        <a:t>f: 2,2,2</a:t>
                      </a:r>
                    </a:p>
                  </a:txBody>
                  <a:tcPr marL="36668" marR="36668" marT="36668" marB="36668" anchor="ctr" horzOverflow="overflow"/>
                </a:tc>
                <a:extLst>
                  <a:ext uri="{0D108BD9-81ED-4DB2-BD59-A6C34878D82A}">
                    <a16:rowId xmlns:a16="http://schemas.microsoft.com/office/drawing/2014/main" val="1792442267"/>
                  </a:ext>
                </a:extLst>
              </a:tr>
              <a:tr h="581510">
                <a:tc>
                  <a:txBody>
                    <a:bodyPr/>
                    <a:lstStyle/>
                    <a:p>
                      <a:pPr defTabSz="914400">
                        <a:tabLst>
                          <a:tab pos="914400" algn="l"/>
                        </a:tabLst>
                      </a:pPr>
                      <a:r>
                        <a:rPr sz="2000"/>
                        <a:t>g: 3,0,0</a:t>
                      </a:r>
                    </a:p>
                  </a:txBody>
                  <a:tcPr marL="36668" marR="36668" marT="36668" marB="36668" anchor="ctr" horzOverflow="overflow"/>
                </a:tc>
                <a:tc>
                  <a:txBody>
                    <a:bodyPr/>
                    <a:lstStyle/>
                    <a:p>
                      <a:pPr defTabSz="914400">
                        <a:tabLst>
                          <a:tab pos="914400" algn="l"/>
                        </a:tabLst>
                        <a:defRPr sz="3000"/>
                      </a:pPr>
                      <a:endParaRPr sz="2000"/>
                    </a:p>
                  </a:txBody>
                  <a:tcPr marL="36668" marR="36668" marT="36668" marB="36668" anchor="ctr" horzOverflow="overflow">
                    <a:lnR w="0">
                      <a:solidFill>
                        <a:srgbClr val="000000"/>
                      </a:solidFill>
                      <a:custDash/>
                      <a:miter lim="0"/>
                    </a:lnR>
                    <a:lnB w="0">
                      <a:solidFill>
                        <a:srgbClr val="000000"/>
                      </a:solidFill>
                      <a:custDash/>
                      <a:miter lim="0"/>
                    </a:lnB>
                  </a:tcPr>
                </a:tc>
                <a:tc>
                  <a:txBody>
                    <a:bodyPr/>
                    <a:lstStyle/>
                    <a:p>
                      <a:pPr defTabSz="914400">
                        <a:tabLst>
                          <a:tab pos="914400" algn="l"/>
                        </a:tabLst>
                        <a:defRPr sz="3000"/>
                      </a:pPr>
                      <a:endParaRPr sz="2000"/>
                    </a:p>
                  </a:txBody>
                  <a:tcPr marL="36668" marR="36668" marT="36668" marB="36668" anchor="ctr" horzOverflow="overflow">
                    <a:lnL w="0">
                      <a:solidFill>
                        <a:srgbClr val="000000"/>
                      </a:solidFill>
                      <a:custDash/>
                      <a:miter lim="0"/>
                    </a:lnL>
                    <a:lnR w="0">
                      <a:solidFill>
                        <a:srgbClr val="000000"/>
                      </a:solidFill>
                      <a:custDash/>
                      <a:miter lim="0"/>
                    </a:lnR>
                    <a:lnB w="0">
                      <a:solidFill>
                        <a:srgbClr val="000000"/>
                      </a:solidFill>
                      <a:custDash/>
                      <a:miter lim="0"/>
                    </a:lnB>
                  </a:tcPr>
                </a:tc>
                <a:extLst>
                  <a:ext uri="{0D108BD9-81ED-4DB2-BD59-A6C34878D82A}">
                    <a16:rowId xmlns:a16="http://schemas.microsoft.com/office/drawing/2014/main" val="2859685507"/>
                  </a:ext>
                </a:extLst>
              </a:tr>
            </a:tbl>
          </a:graphicData>
        </a:graphic>
      </p:graphicFrame>
      <p:sp>
        <p:nvSpPr>
          <p:cNvPr id="12" name="Rectangle 11">
            <a:extLst>
              <a:ext uri="{FF2B5EF4-FFF2-40B4-BE49-F238E27FC236}">
                <a16:creationId xmlns:a16="http://schemas.microsoft.com/office/drawing/2014/main" id="{E1508EB6-8512-9942-96BD-757032EB9E65}"/>
              </a:ext>
            </a:extLst>
          </p:cNvPr>
          <p:cNvSpPr/>
          <p:nvPr/>
        </p:nvSpPr>
        <p:spPr>
          <a:xfrm>
            <a:off x="8456910" y="420130"/>
            <a:ext cx="2906556" cy="2765061"/>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lIns="0" rtlCol="0" anchor="ctr"/>
          <a:lstStyle/>
          <a:p>
            <a:pPr lvl="1"/>
            <a:r>
              <a:rPr lang="en-US" sz="2400" b="1">
                <a:latin typeface="Courier New" panose="02070309020205020404" pitchFamily="49" charset="0"/>
                <a:cs typeface="Courier New" panose="02070309020205020404" pitchFamily="49" charset="0"/>
              </a:rPr>
              <a:t>A        C</a:t>
            </a:r>
          </a:p>
          <a:p>
            <a:pPr lvl="1"/>
            <a:r>
              <a:rPr lang="en-US" sz="2400" b="1">
                <a:latin typeface="Courier New" panose="02070309020205020404" pitchFamily="49" charset="0"/>
                <a:cs typeface="Courier New" panose="02070309020205020404" pitchFamily="49" charset="0"/>
              </a:rPr>
              <a:t>A        G</a:t>
            </a:r>
          </a:p>
          <a:p>
            <a:pPr lvl="1"/>
            <a:r>
              <a:rPr lang="en-US" sz="2400" b="1">
                <a:latin typeface="Courier New" panose="02070309020205020404" pitchFamily="49" charset="0"/>
                <a:cs typeface="Courier New" panose="02070309020205020404" pitchFamily="49" charset="0"/>
              </a:rPr>
              <a:t>G        F</a:t>
            </a:r>
          </a:p>
          <a:p>
            <a:pPr lvl="1"/>
            <a:r>
              <a:rPr lang="en-US" sz="2400" b="1">
                <a:latin typeface="Courier New" panose="02070309020205020404" pitchFamily="49" charset="0"/>
                <a:cs typeface="Courier New" panose="02070309020205020404" pitchFamily="49" charset="0"/>
              </a:rPr>
              <a:t>G        C</a:t>
            </a:r>
          </a:p>
          <a:p>
            <a:pPr lvl="1"/>
            <a:r>
              <a:rPr lang="en-US" sz="2400" b="1">
                <a:latin typeface="Courier New" panose="02070309020205020404" pitchFamily="49" charset="0"/>
                <a:cs typeface="Courier New" panose="02070309020205020404" pitchFamily="49" charset="0"/>
              </a:rPr>
              <a:t>F        C</a:t>
            </a:r>
          </a:p>
          <a:p>
            <a:pPr lvl="1"/>
            <a:r>
              <a:rPr lang="en-US" sz="2400" b="1">
                <a:latin typeface="Courier New" panose="02070309020205020404" pitchFamily="49" charset="0"/>
                <a:cs typeface="Courier New" panose="02070309020205020404" pitchFamily="49" charset="0"/>
              </a:rPr>
              <a:t>E        D</a:t>
            </a:r>
          </a:p>
        </p:txBody>
      </p:sp>
      <p:cxnSp>
        <p:nvCxnSpPr>
          <p:cNvPr id="13" name="Straight Arrow Connector 12">
            <a:extLst>
              <a:ext uri="{FF2B5EF4-FFF2-40B4-BE49-F238E27FC236}">
                <a16:creationId xmlns:a16="http://schemas.microsoft.com/office/drawing/2014/main" id="{7293C928-A3A4-435B-95DB-97BD31AE7C5F}"/>
              </a:ext>
            </a:extLst>
          </p:cNvPr>
          <p:cNvCxnSpPr/>
          <p:nvPr/>
        </p:nvCxnSpPr>
        <p:spPr>
          <a:xfrm>
            <a:off x="9409471" y="899652"/>
            <a:ext cx="929148"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16BFD254-2CCD-4039-85E0-DB114C92061F}"/>
              </a:ext>
            </a:extLst>
          </p:cNvPr>
          <p:cNvCxnSpPr/>
          <p:nvPr/>
        </p:nvCxnSpPr>
        <p:spPr>
          <a:xfrm>
            <a:off x="9409471" y="1273278"/>
            <a:ext cx="929148"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7" name="Equals 16">
            <a:extLst>
              <a:ext uri="{FF2B5EF4-FFF2-40B4-BE49-F238E27FC236}">
                <a16:creationId xmlns:a16="http://schemas.microsoft.com/office/drawing/2014/main" id="{451D2776-0F56-4914-96C7-97E5C0AC54BB}"/>
              </a:ext>
            </a:extLst>
          </p:cNvPr>
          <p:cNvSpPr/>
          <p:nvPr/>
        </p:nvSpPr>
        <p:spPr>
          <a:xfrm>
            <a:off x="9542687" y="1490787"/>
            <a:ext cx="604684" cy="258462"/>
          </a:xfrm>
          <a:prstGeom prst="mathEqual">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8" name="Equals 17">
            <a:extLst>
              <a:ext uri="{FF2B5EF4-FFF2-40B4-BE49-F238E27FC236}">
                <a16:creationId xmlns:a16="http://schemas.microsoft.com/office/drawing/2014/main" id="{DD8646B5-2E51-4827-A5E5-82301A20E905}"/>
              </a:ext>
            </a:extLst>
          </p:cNvPr>
          <p:cNvSpPr/>
          <p:nvPr/>
        </p:nvSpPr>
        <p:spPr>
          <a:xfrm>
            <a:off x="9542206" y="1935546"/>
            <a:ext cx="604684" cy="258462"/>
          </a:xfrm>
          <a:prstGeom prst="mathEqual">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cxnSp>
        <p:nvCxnSpPr>
          <p:cNvPr id="20" name="Straight Arrow Connector 19">
            <a:extLst>
              <a:ext uri="{FF2B5EF4-FFF2-40B4-BE49-F238E27FC236}">
                <a16:creationId xmlns:a16="http://schemas.microsoft.com/office/drawing/2014/main" id="{FC998B01-9A54-474A-91BB-53F6EA7CD78F}"/>
              </a:ext>
            </a:extLst>
          </p:cNvPr>
          <p:cNvCxnSpPr/>
          <p:nvPr/>
        </p:nvCxnSpPr>
        <p:spPr>
          <a:xfrm flipH="1">
            <a:off x="9409471" y="2401644"/>
            <a:ext cx="929148" cy="1293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1" name="Equals 20">
            <a:extLst>
              <a:ext uri="{FF2B5EF4-FFF2-40B4-BE49-F238E27FC236}">
                <a16:creationId xmlns:a16="http://schemas.microsoft.com/office/drawing/2014/main" id="{979B62DA-9A93-450B-B0E7-E2FA6C60B6AD}"/>
              </a:ext>
            </a:extLst>
          </p:cNvPr>
          <p:cNvSpPr/>
          <p:nvPr/>
        </p:nvSpPr>
        <p:spPr>
          <a:xfrm>
            <a:off x="9542206" y="2614842"/>
            <a:ext cx="604684" cy="258462"/>
          </a:xfrm>
          <a:prstGeom prst="mathEqual">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Tree>
    <p:extLst>
      <p:ext uri="{BB962C8B-B14F-4D97-AF65-F5344CB8AC3E}">
        <p14:creationId xmlns:p14="http://schemas.microsoft.com/office/powerpoint/2010/main" val="42305537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0"/>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P spid="18" grpId="0" animBg="1"/>
      <p:bldP spid="21" grpId="0"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2CD67E-9D47-48E4-B1C7-A496D14191DF}"/>
              </a:ext>
            </a:extLst>
          </p:cNvPr>
          <p:cNvSpPr>
            <a:spLocks noGrp="1"/>
          </p:cNvSpPr>
          <p:nvPr>
            <p:ph type="title"/>
          </p:nvPr>
        </p:nvSpPr>
        <p:spPr/>
        <p:txBody>
          <a:bodyPr/>
          <a:lstStyle/>
          <a:p>
            <a:r>
              <a:rPr lang="en-US" err="1"/>
              <a:t>Lamport</a:t>
            </a:r>
            <a:r>
              <a:rPr lang="en-US"/>
              <a:t> vs Vector</a:t>
            </a:r>
          </a:p>
        </p:txBody>
      </p:sp>
      <p:sp>
        <p:nvSpPr>
          <p:cNvPr id="3" name="Content Placeholder 2">
            <a:extLst>
              <a:ext uri="{FF2B5EF4-FFF2-40B4-BE49-F238E27FC236}">
                <a16:creationId xmlns:a16="http://schemas.microsoft.com/office/drawing/2014/main" id="{7EB88181-14EE-466A-9ECD-65D56D518868}"/>
              </a:ext>
            </a:extLst>
          </p:cNvPr>
          <p:cNvSpPr>
            <a:spLocks noGrp="1"/>
          </p:cNvSpPr>
          <p:nvPr>
            <p:ph idx="1"/>
          </p:nvPr>
        </p:nvSpPr>
        <p:spPr/>
        <p:txBody>
          <a:bodyPr/>
          <a:lstStyle/>
          <a:p>
            <a:r>
              <a:rPr lang="en-US"/>
              <a:t>Which clock is more useful when you can’t see the timing diagram?</a:t>
            </a:r>
          </a:p>
          <a:p>
            <a:pPr lvl="1"/>
            <a:r>
              <a:rPr lang="en-US"/>
              <a:t>Remember, your program will only see these counters!</a:t>
            </a:r>
          </a:p>
        </p:txBody>
      </p:sp>
      <p:sp>
        <p:nvSpPr>
          <p:cNvPr id="4" name="Footer Placeholder 3">
            <a:extLst>
              <a:ext uri="{FF2B5EF4-FFF2-40B4-BE49-F238E27FC236}">
                <a16:creationId xmlns:a16="http://schemas.microsoft.com/office/drawing/2014/main" id="{64692135-1D70-4A26-8431-509F86D360CF}"/>
              </a:ext>
            </a:extLst>
          </p:cNvPr>
          <p:cNvSpPr>
            <a:spLocks noGrp="1"/>
          </p:cNvSpPr>
          <p:nvPr>
            <p:ph type="ftr" sz="quarter" idx="11"/>
          </p:nvPr>
        </p:nvSpPr>
        <p:spPr/>
        <p:txBody>
          <a:bodyPr/>
          <a:lstStyle/>
          <a:p>
            <a:r>
              <a:rPr lang="en-US"/>
              <a:t>Prof. Tim Wood &amp; Prof. Roozbeh Haghnazar</a:t>
            </a:r>
          </a:p>
        </p:txBody>
      </p:sp>
      <p:graphicFrame>
        <p:nvGraphicFramePr>
          <p:cNvPr id="6" name="Table">
            <a:extLst>
              <a:ext uri="{FF2B5EF4-FFF2-40B4-BE49-F238E27FC236}">
                <a16:creationId xmlns:a16="http://schemas.microsoft.com/office/drawing/2014/main" id="{A9D77E6F-FFFF-4D0B-A5DC-506B3A63724D}"/>
              </a:ext>
            </a:extLst>
          </p:cNvPr>
          <p:cNvGraphicFramePr/>
          <p:nvPr>
            <p:extLst>
              <p:ext uri="{D42A27DB-BD31-4B8C-83A1-F6EECF244321}">
                <p14:modId xmlns:p14="http://schemas.microsoft.com/office/powerpoint/2010/main" val="2899891075"/>
              </p:ext>
            </p:extLst>
          </p:nvPr>
        </p:nvGraphicFramePr>
        <p:xfrm>
          <a:off x="7488858" y="3301786"/>
          <a:ext cx="3930201" cy="2701972"/>
        </p:xfrm>
        <a:graphic>
          <a:graphicData uri="http://schemas.openxmlformats.org/drawingml/2006/table">
            <a:tbl>
              <a:tblPr/>
              <a:tblGrid>
                <a:gridCol w="1310067">
                  <a:extLst>
                    <a:ext uri="{9D8B030D-6E8A-4147-A177-3AD203B41FA5}">
                      <a16:colId xmlns:a16="http://schemas.microsoft.com/office/drawing/2014/main" val="20000"/>
                    </a:ext>
                  </a:extLst>
                </a:gridCol>
                <a:gridCol w="1310067">
                  <a:extLst>
                    <a:ext uri="{9D8B030D-6E8A-4147-A177-3AD203B41FA5}">
                      <a16:colId xmlns:a16="http://schemas.microsoft.com/office/drawing/2014/main" val="20001"/>
                    </a:ext>
                  </a:extLst>
                </a:gridCol>
                <a:gridCol w="1310067">
                  <a:extLst>
                    <a:ext uri="{9D8B030D-6E8A-4147-A177-3AD203B41FA5}">
                      <a16:colId xmlns:a16="http://schemas.microsoft.com/office/drawing/2014/main" val="20002"/>
                    </a:ext>
                  </a:extLst>
                </a:gridCol>
              </a:tblGrid>
              <a:tr h="675493">
                <a:tc>
                  <a:txBody>
                    <a:bodyPr/>
                    <a:lstStyle/>
                    <a:p>
                      <a:pPr defTabSz="914400">
                        <a:tabLst>
                          <a:tab pos="914400" algn="l"/>
                        </a:tabLst>
                      </a:pPr>
                      <a:r>
                        <a:rPr sz="3000"/>
                        <a:t>P1</a:t>
                      </a:r>
                    </a:p>
                  </a:txBody>
                  <a:tcPr marL="42594" marR="42594" marT="42594" marB="42594" anchor="ctr" horzOverflow="overflow">
                    <a:solidFill>
                      <a:srgbClr val="E0EDD4"/>
                    </a:solidFill>
                  </a:tcPr>
                </a:tc>
                <a:tc>
                  <a:txBody>
                    <a:bodyPr/>
                    <a:lstStyle/>
                    <a:p>
                      <a:pPr defTabSz="914400">
                        <a:tabLst>
                          <a:tab pos="914400" algn="l"/>
                        </a:tabLst>
                      </a:pPr>
                      <a:r>
                        <a:rPr sz="3000"/>
                        <a:t>P2</a:t>
                      </a:r>
                    </a:p>
                  </a:txBody>
                  <a:tcPr marL="42594" marR="42594" marT="42594" marB="42594" anchor="ctr" horzOverflow="overflow">
                    <a:solidFill>
                      <a:srgbClr val="E0EDD4"/>
                    </a:solidFill>
                  </a:tcPr>
                </a:tc>
                <a:tc>
                  <a:txBody>
                    <a:bodyPr/>
                    <a:lstStyle/>
                    <a:p>
                      <a:pPr defTabSz="914400">
                        <a:tabLst>
                          <a:tab pos="914400" algn="l"/>
                        </a:tabLst>
                      </a:pPr>
                      <a:r>
                        <a:rPr sz="3000"/>
                        <a:t>P3</a:t>
                      </a:r>
                    </a:p>
                  </a:txBody>
                  <a:tcPr marL="42594" marR="42594" marT="42594" marB="42594" anchor="ctr" horzOverflow="overflow">
                    <a:solidFill>
                      <a:srgbClr val="E0EDD4"/>
                    </a:solidFill>
                  </a:tcPr>
                </a:tc>
                <a:extLst>
                  <a:ext uri="{0D108BD9-81ED-4DB2-BD59-A6C34878D82A}">
                    <a16:rowId xmlns:a16="http://schemas.microsoft.com/office/drawing/2014/main" val="10000"/>
                  </a:ext>
                </a:extLst>
              </a:tr>
              <a:tr h="675493">
                <a:tc>
                  <a:txBody>
                    <a:bodyPr/>
                    <a:lstStyle/>
                    <a:p>
                      <a:pPr defTabSz="914400">
                        <a:tabLst>
                          <a:tab pos="914400" algn="l"/>
                        </a:tabLst>
                      </a:pPr>
                      <a:r>
                        <a:rPr sz="2500"/>
                        <a:t>a: 1,0,0</a:t>
                      </a:r>
                    </a:p>
                  </a:txBody>
                  <a:tcPr marL="42594" marR="42594" marT="42594" marB="42594" anchor="ctr" horzOverflow="overflow"/>
                </a:tc>
                <a:tc>
                  <a:txBody>
                    <a:bodyPr/>
                    <a:lstStyle/>
                    <a:p>
                      <a:pPr defTabSz="914400">
                        <a:tabLst>
                          <a:tab pos="914400" algn="l"/>
                        </a:tabLst>
                      </a:pPr>
                      <a:r>
                        <a:rPr sz="2500"/>
                        <a:t>c: 2,1,0</a:t>
                      </a:r>
                    </a:p>
                  </a:txBody>
                  <a:tcPr marL="42594" marR="42594" marT="42594" marB="42594" anchor="ctr" horzOverflow="overflow"/>
                </a:tc>
                <a:tc>
                  <a:txBody>
                    <a:bodyPr/>
                    <a:lstStyle/>
                    <a:p>
                      <a:pPr defTabSz="914400">
                        <a:tabLst>
                          <a:tab pos="914400" algn="l"/>
                        </a:tabLst>
                      </a:pPr>
                      <a:r>
                        <a:rPr sz="2500"/>
                        <a:t>e: 0,0,1</a:t>
                      </a:r>
                    </a:p>
                  </a:txBody>
                  <a:tcPr marL="42594" marR="42594" marT="42594" marB="42594" anchor="ctr" horzOverflow="overflow"/>
                </a:tc>
                <a:extLst>
                  <a:ext uri="{0D108BD9-81ED-4DB2-BD59-A6C34878D82A}">
                    <a16:rowId xmlns:a16="http://schemas.microsoft.com/office/drawing/2014/main" val="10001"/>
                  </a:ext>
                </a:extLst>
              </a:tr>
              <a:tr h="675493">
                <a:tc>
                  <a:txBody>
                    <a:bodyPr/>
                    <a:lstStyle/>
                    <a:p>
                      <a:pPr defTabSz="914400">
                        <a:tabLst>
                          <a:tab pos="914400" algn="l"/>
                        </a:tabLst>
                      </a:pPr>
                      <a:r>
                        <a:rPr sz="2500"/>
                        <a:t>b: 2,0,0</a:t>
                      </a:r>
                    </a:p>
                  </a:txBody>
                  <a:tcPr marL="42594" marR="42594" marT="42594" marB="42594" anchor="ctr" horzOverflow="overflow"/>
                </a:tc>
                <a:tc>
                  <a:txBody>
                    <a:bodyPr/>
                    <a:lstStyle/>
                    <a:p>
                      <a:pPr defTabSz="914400">
                        <a:tabLst>
                          <a:tab pos="914400" algn="l"/>
                        </a:tabLst>
                      </a:pPr>
                      <a:r>
                        <a:rPr sz="2500"/>
                        <a:t>d: 2,2,0</a:t>
                      </a:r>
                    </a:p>
                  </a:txBody>
                  <a:tcPr marL="42594" marR="42594" marT="42594" marB="42594" anchor="ctr" horzOverflow="overflow"/>
                </a:tc>
                <a:tc>
                  <a:txBody>
                    <a:bodyPr/>
                    <a:lstStyle/>
                    <a:p>
                      <a:pPr defTabSz="914400">
                        <a:tabLst>
                          <a:tab pos="914400" algn="l"/>
                        </a:tabLst>
                      </a:pPr>
                      <a:r>
                        <a:rPr sz="2500"/>
                        <a:t>f: 2,2,2</a:t>
                      </a:r>
                    </a:p>
                  </a:txBody>
                  <a:tcPr marL="42594" marR="42594" marT="42594" marB="42594" anchor="ctr" horzOverflow="overflow"/>
                </a:tc>
                <a:extLst>
                  <a:ext uri="{0D108BD9-81ED-4DB2-BD59-A6C34878D82A}">
                    <a16:rowId xmlns:a16="http://schemas.microsoft.com/office/drawing/2014/main" val="10002"/>
                  </a:ext>
                </a:extLst>
              </a:tr>
              <a:tr h="675493">
                <a:tc>
                  <a:txBody>
                    <a:bodyPr/>
                    <a:lstStyle/>
                    <a:p>
                      <a:pPr defTabSz="914400">
                        <a:tabLst>
                          <a:tab pos="914400" algn="l"/>
                        </a:tabLst>
                      </a:pPr>
                      <a:r>
                        <a:rPr sz="2500"/>
                        <a:t>g: 3,0,0</a:t>
                      </a:r>
                    </a:p>
                  </a:txBody>
                  <a:tcPr marL="42594" marR="42594" marT="42594" marB="42594" anchor="ctr" horzOverflow="overflow"/>
                </a:tc>
                <a:tc>
                  <a:txBody>
                    <a:bodyPr/>
                    <a:lstStyle/>
                    <a:p>
                      <a:pPr defTabSz="914400">
                        <a:tabLst>
                          <a:tab pos="914400" algn="l"/>
                        </a:tabLst>
                        <a:defRPr sz="3000"/>
                      </a:pPr>
                      <a:endParaRPr sz="2500"/>
                    </a:p>
                  </a:txBody>
                  <a:tcPr marL="42594" marR="42594" marT="42594" marB="42594" anchor="ctr" horzOverflow="overflow">
                    <a:lnR w="0">
                      <a:solidFill>
                        <a:srgbClr val="000000"/>
                      </a:solidFill>
                      <a:custDash/>
                      <a:miter lim="0"/>
                    </a:lnR>
                    <a:lnB w="0">
                      <a:solidFill>
                        <a:srgbClr val="000000"/>
                      </a:solidFill>
                      <a:custDash/>
                      <a:miter lim="0"/>
                    </a:lnB>
                  </a:tcPr>
                </a:tc>
                <a:tc>
                  <a:txBody>
                    <a:bodyPr/>
                    <a:lstStyle/>
                    <a:p>
                      <a:pPr defTabSz="914400">
                        <a:tabLst>
                          <a:tab pos="914400" algn="l"/>
                        </a:tabLst>
                        <a:defRPr sz="3000"/>
                      </a:pPr>
                      <a:endParaRPr sz="2500"/>
                    </a:p>
                  </a:txBody>
                  <a:tcPr marL="42594" marR="42594" marT="42594" marB="42594" anchor="ctr" horzOverflow="overflow">
                    <a:lnL w="0">
                      <a:solidFill>
                        <a:srgbClr val="000000"/>
                      </a:solidFill>
                      <a:custDash/>
                      <a:miter lim="0"/>
                    </a:lnL>
                    <a:lnR w="0">
                      <a:solidFill>
                        <a:srgbClr val="000000"/>
                      </a:solidFill>
                      <a:custDash/>
                      <a:miter lim="0"/>
                    </a:lnR>
                    <a:lnB w="0">
                      <a:solidFill>
                        <a:srgbClr val="000000"/>
                      </a:solidFill>
                      <a:custDash/>
                      <a:miter lim="0"/>
                    </a:lnB>
                  </a:tcPr>
                </a:tc>
                <a:extLst>
                  <a:ext uri="{0D108BD9-81ED-4DB2-BD59-A6C34878D82A}">
                    <a16:rowId xmlns:a16="http://schemas.microsoft.com/office/drawing/2014/main" val="10003"/>
                  </a:ext>
                </a:extLst>
              </a:tr>
            </a:tbl>
          </a:graphicData>
        </a:graphic>
      </p:graphicFrame>
      <p:graphicFrame>
        <p:nvGraphicFramePr>
          <p:cNvPr id="8" name="Table">
            <a:extLst>
              <a:ext uri="{FF2B5EF4-FFF2-40B4-BE49-F238E27FC236}">
                <a16:creationId xmlns:a16="http://schemas.microsoft.com/office/drawing/2014/main" id="{CFF412BD-124F-46DF-82A5-02BDCC0757F8}"/>
              </a:ext>
            </a:extLst>
          </p:cNvPr>
          <p:cNvGraphicFramePr/>
          <p:nvPr>
            <p:extLst>
              <p:ext uri="{D42A27DB-BD31-4B8C-83A1-F6EECF244321}">
                <p14:modId xmlns:p14="http://schemas.microsoft.com/office/powerpoint/2010/main" val="745553090"/>
              </p:ext>
            </p:extLst>
          </p:nvPr>
        </p:nvGraphicFramePr>
        <p:xfrm>
          <a:off x="1552924" y="3301786"/>
          <a:ext cx="2028558" cy="2701972"/>
        </p:xfrm>
        <a:graphic>
          <a:graphicData uri="http://schemas.openxmlformats.org/drawingml/2006/table">
            <a:tbl>
              <a:tblPr/>
              <a:tblGrid>
                <a:gridCol w="676186">
                  <a:extLst>
                    <a:ext uri="{9D8B030D-6E8A-4147-A177-3AD203B41FA5}">
                      <a16:colId xmlns:a16="http://schemas.microsoft.com/office/drawing/2014/main" val="20000"/>
                    </a:ext>
                  </a:extLst>
                </a:gridCol>
                <a:gridCol w="676186">
                  <a:extLst>
                    <a:ext uri="{9D8B030D-6E8A-4147-A177-3AD203B41FA5}">
                      <a16:colId xmlns:a16="http://schemas.microsoft.com/office/drawing/2014/main" val="20001"/>
                    </a:ext>
                  </a:extLst>
                </a:gridCol>
                <a:gridCol w="676186">
                  <a:extLst>
                    <a:ext uri="{9D8B030D-6E8A-4147-A177-3AD203B41FA5}">
                      <a16:colId xmlns:a16="http://schemas.microsoft.com/office/drawing/2014/main" val="20002"/>
                    </a:ext>
                  </a:extLst>
                </a:gridCol>
              </a:tblGrid>
              <a:tr h="675493">
                <a:tc>
                  <a:txBody>
                    <a:bodyPr/>
                    <a:lstStyle/>
                    <a:p>
                      <a:pPr defTabSz="914400">
                        <a:tabLst>
                          <a:tab pos="914400" algn="l"/>
                        </a:tabLst>
                      </a:pPr>
                      <a:r>
                        <a:rPr sz="3000"/>
                        <a:t>P1</a:t>
                      </a:r>
                    </a:p>
                  </a:txBody>
                  <a:tcPr marL="42594" marR="42594" marT="42594" marB="42594" anchor="ctr" horzOverflow="overflow">
                    <a:solidFill>
                      <a:srgbClr val="E0EDD4"/>
                    </a:solidFill>
                  </a:tcPr>
                </a:tc>
                <a:tc>
                  <a:txBody>
                    <a:bodyPr/>
                    <a:lstStyle/>
                    <a:p>
                      <a:pPr defTabSz="914400">
                        <a:tabLst>
                          <a:tab pos="914400" algn="l"/>
                        </a:tabLst>
                      </a:pPr>
                      <a:r>
                        <a:rPr sz="3000"/>
                        <a:t>P2</a:t>
                      </a:r>
                    </a:p>
                  </a:txBody>
                  <a:tcPr marL="42594" marR="42594" marT="42594" marB="42594" anchor="ctr" horzOverflow="overflow">
                    <a:solidFill>
                      <a:srgbClr val="E0EDD4"/>
                    </a:solidFill>
                  </a:tcPr>
                </a:tc>
                <a:tc>
                  <a:txBody>
                    <a:bodyPr/>
                    <a:lstStyle/>
                    <a:p>
                      <a:pPr defTabSz="914400">
                        <a:tabLst>
                          <a:tab pos="914400" algn="l"/>
                        </a:tabLst>
                      </a:pPr>
                      <a:r>
                        <a:rPr sz="3000"/>
                        <a:t>P3</a:t>
                      </a:r>
                    </a:p>
                  </a:txBody>
                  <a:tcPr marL="42594" marR="42594" marT="42594" marB="42594" anchor="ctr" horzOverflow="overflow">
                    <a:solidFill>
                      <a:srgbClr val="E0EDD4"/>
                    </a:solidFill>
                  </a:tcPr>
                </a:tc>
                <a:extLst>
                  <a:ext uri="{0D108BD9-81ED-4DB2-BD59-A6C34878D82A}">
                    <a16:rowId xmlns:a16="http://schemas.microsoft.com/office/drawing/2014/main" val="10000"/>
                  </a:ext>
                </a:extLst>
              </a:tr>
              <a:tr h="675493">
                <a:tc>
                  <a:txBody>
                    <a:bodyPr/>
                    <a:lstStyle/>
                    <a:p>
                      <a:pPr defTabSz="914400">
                        <a:tabLst>
                          <a:tab pos="914400" algn="l"/>
                        </a:tabLst>
                      </a:pPr>
                      <a:r>
                        <a:rPr sz="3000"/>
                        <a:t>a:1</a:t>
                      </a:r>
                    </a:p>
                  </a:txBody>
                  <a:tcPr marL="42594" marR="42594" marT="42594" marB="42594" anchor="ctr" horzOverflow="overflow"/>
                </a:tc>
                <a:tc>
                  <a:txBody>
                    <a:bodyPr/>
                    <a:lstStyle/>
                    <a:p>
                      <a:pPr defTabSz="914400">
                        <a:tabLst>
                          <a:tab pos="914400" algn="l"/>
                        </a:tabLst>
                      </a:pPr>
                      <a:r>
                        <a:rPr sz="3000"/>
                        <a:t>c:3</a:t>
                      </a:r>
                    </a:p>
                  </a:txBody>
                  <a:tcPr marL="42594" marR="42594" marT="42594" marB="42594" anchor="ctr" horzOverflow="overflow"/>
                </a:tc>
                <a:tc>
                  <a:txBody>
                    <a:bodyPr/>
                    <a:lstStyle/>
                    <a:p>
                      <a:pPr defTabSz="914400">
                        <a:tabLst>
                          <a:tab pos="914400" algn="l"/>
                        </a:tabLst>
                      </a:pPr>
                      <a:r>
                        <a:rPr sz="3000"/>
                        <a:t>e:1</a:t>
                      </a:r>
                    </a:p>
                  </a:txBody>
                  <a:tcPr marL="42594" marR="42594" marT="42594" marB="42594" anchor="ctr" horzOverflow="overflow"/>
                </a:tc>
                <a:extLst>
                  <a:ext uri="{0D108BD9-81ED-4DB2-BD59-A6C34878D82A}">
                    <a16:rowId xmlns:a16="http://schemas.microsoft.com/office/drawing/2014/main" val="10001"/>
                  </a:ext>
                </a:extLst>
              </a:tr>
              <a:tr h="675493">
                <a:tc>
                  <a:txBody>
                    <a:bodyPr/>
                    <a:lstStyle/>
                    <a:p>
                      <a:pPr defTabSz="914400">
                        <a:tabLst>
                          <a:tab pos="914400" algn="l"/>
                        </a:tabLst>
                      </a:pPr>
                      <a:r>
                        <a:rPr sz="3000"/>
                        <a:t>b:2</a:t>
                      </a:r>
                    </a:p>
                  </a:txBody>
                  <a:tcPr marL="42594" marR="42594" marT="42594" marB="42594" anchor="ctr" horzOverflow="overflow"/>
                </a:tc>
                <a:tc>
                  <a:txBody>
                    <a:bodyPr/>
                    <a:lstStyle/>
                    <a:p>
                      <a:pPr defTabSz="914400">
                        <a:tabLst>
                          <a:tab pos="914400" algn="l"/>
                        </a:tabLst>
                      </a:pPr>
                      <a:r>
                        <a:rPr sz="3000"/>
                        <a:t>d:4</a:t>
                      </a:r>
                    </a:p>
                  </a:txBody>
                  <a:tcPr marL="42594" marR="42594" marT="42594" marB="42594" anchor="ctr" horzOverflow="overflow"/>
                </a:tc>
                <a:tc>
                  <a:txBody>
                    <a:bodyPr/>
                    <a:lstStyle/>
                    <a:p>
                      <a:pPr defTabSz="914400">
                        <a:tabLst>
                          <a:tab pos="914400" algn="l"/>
                        </a:tabLst>
                      </a:pPr>
                      <a:r>
                        <a:rPr sz="3000"/>
                        <a:t>f:5</a:t>
                      </a:r>
                    </a:p>
                  </a:txBody>
                  <a:tcPr marL="42594" marR="42594" marT="42594" marB="42594" anchor="ctr" horzOverflow="overflow"/>
                </a:tc>
                <a:extLst>
                  <a:ext uri="{0D108BD9-81ED-4DB2-BD59-A6C34878D82A}">
                    <a16:rowId xmlns:a16="http://schemas.microsoft.com/office/drawing/2014/main" val="10002"/>
                  </a:ext>
                </a:extLst>
              </a:tr>
              <a:tr h="675493">
                <a:tc>
                  <a:txBody>
                    <a:bodyPr/>
                    <a:lstStyle/>
                    <a:p>
                      <a:pPr defTabSz="914400">
                        <a:tabLst>
                          <a:tab pos="914400" algn="l"/>
                        </a:tabLst>
                      </a:pPr>
                      <a:r>
                        <a:rPr sz="3000"/>
                        <a:t>g:3</a:t>
                      </a:r>
                    </a:p>
                  </a:txBody>
                  <a:tcPr marL="42594" marR="42594" marT="42594" marB="42594" anchor="ctr" horzOverflow="overflow"/>
                </a:tc>
                <a:tc>
                  <a:txBody>
                    <a:bodyPr/>
                    <a:lstStyle/>
                    <a:p>
                      <a:pPr defTabSz="914400">
                        <a:tabLst>
                          <a:tab pos="914400" algn="l"/>
                        </a:tabLst>
                        <a:defRPr sz="3600"/>
                      </a:pPr>
                      <a:endParaRPr sz="3000"/>
                    </a:p>
                  </a:txBody>
                  <a:tcPr marL="42594" marR="42594" marT="42594" marB="42594" anchor="ctr" horzOverflow="overflow">
                    <a:lnR w="0">
                      <a:solidFill>
                        <a:srgbClr val="000000"/>
                      </a:solidFill>
                      <a:custDash/>
                      <a:miter lim="0"/>
                    </a:lnR>
                    <a:lnB w="0">
                      <a:solidFill>
                        <a:srgbClr val="000000"/>
                      </a:solidFill>
                      <a:custDash/>
                      <a:miter lim="0"/>
                    </a:lnB>
                  </a:tcPr>
                </a:tc>
                <a:tc>
                  <a:txBody>
                    <a:bodyPr/>
                    <a:lstStyle/>
                    <a:p>
                      <a:pPr defTabSz="914400">
                        <a:tabLst>
                          <a:tab pos="914400" algn="l"/>
                        </a:tabLst>
                        <a:defRPr sz="3600"/>
                      </a:pPr>
                      <a:endParaRPr sz="3000"/>
                    </a:p>
                  </a:txBody>
                  <a:tcPr marL="42594" marR="42594" marT="42594" marB="42594" anchor="ctr" horzOverflow="overflow">
                    <a:lnL w="0">
                      <a:solidFill>
                        <a:srgbClr val="000000"/>
                      </a:solidFill>
                      <a:custDash/>
                      <a:miter lim="0"/>
                    </a:lnL>
                    <a:lnR w="0">
                      <a:solidFill>
                        <a:srgbClr val="000000"/>
                      </a:solidFill>
                      <a:custDash/>
                      <a:miter lim="0"/>
                    </a:lnR>
                    <a:lnB w="0">
                      <a:solidFill>
                        <a:srgbClr val="000000"/>
                      </a:solidFill>
                      <a:custDash/>
                      <a:miter lim="0"/>
                    </a:lnB>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118450099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23DD57-C6D8-49FD-9840-48E6B146F597}"/>
              </a:ext>
            </a:extLst>
          </p:cNvPr>
          <p:cNvSpPr>
            <a:spLocks noGrp="1"/>
          </p:cNvSpPr>
          <p:nvPr>
            <p:ph type="title"/>
          </p:nvPr>
        </p:nvSpPr>
        <p:spPr/>
        <p:txBody>
          <a:bodyPr/>
          <a:lstStyle/>
          <a:p>
            <a:r>
              <a:rPr lang="en-US"/>
              <a:t>VC Example</a:t>
            </a:r>
          </a:p>
        </p:txBody>
      </p:sp>
      <p:sp>
        <p:nvSpPr>
          <p:cNvPr id="3" name="Content Placeholder 2">
            <a:extLst>
              <a:ext uri="{FF2B5EF4-FFF2-40B4-BE49-F238E27FC236}">
                <a16:creationId xmlns:a16="http://schemas.microsoft.com/office/drawing/2014/main" id="{D322B989-71EB-4859-A794-451A338D402C}"/>
              </a:ext>
            </a:extLst>
          </p:cNvPr>
          <p:cNvSpPr>
            <a:spLocks noGrp="1"/>
          </p:cNvSpPr>
          <p:nvPr>
            <p:ph idx="1"/>
          </p:nvPr>
        </p:nvSpPr>
        <p:spPr/>
        <p:txBody>
          <a:bodyPr/>
          <a:lstStyle/>
          <a:p>
            <a:r>
              <a:rPr lang="en-US"/>
              <a:t>What are the vector clocks at each event?</a:t>
            </a:r>
          </a:p>
          <a:p>
            <a:r>
              <a:rPr lang="en-US"/>
              <a:t>Assume all processes start with (0,0,0)</a:t>
            </a:r>
          </a:p>
        </p:txBody>
      </p:sp>
      <p:sp>
        <p:nvSpPr>
          <p:cNvPr id="4" name="Footer Placeholder 3">
            <a:extLst>
              <a:ext uri="{FF2B5EF4-FFF2-40B4-BE49-F238E27FC236}">
                <a16:creationId xmlns:a16="http://schemas.microsoft.com/office/drawing/2014/main" id="{B60551FF-71AB-4A4F-ABAB-13F8B451B79F}"/>
              </a:ext>
            </a:extLst>
          </p:cNvPr>
          <p:cNvSpPr>
            <a:spLocks noGrp="1"/>
          </p:cNvSpPr>
          <p:nvPr>
            <p:ph type="ftr" sz="quarter" idx="11"/>
          </p:nvPr>
        </p:nvSpPr>
        <p:spPr/>
        <p:txBody>
          <a:bodyPr/>
          <a:lstStyle/>
          <a:p>
            <a:r>
              <a:rPr lang="en-US"/>
              <a:t>Prof. Tim Wood &amp; Prof. Roozbeh Haghnazar</a:t>
            </a:r>
          </a:p>
        </p:txBody>
      </p:sp>
      <p:grpSp>
        <p:nvGrpSpPr>
          <p:cNvPr id="44" name="Group 43">
            <a:extLst>
              <a:ext uri="{FF2B5EF4-FFF2-40B4-BE49-F238E27FC236}">
                <a16:creationId xmlns:a16="http://schemas.microsoft.com/office/drawing/2014/main" id="{3383619B-315D-4C6A-A619-1ED0056AAF99}"/>
              </a:ext>
            </a:extLst>
          </p:cNvPr>
          <p:cNvGrpSpPr/>
          <p:nvPr/>
        </p:nvGrpSpPr>
        <p:grpSpPr>
          <a:xfrm>
            <a:off x="2529314" y="3160193"/>
            <a:ext cx="8732244" cy="3714728"/>
            <a:chOff x="1156469" y="1844686"/>
            <a:chExt cx="9891286" cy="3714728"/>
          </a:xfrm>
        </p:grpSpPr>
        <p:sp>
          <p:nvSpPr>
            <p:cNvPr id="45" name="Line">
              <a:extLst>
                <a:ext uri="{FF2B5EF4-FFF2-40B4-BE49-F238E27FC236}">
                  <a16:creationId xmlns:a16="http://schemas.microsoft.com/office/drawing/2014/main" id="{A47F692C-339F-4308-9C7E-CF8132316EA9}"/>
                </a:ext>
              </a:extLst>
            </p:cNvPr>
            <p:cNvSpPr/>
            <p:nvPr/>
          </p:nvSpPr>
          <p:spPr>
            <a:xfrm>
              <a:off x="1982445" y="3606800"/>
              <a:ext cx="9065310" cy="0"/>
            </a:xfrm>
            <a:prstGeom prst="line">
              <a:avLst/>
            </a:prstGeom>
            <a:ln w="25400">
              <a:solidFill>
                <a:srgbClr val="000000"/>
              </a:solidFill>
              <a:miter lim="400000"/>
              <a:tailEnd type="triangle"/>
            </a:ln>
          </p:spPr>
          <p:txBody>
            <a:bodyPr lIns="0" tIns="0" rIns="0" bIns="0"/>
            <a:lstStyle/>
            <a:p>
              <a:pPr algn="ctr" defTabSz="584200" hangingPunct="0">
                <a:defRPr sz="3200">
                  <a:solidFill>
                    <a:srgbClr val="FFFFFF"/>
                  </a:solidFill>
                  <a:latin typeface="Helvetica Neue Light"/>
                  <a:ea typeface="Helvetica Neue Light"/>
                  <a:cs typeface="Helvetica Neue Light"/>
                  <a:sym typeface="Helvetica Neue Light"/>
                </a:defRPr>
              </a:pPr>
              <a:endParaRPr sz="3200" kern="0">
                <a:solidFill>
                  <a:srgbClr val="FFFFFF"/>
                </a:solidFill>
                <a:latin typeface="Helvetica Neue Light"/>
                <a:ea typeface="Helvetica Neue Light"/>
                <a:cs typeface="Helvetica Neue Light"/>
                <a:sym typeface="Helvetica Neue Light"/>
              </a:endParaRPr>
            </a:p>
          </p:txBody>
        </p:sp>
        <p:sp>
          <p:nvSpPr>
            <p:cNvPr id="46" name="Line">
              <a:extLst>
                <a:ext uri="{FF2B5EF4-FFF2-40B4-BE49-F238E27FC236}">
                  <a16:creationId xmlns:a16="http://schemas.microsoft.com/office/drawing/2014/main" id="{ECB3ADA2-8996-453B-98E5-B8C45F0298CB}"/>
                </a:ext>
              </a:extLst>
            </p:cNvPr>
            <p:cNvSpPr/>
            <p:nvPr/>
          </p:nvSpPr>
          <p:spPr>
            <a:xfrm>
              <a:off x="1982445" y="2463800"/>
              <a:ext cx="9065310" cy="0"/>
            </a:xfrm>
            <a:prstGeom prst="line">
              <a:avLst/>
            </a:prstGeom>
            <a:ln w="25400">
              <a:solidFill>
                <a:srgbClr val="000000"/>
              </a:solidFill>
              <a:miter lim="400000"/>
              <a:tailEnd type="triangle"/>
            </a:ln>
          </p:spPr>
          <p:txBody>
            <a:bodyPr lIns="0" tIns="0" rIns="0" bIns="0"/>
            <a:lstStyle/>
            <a:p>
              <a:pPr algn="ctr" defTabSz="584200" hangingPunct="0">
                <a:defRPr sz="3200">
                  <a:solidFill>
                    <a:srgbClr val="FFFFFF"/>
                  </a:solidFill>
                  <a:latin typeface="Helvetica Neue Light"/>
                  <a:ea typeface="Helvetica Neue Light"/>
                  <a:cs typeface="Helvetica Neue Light"/>
                  <a:sym typeface="Helvetica Neue Light"/>
                </a:defRPr>
              </a:pPr>
              <a:endParaRPr sz="3200" kern="0">
                <a:solidFill>
                  <a:srgbClr val="FFFFFF"/>
                </a:solidFill>
                <a:latin typeface="Helvetica Neue Light"/>
                <a:ea typeface="Helvetica Neue Light"/>
                <a:cs typeface="Helvetica Neue Light"/>
                <a:sym typeface="Helvetica Neue Light"/>
              </a:endParaRPr>
            </a:p>
          </p:txBody>
        </p:sp>
        <p:sp>
          <p:nvSpPr>
            <p:cNvPr id="47" name="Line">
              <a:extLst>
                <a:ext uri="{FF2B5EF4-FFF2-40B4-BE49-F238E27FC236}">
                  <a16:creationId xmlns:a16="http://schemas.microsoft.com/office/drawing/2014/main" id="{9B00A610-84C3-4AF8-AC15-41D48827EA35}"/>
                </a:ext>
              </a:extLst>
            </p:cNvPr>
            <p:cNvSpPr/>
            <p:nvPr/>
          </p:nvSpPr>
          <p:spPr>
            <a:xfrm>
              <a:off x="1982445" y="4749800"/>
              <a:ext cx="9065310" cy="0"/>
            </a:xfrm>
            <a:prstGeom prst="line">
              <a:avLst/>
            </a:prstGeom>
            <a:ln w="25400">
              <a:solidFill>
                <a:srgbClr val="000000"/>
              </a:solidFill>
              <a:miter lim="400000"/>
              <a:tailEnd type="triangle"/>
            </a:ln>
          </p:spPr>
          <p:txBody>
            <a:bodyPr lIns="0" tIns="0" rIns="0" bIns="0"/>
            <a:lstStyle/>
            <a:p>
              <a:pPr algn="ctr" defTabSz="584200" hangingPunct="0">
                <a:defRPr sz="3200">
                  <a:solidFill>
                    <a:srgbClr val="FFFFFF"/>
                  </a:solidFill>
                  <a:latin typeface="Helvetica Neue Light"/>
                  <a:ea typeface="Helvetica Neue Light"/>
                  <a:cs typeface="Helvetica Neue Light"/>
                  <a:sym typeface="Helvetica Neue Light"/>
                </a:defRPr>
              </a:pPr>
              <a:endParaRPr sz="3200" kern="0">
                <a:solidFill>
                  <a:srgbClr val="FFFFFF"/>
                </a:solidFill>
                <a:latin typeface="Helvetica Neue Light"/>
                <a:ea typeface="Helvetica Neue Light"/>
                <a:cs typeface="Helvetica Neue Light"/>
                <a:sym typeface="Helvetica Neue Light"/>
              </a:endParaRPr>
            </a:p>
          </p:txBody>
        </p:sp>
        <p:sp>
          <p:nvSpPr>
            <p:cNvPr id="48" name="P1">
              <a:extLst>
                <a:ext uri="{FF2B5EF4-FFF2-40B4-BE49-F238E27FC236}">
                  <a16:creationId xmlns:a16="http://schemas.microsoft.com/office/drawing/2014/main" id="{A6A4F3EA-DF5E-412F-9097-3E3AFB604758}"/>
                </a:ext>
              </a:extLst>
            </p:cNvPr>
            <p:cNvSpPr txBox="1"/>
            <p:nvPr/>
          </p:nvSpPr>
          <p:spPr>
            <a:xfrm>
              <a:off x="1156469" y="2095500"/>
              <a:ext cx="766726" cy="7366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50800" tIns="50800" rIns="50800" bIns="50800" anchor="ctr">
              <a:spAutoFit/>
            </a:bodyPr>
            <a:lstStyle/>
            <a:p>
              <a:pPr algn="ctr" defTabSz="584200" hangingPunct="0"/>
              <a:r>
                <a:rPr sz="4200" kern="0">
                  <a:solidFill>
                    <a:srgbClr val="000000"/>
                  </a:solidFill>
                  <a:latin typeface="Helvetica"/>
                  <a:cs typeface="Helvetica"/>
                  <a:sym typeface="Helvetica"/>
                </a:rPr>
                <a:t>P1</a:t>
              </a:r>
            </a:p>
          </p:txBody>
        </p:sp>
        <p:sp>
          <p:nvSpPr>
            <p:cNvPr id="49" name="P2">
              <a:extLst>
                <a:ext uri="{FF2B5EF4-FFF2-40B4-BE49-F238E27FC236}">
                  <a16:creationId xmlns:a16="http://schemas.microsoft.com/office/drawing/2014/main" id="{78025B5D-5BD6-48EE-BA3B-BDAD66C2E6AA}"/>
                </a:ext>
              </a:extLst>
            </p:cNvPr>
            <p:cNvSpPr txBox="1"/>
            <p:nvPr/>
          </p:nvSpPr>
          <p:spPr>
            <a:xfrm>
              <a:off x="1156469" y="3175000"/>
              <a:ext cx="766726" cy="7366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50800" tIns="50800" rIns="50800" bIns="50800" anchor="ctr">
              <a:spAutoFit/>
            </a:bodyPr>
            <a:lstStyle/>
            <a:p>
              <a:pPr algn="ctr" defTabSz="584200" hangingPunct="0"/>
              <a:r>
                <a:rPr sz="4200" kern="0">
                  <a:solidFill>
                    <a:srgbClr val="000000"/>
                  </a:solidFill>
                  <a:latin typeface="Helvetica"/>
                  <a:cs typeface="Helvetica"/>
                  <a:sym typeface="Helvetica"/>
                </a:rPr>
                <a:t>P2</a:t>
              </a:r>
            </a:p>
          </p:txBody>
        </p:sp>
        <p:sp>
          <p:nvSpPr>
            <p:cNvPr id="50" name="P3">
              <a:extLst>
                <a:ext uri="{FF2B5EF4-FFF2-40B4-BE49-F238E27FC236}">
                  <a16:creationId xmlns:a16="http://schemas.microsoft.com/office/drawing/2014/main" id="{3F5DE13D-8C15-4A5C-A08E-94A0964B95CB}"/>
                </a:ext>
              </a:extLst>
            </p:cNvPr>
            <p:cNvSpPr txBox="1"/>
            <p:nvPr/>
          </p:nvSpPr>
          <p:spPr>
            <a:xfrm>
              <a:off x="1156469" y="4328783"/>
              <a:ext cx="766726" cy="7366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50800" tIns="50800" rIns="50800" bIns="50800" anchor="ctr">
              <a:spAutoFit/>
            </a:bodyPr>
            <a:lstStyle/>
            <a:p>
              <a:pPr algn="ctr" defTabSz="584200" hangingPunct="0"/>
              <a:r>
                <a:rPr sz="4200" kern="0">
                  <a:solidFill>
                    <a:srgbClr val="000000"/>
                  </a:solidFill>
                  <a:latin typeface="Helvetica"/>
                  <a:cs typeface="Helvetica"/>
                  <a:sym typeface="Helvetica"/>
                </a:rPr>
                <a:t>P3</a:t>
              </a:r>
            </a:p>
          </p:txBody>
        </p:sp>
        <p:sp>
          <p:nvSpPr>
            <p:cNvPr id="51" name="Line">
              <a:extLst>
                <a:ext uri="{FF2B5EF4-FFF2-40B4-BE49-F238E27FC236}">
                  <a16:creationId xmlns:a16="http://schemas.microsoft.com/office/drawing/2014/main" id="{7B0CCC55-D6DE-4327-A948-4420BBE92320}"/>
                </a:ext>
              </a:extLst>
            </p:cNvPr>
            <p:cNvSpPr/>
            <p:nvPr/>
          </p:nvSpPr>
          <p:spPr>
            <a:xfrm>
              <a:off x="3879670" y="2439735"/>
              <a:ext cx="704919" cy="1079677"/>
            </a:xfrm>
            <a:prstGeom prst="line">
              <a:avLst/>
            </a:prstGeom>
            <a:ln w="38100">
              <a:solidFill>
                <a:srgbClr val="000000"/>
              </a:solidFill>
              <a:miter lim="400000"/>
              <a:headEnd type="oval"/>
              <a:tailEnd type="triangle"/>
            </a:ln>
          </p:spPr>
          <p:txBody>
            <a:bodyPr lIns="0" tIns="0" rIns="0" bIns="0"/>
            <a:lstStyle/>
            <a:p>
              <a:pPr algn="ctr" defTabSz="584200" hangingPunct="0">
                <a:defRPr sz="3200">
                  <a:solidFill>
                    <a:srgbClr val="FFFFFF"/>
                  </a:solidFill>
                  <a:latin typeface="Helvetica Neue Light"/>
                  <a:ea typeface="Helvetica Neue Light"/>
                  <a:cs typeface="Helvetica Neue Light"/>
                  <a:sym typeface="Helvetica Neue Light"/>
                </a:defRPr>
              </a:pPr>
              <a:endParaRPr sz="3200" kern="0">
                <a:solidFill>
                  <a:srgbClr val="FFFFFF"/>
                </a:solidFill>
                <a:latin typeface="Helvetica Neue Light"/>
                <a:ea typeface="Helvetica Neue Light"/>
                <a:cs typeface="Helvetica Neue Light"/>
                <a:sym typeface="Helvetica Neue Light"/>
              </a:endParaRPr>
            </a:p>
          </p:txBody>
        </p:sp>
        <p:sp>
          <p:nvSpPr>
            <p:cNvPr id="52" name="Circle">
              <a:extLst>
                <a:ext uri="{FF2B5EF4-FFF2-40B4-BE49-F238E27FC236}">
                  <a16:creationId xmlns:a16="http://schemas.microsoft.com/office/drawing/2014/main" id="{41BD0070-6D29-4A87-B92A-949510DFE59E}"/>
                </a:ext>
              </a:extLst>
            </p:cNvPr>
            <p:cNvSpPr/>
            <p:nvPr/>
          </p:nvSpPr>
          <p:spPr>
            <a:xfrm>
              <a:off x="2820045" y="2402839"/>
              <a:ext cx="121921" cy="121921"/>
            </a:xfrm>
            <a:prstGeom prst="ellipse">
              <a:avLst/>
            </a:prstGeom>
            <a:solidFill>
              <a:srgbClr val="000000"/>
            </a:solidFill>
            <a:ln w="25400">
              <a:solidFill>
                <a:srgbClr val="000000"/>
              </a:solidFill>
              <a:miter lim="400000"/>
            </a:ln>
          </p:spPr>
          <p:txBody>
            <a:bodyPr lIns="50800" tIns="50800" rIns="50800" bIns="50800" anchor="ctr"/>
            <a:lstStyle/>
            <a:p>
              <a:pPr algn="ctr" defTabSz="584200" hangingPunct="0">
                <a:defRPr sz="3200">
                  <a:solidFill>
                    <a:srgbClr val="FFFFFF"/>
                  </a:solidFill>
                  <a:latin typeface="Helvetica Neue Light"/>
                  <a:ea typeface="Helvetica Neue Light"/>
                  <a:cs typeface="Helvetica Neue Light"/>
                  <a:sym typeface="Helvetica Neue Light"/>
                </a:defRPr>
              </a:pPr>
              <a:endParaRPr sz="3200" kern="0">
                <a:solidFill>
                  <a:srgbClr val="FFFFFF"/>
                </a:solidFill>
                <a:latin typeface="Helvetica Neue Light"/>
                <a:ea typeface="Helvetica Neue Light"/>
                <a:cs typeface="Helvetica Neue Light"/>
                <a:sym typeface="Helvetica Neue Light"/>
              </a:endParaRPr>
            </a:p>
          </p:txBody>
        </p:sp>
        <p:sp>
          <p:nvSpPr>
            <p:cNvPr id="53" name="Circle">
              <a:extLst>
                <a:ext uri="{FF2B5EF4-FFF2-40B4-BE49-F238E27FC236}">
                  <a16:creationId xmlns:a16="http://schemas.microsoft.com/office/drawing/2014/main" id="{F60D6DEA-E5B5-4813-A82C-24F8F33DDB79}"/>
                </a:ext>
              </a:extLst>
            </p:cNvPr>
            <p:cNvSpPr/>
            <p:nvPr/>
          </p:nvSpPr>
          <p:spPr>
            <a:xfrm>
              <a:off x="4558683" y="3533140"/>
              <a:ext cx="121921" cy="121921"/>
            </a:xfrm>
            <a:prstGeom prst="ellipse">
              <a:avLst/>
            </a:prstGeom>
            <a:solidFill>
              <a:srgbClr val="000000"/>
            </a:solidFill>
            <a:ln w="25400">
              <a:solidFill>
                <a:srgbClr val="000000"/>
              </a:solidFill>
              <a:miter lim="400000"/>
            </a:ln>
          </p:spPr>
          <p:txBody>
            <a:bodyPr lIns="50800" tIns="50800" rIns="50800" bIns="50800" anchor="ctr"/>
            <a:lstStyle/>
            <a:p>
              <a:pPr algn="ctr" defTabSz="584200" hangingPunct="0">
                <a:defRPr sz="3200">
                  <a:solidFill>
                    <a:srgbClr val="FFFFFF"/>
                  </a:solidFill>
                  <a:latin typeface="Helvetica Neue Light"/>
                  <a:ea typeface="Helvetica Neue Light"/>
                  <a:cs typeface="Helvetica Neue Light"/>
                  <a:sym typeface="Helvetica Neue Light"/>
                </a:defRPr>
              </a:pPr>
              <a:endParaRPr sz="3200" kern="0">
                <a:solidFill>
                  <a:srgbClr val="FFFFFF"/>
                </a:solidFill>
                <a:latin typeface="Helvetica Neue Light"/>
                <a:ea typeface="Helvetica Neue Light"/>
                <a:cs typeface="Helvetica Neue Light"/>
                <a:sym typeface="Helvetica Neue Light"/>
              </a:endParaRPr>
            </a:p>
          </p:txBody>
        </p:sp>
        <p:sp>
          <p:nvSpPr>
            <p:cNvPr id="54" name="Circle">
              <a:extLst>
                <a:ext uri="{FF2B5EF4-FFF2-40B4-BE49-F238E27FC236}">
                  <a16:creationId xmlns:a16="http://schemas.microsoft.com/office/drawing/2014/main" id="{4EBA3BD4-259B-45F5-B76B-5908BDC52965}"/>
                </a:ext>
              </a:extLst>
            </p:cNvPr>
            <p:cNvSpPr/>
            <p:nvPr/>
          </p:nvSpPr>
          <p:spPr>
            <a:xfrm>
              <a:off x="2946391" y="4688840"/>
              <a:ext cx="121921" cy="121921"/>
            </a:xfrm>
            <a:prstGeom prst="ellipse">
              <a:avLst/>
            </a:prstGeom>
            <a:solidFill>
              <a:srgbClr val="000000"/>
            </a:solidFill>
            <a:ln w="25400">
              <a:solidFill>
                <a:srgbClr val="000000"/>
              </a:solidFill>
              <a:miter lim="400000"/>
            </a:ln>
          </p:spPr>
          <p:txBody>
            <a:bodyPr lIns="50800" tIns="50800" rIns="50800" bIns="50800" anchor="ctr"/>
            <a:lstStyle/>
            <a:p>
              <a:pPr algn="ctr" defTabSz="584200" hangingPunct="0">
                <a:defRPr sz="3200">
                  <a:solidFill>
                    <a:srgbClr val="FFFFFF"/>
                  </a:solidFill>
                  <a:latin typeface="Helvetica Neue Light"/>
                  <a:ea typeface="Helvetica Neue Light"/>
                  <a:cs typeface="Helvetica Neue Light"/>
                  <a:sym typeface="Helvetica Neue Light"/>
                </a:defRPr>
              </a:pPr>
              <a:endParaRPr sz="3200" kern="0">
                <a:solidFill>
                  <a:srgbClr val="FFFFFF"/>
                </a:solidFill>
                <a:latin typeface="Helvetica Neue Light"/>
                <a:ea typeface="Helvetica Neue Light"/>
                <a:cs typeface="Helvetica Neue Light"/>
                <a:sym typeface="Helvetica Neue Light"/>
              </a:endParaRPr>
            </a:p>
          </p:txBody>
        </p:sp>
        <p:sp>
          <p:nvSpPr>
            <p:cNvPr id="55" name="Circle">
              <a:extLst>
                <a:ext uri="{FF2B5EF4-FFF2-40B4-BE49-F238E27FC236}">
                  <a16:creationId xmlns:a16="http://schemas.microsoft.com/office/drawing/2014/main" id="{75C0FCA6-AF75-46D3-B63F-1E1DE3EAB7D2}"/>
                </a:ext>
              </a:extLst>
            </p:cNvPr>
            <p:cNvSpPr/>
            <p:nvPr/>
          </p:nvSpPr>
          <p:spPr>
            <a:xfrm>
              <a:off x="4716942" y="4701540"/>
              <a:ext cx="121921" cy="121921"/>
            </a:xfrm>
            <a:prstGeom prst="ellipse">
              <a:avLst/>
            </a:prstGeom>
            <a:solidFill>
              <a:srgbClr val="000000"/>
            </a:solidFill>
            <a:ln w="25400">
              <a:solidFill>
                <a:srgbClr val="000000"/>
              </a:solidFill>
              <a:miter lim="400000"/>
            </a:ln>
          </p:spPr>
          <p:txBody>
            <a:bodyPr lIns="50800" tIns="50800" rIns="50800" bIns="50800" anchor="ctr"/>
            <a:lstStyle/>
            <a:p>
              <a:pPr algn="ctr" defTabSz="584200" hangingPunct="0">
                <a:defRPr sz="3200">
                  <a:solidFill>
                    <a:srgbClr val="FFFFFF"/>
                  </a:solidFill>
                  <a:latin typeface="Helvetica Neue Light"/>
                  <a:ea typeface="Helvetica Neue Light"/>
                  <a:cs typeface="Helvetica Neue Light"/>
                  <a:sym typeface="Helvetica Neue Light"/>
                </a:defRPr>
              </a:pPr>
              <a:endParaRPr sz="3200" kern="0">
                <a:solidFill>
                  <a:srgbClr val="FFFFFF"/>
                </a:solidFill>
                <a:latin typeface="Helvetica Neue Light"/>
                <a:ea typeface="Helvetica Neue Light"/>
                <a:cs typeface="Helvetica Neue Light"/>
                <a:sym typeface="Helvetica Neue Light"/>
              </a:endParaRPr>
            </a:p>
          </p:txBody>
        </p:sp>
        <p:sp>
          <p:nvSpPr>
            <p:cNvPr id="56" name="Circle">
              <a:extLst>
                <a:ext uri="{FF2B5EF4-FFF2-40B4-BE49-F238E27FC236}">
                  <a16:creationId xmlns:a16="http://schemas.microsoft.com/office/drawing/2014/main" id="{4C578498-228C-4253-83D2-A50F1D44DEB5}"/>
                </a:ext>
              </a:extLst>
            </p:cNvPr>
            <p:cNvSpPr/>
            <p:nvPr/>
          </p:nvSpPr>
          <p:spPr>
            <a:xfrm>
              <a:off x="5754135" y="3558540"/>
              <a:ext cx="121921" cy="121921"/>
            </a:xfrm>
            <a:prstGeom prst="ellipse">
              <a:avLst/>
            </a:prstGeom>
            <a:solidFill>
              <a:srgbClr val="000000"/>
            </a:solidFill>
            <a:ln w="25400">
              <a:solidFill>
                <a:srgbClr val="000000"/>
              </a:solidFill>
              <a:miter lim="400000"/>
            </a:ln>
          </p:spPr>
          <p:txBody>
            <a:bodyPr lIns="50800" tIns="50800" rIns="50800" bIns="50800" anchor="ctr"/>
            <a:lstStyle/>
            <a:p>
              <a:pPr algn="ctr" defTabSz="584200" hangingPunct="0">
                <a:defRPr sz="3200">
                  <a:solidFill>
                    <a:srgbClr val="FFFFFF"/>
                  </a:solidFill>
                  <a:latin typeface="Helvetica Neue Light"/>
                  <a:ea typeface="Helvetica Neue Light"/>
                  <a:cs typeface="Helvetica Neue Light"/>
                  <a:sym typeface="Helvetica Neue Light"/>
                </a:defRPr>
              </a:pPr>
              <a:endParaRPr sz="3200" kern="0">
                <a:solidFill>
                  <a:srgbClr val="FFFFFF"/>
                </a:solidFill>
                <a:latin typeface="Helvetica Neue Light"/>
                <a:ea typeface="Helvetica Neue Light"/>
                <a:cs typeface="Helvetica Neue Light"/>
                <a:sym typeface="Helvetica Neue Light"/>
              </a:endParaRPr>
            </a:p>
          </p:txBody>
        </p:sp>
        <p:sp>
          <p:nvSpPr>
            <p:cNvPr id="57" name="Circle">
              <a:extLst>
                <a:ext uri="{FF2B5EF4-FFF2-40B4-BE49-F238E27FC236}">
                  <a16:creationId xmlns:a16="http://schemas.microsoft.com/office/drawing/2014/main" id="{E25BAE9D-D462-43B8-B8C7-46058F1C0C5F}"/>
                </a:ext>
              </a:extLst>
            </p:cNvPr>
            <p:cNvSpPr/>
            <p:nvPr/>
          </p:nvSpPr>
          <p:spPr>
            <a:xfrm>
              <a:off x="6454140" y="2402839"/>
              <a:ext cx="121921" cy="121921"/>
            </a:xfrm>
            <a:prstGeom prst="ellipse">
              <a:avLst/>
            </a:prstGeom>
            <a:solidFill>
              <a:srgbClr val="000000"/>
            </a:solidFill>
            <a:ln w="25400">
              <a:solidFill>
                <a:srgbClr val="000000"/>
              </a:solidFill>
              <a:miter lim="400000"/>
            </a:ln>
          </p:spPr>
          <p:txBody>
            <a:bodyPr lIns="50800" tIns="50800" rIns="50800" bIns="50800" anchor="ctr"/>
            <a:lstStyle/>
            <a:p>
              <a:pPr algn="ctr" defTabSz="584200" hangingPunct="0">
                <a:defRPr sz="3200">
                  <a:solidFill>
                    <a:srgbClr val="FFFFFF"/>
                  </a:solidFill>
                  <a:latin typeface="Helvetica Neue Light"/>
                  <a:ea typeface="Helvetica Neue Light"/>
                  <a:cs typeface="Helvetica Neue Light"/>
                  <a:sym typeface="Helvetica Neue Light"/>
                </a:defRPr>
              </a:pPr>
              <a:endParaRPr sz="3200" kern="0">
                <a:solidFill>
                  <a:srgbClr val="FFFFFF"/>
                </a:solidFill>
                <a:latin typeface="Helvetica Neue Light"/>
                <a:ea typeface="Helvetica Neue Light"/>
                <a:cs typeface="Helvetica Neue Light"/>
                <a:sym typeface="Helvetica Neue Light"/>
              </a:endParaRPr>
            </a:p>
          </p:txBody>
        </p:sp>
        <p:sp>
          <p:nvSpPr>
            <p:cNvPr id="58" name="Circle">
              <a:extLst>
                <a:ext uri="{FF2B5EF4-FFF2-40B4-BE49-F238E27FC236}">
                  <a16:creationId xmlns:a16="http://schemas.microsoft.com/office/drawing/2014/main" id="{21D0F19A-6532-4968-81CA-482590E2901D}"/>
                </a:ext>
              </a:extLst>
            </p:cNvPr>
            <p:cNvSpPr/>
            <p:nvPr/>
          </p:nvSpPr>
          <p:spPr>
            <a:xfrm>
              <a:off x="7110464" y="4688840"/>
              <a:ext cx="121921" cy="121921"/>
            </a:xfrm>
            <a:prstGeom prst="ellipse">
              <a:avLst/>
            </a:prstGeom>
            <a:solidFill>
              <a:srgbClr val="000000"/>
            </a:solidFill>
            <a:ln w="25400">
              <a:solidFill>
                <a:srgbClr val="000000"/>
              </a:solidFill>
              <a:miter lim="400000"/>
            </a:ln>
          </p:spPr>
          <p:txBody>
            <a:bodyPr lIns="50800" tIns="50800" rIns="50800" bIns="50800" anchor="ctr"/>
            <a:lstStyle/>
            <a:p>
              <a:pPr algn="ctr" defTabSz="584200" hangingPunct="0">
                <a:defRPr sz="3200">
                  <a:solidFill>
                    <a:srgbClr val="FFFFFF"/>
                  </a:solidFill>
                  <a:latin typeface="Helvetica Neue Light"/>
                  <a:ea typeface="Helvetica Neue Light"/>
                  <a:cs typeface="Helvetica Neue Light"/>
                  <a:sym typeface="Helvetica Neue Light"/>
                </a:defRPr>
              </a:pPr>
              <a:endParaRPr sz="3200" kern="0">
                <a:solidFill>
                  <a:srgbClr val="FFFFFF"/>
                </a:solidFill>
                <a:latin typeface="Helvetica Neue Light"/>
                <a:ea typeface="Helvetica Neue Light"/>
                <a:cs typeface="Helvetica Neue Light"/>
                <a:sym typeface="Helvetica Neue Light"/>
              </a:endParaRPr>
            </a:p>
          </p:txBody>
        </p:sp>
        <p:sp>
          <p:nvSpPr>
            <p:cNvPr id="59" name="Circle">
              <a:extLst>
                <a:ext uri="{FF2B5EF4-FFF2-40B4-BE49-F238E27FC236}">
                  <a16:creationId xmlns:a16="http://schemas.microsoft.com/office/drawing/2014/main" id="{E8994025-1206-40CD-9A24-D733930889D1}"/>
                </a:ext>
              </a:extLst>
            </p:cNvPr>
            <p:cNvSpPr/>
            <p:nvPr/>
          </p:nvSpPr>
          <p:spPr>
            <a:xfrm>
              <a:off x="9902906" y="2402839"/>
              <a:ext cx="121921" cy="121921"/>
            </a:xfrm>
            <a:prstGeom prst="ellipse">
              <a:avLst/>
            </a:prstGeom>
            <a:solidFill>
              <a:srgbClr val="000000"/>
            </a:solidFill>
            <a:ln w="25400">
              <a:solidFill>
                <a:srgbClr val="000000"/>
              </a:solidFill>
              <a:miter lim="400000"/>
            </a:ln>
          </p:spPr>
          <p:txBody>
            <a:bodyPr lIns="50800" tIns="50800" rIns="50800" bIns="50800" anchor="ctr"/>
            <a:lstStyle/>
            <a:p>
              <a:pPr algn="ctr" defTabSz="584200" hangingPunct="0">
                <a:defRPr sz="3200">
                  <a:solidFill>
                    <a:srgbClr val="FFFFFF"/>
                  </a:solidFill>
                  <a:latin typeface="Helvetica Neue Light"/>
                  <a:ea typeface="Helvetica Neue Light"/>
                  <a:cs typeface="Helvetica Neue Light"/>
                  <a:sym typeface="Helvetica Neue Light"/>
                </a:defRPr>
              </a:pPr>
              <a:endParaRPr sz="3200" kern="0">
                <a:solidFill>
                  <a:srgbClr val="FFFFFF"/>
                </a:solidFill>
                <a:latin typeface="Helvetica Neue Light"/>
                <a:ea typeface="Helvetica Neue Light"/>
                <a:cs typeface="Helvetica Neue Light"/>
                <a:sym typeface="Helvetica Neue Light"/>
              </a:endParaRPr>
            </a:p>
          </p:txBody>
        </p:sp>
        <p:sp>
          <p:nvSpPr>
            <p:cNvPr id="60" name="Line">
              <a:extLst>
                <a:ext uri="{FF2B5EF4-FFF2-40B4-BE49-F238E27FC236}">
                  <a16:creationId xmlns:a16="http://schemas.microsoft.com/office/drawing/2014/main" id="{263E5FB3-9E63-4CFF-9CA3-D508DD8B092E}"/>
                </a:ext>
              </a:extLst>
            </p:cNvPr>
            <p:cNvSpPr/>
            <p:nvPr/>
          </p:nvSpPr>
          <p:spPr>
            <a:xfrm>
              <a:off x="5869098" y="3705534"/>
              <a:ext cx="1278367" cy="960516"/>
            </a:xfrm>
            <a:prstGeom prst="line">
              <a:avLst/>
            </a:prstGeom>
            <a:ln w="38100">
              <a:solidFill>
                <a:srgbClr val="000000"/>
              </a:solidFill>
              <a:miter lim="400000"/>
              <a:tailEnd type="triangle"/>
            </a:ln>
          </p:spPr>
          <p:txBody>
            <a:bodyPr lIns="0" tIns="0" rIns="0" bIns="0"/>
            <a:lstStyle/>
            <a:p>
              <a:pPr algn="ctr" defTabSz="584200" hangingPunct="0">
                <a:defRPr sz="3200">
                  <a:solidFill>
                    <a:srgbClr val="FFFFFF"/>
                  </a:solidFill>
                  <a:latin typeface="Helvetica Neue Light"/>
                  <a:ea typeface="Helvetica Neue Light"/>
                  <a:cs typeface="Helvetica Neue Light"/>
                  <a:sym typeface="Helvetica Neue Light"/>
                </a:defRPr>
              </a:pPr>
              <a:endParaRPr sz="3200" kern="0">
                <a:solidFill>
                  <a:srgbClr val="FFFFFF"/>
                </a:solidFill>
                <a:latin typeface="Helvetica Neue Light"/>
                <a:ea typeface="Helvetica Neue Light"/>
                <a:cs typeface="Helvetica Neue Light"/>
                <a:sym typeface="Helvetica Neue Light"/>
              </a:endParaRPr>
            </a:p>
          </p:txBody>
        </p:sp>
        <p:sp>
          <p:nvSpPr>
            <p:cNvPr id="61" name="Circle">
              <a:extLst>
                <a:ext uri="{FF2B5EF4-FFF2-40B4-BE49-F238E27FC236}">
                  <a16:creationId xmlns:a16="http://schemas.microsoft.com/office/drawing/2014/main" id="{C9F3610E-6AB8-42E5-8F9A-8BD334747990}"/>
                </a:ext>
              </a:extLst>
            </p:cNvPr>
            <p:cNvSpPr/>
            <p:nvPr/>
          </p:nvSpPr>
          <p:spPr>
            <a:xfrm>
              <a:off x="8761464" y="4688840"/>
              <a:ext cx="121921" cy="121921"/>
            </a:xfrm>
            <a:prstGeom prst="ellipse">
              <a:avLst/>
            </a:prstGeom>
            <a:solidFill>
              <a:srgbClr val="000000"/>
            </a:solidFill>
            <a:ln w="25400">
              <a:solidFill>
                <a:srgbClr val="000000"/>
              </a:solidFill>
              <a:miter lim="400000"/>
            </a:ln>
          </p:spPr>
          <p:txBody>
            <a:bodyPr lIns="50800" tIns="50800" rIns="50800" bIns="50800" anchor="ctr"/>
            <a:lstStyle/>
            <a:p>
              <a:pPr algn="ctr" defTabSz="584200" hangingPunct="0">
                <a:defRPr sz="3200">
                  <a:solidFill>
                    <a:srgbClr val="FFFFFF"/>
                  </a:solidFill>
                  <a:latin typeface="Helvetica Neue Light"/>
                  <a:ea typeface="Helvetica Neue Light"/>
                  <a:cs typeface="Helvetica Neue Light"/>
                  <a:sym typeface="Helvetica Neue Light"/>
                </a:defRPr>
              </a:pPr>
              <a:endParaRPr sz="3200" kern="0">
                <a:solidFill>
                  <a:srgbClr val="FFFFFF"/>
                </a:solidFill>
                <a:latin typeface="Helvetica Neue Light"/>
                <a:ea typeface="Helvetica Neue Light"/>
                <a:cs typeface="Helvetica Neue Light"/>
                <a:sym typeface="Helvetica Neue Light"/>
              </a:endParaRPr>
            </a:p>
          </p:txBody>
        </p:sp>
        <p:sp>
          <p:nvSpPr>
            <p:cNvPr id="62" name="Line">
              <a:extLst>
                <a:ext uri="{FF2B5EF4-FFF2-40B4-BE49-F238E27FC236}">
                  <a16:creationId xmlns:a16="http://schemas.microsoft.com/office/drawing/2014/main" id="{9E338F41-801F-4B83-96C5-BEFBE0A2D50C}"/>
                </a:ext>
              </a:extLst>
            </p:cNvPr>
            <p:cNvSpPr/>
            <p:nvPr/>
          </p:nvSpPr>
          <p:spPr>
            <a:xfrm flipV="1">
              <a:off x="8836410" y="2513679"/>
              <a:ext cx="1102343" cy="2190392"/>
            </a:xfrm>
            <a:prstGeom prst="line">
              <a:avLst/>
            </a:prstGeom>
            <a:ln w="38100">
              <a:solidFill>
                <a:srgbClr val="000000"/>
              </a:solidFill>
              <a:miter lim="400000"/>
              <a:tailEnd type="triangle"/>
            </a:ln>
          </p:spPr>
          <p:txBody>
            <a:bodyPr lIns="0" tIns="0" rIns="0" bIns="0"/>
            <a:lstStyle/>
            <a:p>
              <a:pPr algn="ctr" defTabSz="584200" hangingPunct="0">
                <a:defRPr sz="3200">
                  <a:solidFill>
                    <a:srgbClr val="FFFFFF"/>
                  </a:solidFill>
                  <a:latin typeface="Helvetica Neue Light"/>
                  <a:ea typeface="Helvetica Neue Light"/>
                  <a:cs typeface="Helvetica Neue Light"/>
                  <a:sym typeface="Helvetica Neue Light"/>
                </a:defRPr>
              </a:pPr>
              <a:endParaRPr sz="3200" kern="0">
                <a:solidFill>
                  <a:srgbClr val="FFFFFF"/>
                </a:solidFill>
                <a:latin typeface="Helvetica Neue Light"/>
                <a:ea typeface="Helvetica Neue Light"/>
                <a:cs typeface="Helvetica Neue Light"/>
                <a:sym typeface="Helvetica Neue Light"/>
              </a:endParaRPr>
            </a:p>
          </p:txBody>
        </p:sp>
        <p:sp>
          <p:nvSpPr>
            <p:cNvPr id="63" name="a">
              <a:extLst>
                <a:ext uri="{FF2B5EF4-FFF2-40B4-BE49-F238E27FC236}">
                  <a16:creationId xmlns:a16="http://schemas.microsoft.com/office/drawing/2014/main" id="{13C648D8-AF4F-453D-B21B-A7DA61F502D1}"/>
                </a:ext>
              </a:extLst>
            </p:cNvPr>
            <p:cNvSpPr txBox="1"/>
            <p:nvPr/>
          </p:nvSpPr>
          <p:spPr>
            <a:xfrm>
              <a:off x="2731215" y="2382520"/>
              <a:ext cx="305006" cy="5080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50800" tIns="50800" rIns="50800" bIns="50800" anchor="ctr">
              <a:spAutoFit/>
            </a:bodyPr>
            <a:lstStyle>
              <a:lvl1pPr>
                <a:defRPr sz="2700" i="1">
                  <a:solidFill>
                    <a:schemeClr val="accent5"/>
                  </a:solidFill>
                </a:defRPr>
              </a:lvl1pPr>
            </a:lstStyle>
            <a:p>
              <a:pPr algn="ctr" defTabSz="584200" hangingPunct="0"/>
              <a:r>
                <a:rPr kern="0">
                  <a:solidFill>
                    <a:srgbClr val="C82506"/>
                  </a:solidFill>
                  <a:latin typeface="Helvetica"/>
                  <a:cs typeface="Helvetica"/>
                  <a:sym typeface="Helvetica"/>
                </a:rPr>
                <a:t>a</a:t>
              </a:r>
            </a:p>
          </p:txBody>
        </p:sp>
        <p:sp>
          <p:nvSpPr>
            <p:cNvPr id="64" name="b">
              <a:extLst>
                <a:ext uri="{FF2B5EF4-FFF2-40B4-BE49-F238E27FC236}">
                  <a16:creationId xmlns:a16="http://schemas.microsoft.com/office/drawing/2014/main" id="{693EF074-E0A8-441C-8F5C-74E24A691D5B}"/>
                </a:ext>
              </a:extLst>
            </p:cNvPr>
            <p:cNvSpPr txBox="1"/>
            <p:nvPr/>
          </p:nvSpPr>
          <p:spPr>
            <a:xfrm>
              <a:off x="2858215" y="4744720"/>
              <a:ext cx="305006" cy="5080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50800" tIns="50800" rIns="50800" bIns="50800" anchor="ctr">
              <a:spAutoFit/>
            </a:bodyPr>
            <a:lstStyle>
              <a:lvl1pPr>
                <a:defRPr sz="2700" i="1">
                  <a:solidFill>
                    <a:schemeClr val="accent5"/>
                  </a:solidFill>
                </a:defRPr>
              </a:lvl1pPr>
            </a:lstStyle>
            <a:p>
              <a:pPr algn="ctr" defTabSz="584200" hangingPunct="0"/>
              <a:r>
                <a:rPr kern="0">
                  <a:solidFill>
                    <a:srgbClr val="C82506"/>
                  </a:solidFill>
                  <a:latin typeface="Helvetica"/>
                  <a:cs typeface="Helvetica"/>
                  <a:sym typeface="Helvetica"/>
                </a:rPr>
                <a:t>b</a:t>
              </a:r>
            </a:p>
          </p:txBody>
        </p:sp>
        <p:sp>
          <p:nvSpPr>
            <p:cNvPr id="65" name="c">
              <a:extLst>
                <a:ext uri="{FF2B5EF4-FFF2-40B4-BE49-F238E27FC236}">
                  <a16:creationId xmlns:a16="http://schemas.microsoft.com/office/drawing/2014/main" id="{C08D4BBB-7BAF-4FBE-8748-5CA04EE490D7}"/>
                </a:ext>
              </a:extLst>
            </p:cNvPr>
            <p:cNvSpPr txBox="1"/>
            <p:nvPr/>
          </p:nvSpPr>
          <p:spPr>
            <a:xfrm>
              <a:off x="3685130" y="2367591"/>
              <a:ext cx="285751" cy="5080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50800" tIns="50800" rIns="50800" bIns="50800" anchor="ctr">
              <a:spAutoFit/>
            </a:bodyPr>
            <a:lstStyle>
              <a:lvl1pPr>
                <a:defRPr sz="2700" i="1">
                  <a:solidFill>
                    <a:schemeClr val="accent5"/>
                  </a:solidFill>
                </a:defRPr>
              </a:lvl1pPr>
            </a:lstStyle>
            <a:p>
              <a:pPr algn="ctr" defTabSz="584200" hangingPunct="0"/>
              <a:r>
                <a:rPr kern="0">
                  <a:solidFill>
                    <a:srgbClr val="C82506"/>
                  </a:solidFill>
                  <a:latin typeface="Helvetica"/>
                  <a:cs typeface="Helvetica"/>
                  <a:sym typeface="Helvetica"/>
                </a:rPr>
                <a:t>c</a:t>
              </a:r>
            </a:p>
          </p:txBody>
        </p:sp>
        <p:sp>
          <p:nvSpPr>
            <p:cNvPr id="66" name="d">
              <a:extLst>
                <a:ext uri="{FF2B5EF4-FFF2-40B4-BE49-F238E27FC236}">
                  <a16:creationId xmlns:a16="http://schemas.microsoft.com/office/drawing/2014/main" id="{20B05643-78E7-4697-99EA-88D02738B88A}"/>
                </a:ext>
              </a:extLst>
            </p:cNvPr>
            <p:cNvSpPr txBox="1"/>
            <p:nvPr/>
          </p:nvSpPr>
          <p:spPr>
            <a:xfrm>
              <a:off x="4625400" y="4744720"/>
              <a:ext cx="305006" cy="5080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50800" tIns="50800" rIns="50800" bIns="50800" anchor="ctr">
              <a:spAutoFit/>
            </a:bodyPr>
            <a:lstStyle>
              <a:lvl1pPr>
                <a:defRPr sz="2700" i="1">
                  <a:solidFill>
                    <a:schemeClr val="accent5"/>
                  </a:solidFill>
                </a:defRPr>
              </a:lvl1pPr>
            </a:lstStyle>
            <a:p>
              <a:pPr algn="ctr" defTabSz="584200" hangingPunct="0"/>
              <a:r>
                <a:rPr kern="0">
                  <a:solidFill>
                    <a:srgbClr val="C82506"/>
                  </a:solidFill>
                  <a:latin typeface="Helvetica"/>
                  <a:cs typeface="Helvetica"/>
                  <a:sym typeface="Helvetica"/>
                </a:rPr>
                <a:t>d</a:t>
              </a:r>
            </a:p>
          </p:txBody>
        </p:sp>
        <p:sp>
          <p:nvSpPr>
            <p:cNvPr id="67" name="e">
              <a:extLst>
                <a:ext uri="{FF2B5EF4-FFF2-40B4-BE49-F238E27FC236}">
                  <a16:creationId xmlns:a16="http://schemas.microsoft.com/office/drawing/2014/main" id="{3D517701-EE00-4283-8991-1287DAF83D0B}"/>
                </a:ext>
              </a:extLst>
            </p:cNvPr>
            <p:cNvSpPr txBox="1"/>
            <p:nvPr/>
          </p:nvSpPr>
          <p:spPr>
            <a:xfrm>
              <a:off x="4472898" y="3545840"/>
              <a:ext cx="305005" cy="5080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50800" tIns="50800" rIns="50800" bIns="50800" anchor="ctr">
              <a:spAutoFit/>
            </a:bodyPr>
            <a:lstStyle>
              <a:lvl1pPr>
                <a:defRPr sz="2700" i="1">
                  <a:solidFill>
                    <a:schemeClr val="accent5"/>
                  </a:solidFill>
                </a:defRPr>
              </a:lvl1pPr>
            </a:lstStyle>
            <a:p>
              <a:pPr algn="ctr" defTabSz="584200" hangingPunct="0"/>
              <a:r>
                <a:rPr kern="0">
                  <a:solidFill>
                    <a:srgbClr val="C82506"/>
                  </a:solidFill>
                  <a:latin typeface="Helvetica"/>
                  <a:cs typeface="Helvetica"/>
                  <a:sym typeface="Helvetica"/>
                </a:rPr>
                <a:t>e</a:t>
              </a:r>
            </a:p>
          </p:txBody>
        </p:sp>
        <p:sp>
          <p:nvSpPr>
            <p:cNvPr id="68" name="f">
              <a:extLst>
                <a:ext uri="{FF2B5EF4-FFF2-40B4-BE49-F238E27FC236}">
                  <a16:creationId xmlns:a16="http://schemas.microsoft.com/office/drawing/2014/main" id="{FE2433C3-623F-45A6-B94E-4A96DBFE2B28}"/>
                </a:ext>
              </a:extLst>
            </p:cNvPr>
            <p:cNvSpPr txBox="1"/>
            <p:nvPr/>
          </p:nvSpPr>
          <p:spPr>
            <a:xfrm>
              <a:off x="5522413" y="3541383"/>
              <a:ext cx="209570" cy="5080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50800" tIns="50800" rIns="50800" bIns="50800" anchor="ctr">
              <a:spAutoFit/>
            </a:bodyPr>
            <a:lstStyle>
              <a:lvl1pPr>
                <a:defRPr sz="2700" i="1">
                  <a:solidFill>
                    <a:schemeClr val="accent5"/>
                  </a:solidFill>
                </a:defRPr>
              </a:lvl1pPr>
            </a:lstStyle>
            <a:p>
              <a:pPr algn="ctr" defTabSz="584200" hangingPunct="0"/>
              <a:r>
                <a:rPr kern="0">
                  <a:solidFill>
                    <a:srgbClr val="C82506"/>
                  </a:solidFill>
                  <a:latin typeface="Helvetica"/>
                  <a:cs typeface="Helvetica"/>
                  <a:sym typeface="Helvetica"/>
                </a:rPr>
                <a:t>f</a:t>
              </a:r>
            </a:p>
          </p:txBody>
        </p:sp>
        <p:sp>
          <p:nvSpPr>
            <p:cNvPr id="69" name="g">
              <a:extLst>
                <a:ext uri="{FF2B5EF4-FFF2-40B4-BE49-F238E27FC236}">
                  <a16:creationId xmlns:a16="http://schemas.microsoft.com/office/drawing/2014/main" id="{84DD08BE-5B12-4E37-A265-DD1020AA2A8F}"/>
                </a:ext>
              </a:extLst>
            </p:cNvPr>
            <p:cNvSpPr txBox="1"/>
            <p:nvPr/>
          </p:nvSpPr>
          <p:spPr>
            <a:xfrm>
              <a:off x="6310710" y="2395220"/>
              <a:ext cx="305006" cy="5080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50800" tIns="50800" rIns="50800" bIns="50800" anchor="ctr">
              <a:spAutoFit/>
            </a:bodyPr>
            <a:lstStyle>
              <a:lvl1pPr>
                <a:defRPr sz="2700" i="1">
                  <a:solidFill>
                    <a:schemeClr val="accent5"/>
                  </a:solidFill>
                </a:defRPr>
              </a:lvl1pPr>
            </a:lstStyle>
            <a:p>
              <a:pPr algn="ctr" defTabSz="584200" hangingPunct="0"/>
              <a:r>
                <a:rPr kern="0">
                  <a:solidFill>
                    <a:srgbClr val="C82506"/>
                  </a:solidFill>
                  <a:latin typeface="Helvetica"/>
                  <a:cs typeface="Helvetica"/>
                  <a:sym typeface="Helvetica"/>
                </a:rPr>
                <a:t>g</a:t>
              </a:r>
            </a:p>
          </p:txBody>
        </p:sp>
        <p:sp>
          <p:nvSpPr>
            <p:cNvPr id="70" name="h">
              <a:extLst>
                <a:ext uri="{FF2B5EF4-FFF2-40B4-BE49-F238E27FC236}">
                  <a16:creationId xmlns:a16="http://schemas.microsoft.com/office/drawing/2014/main" id="{1D09F608-BA11-4E99-805E-F902B46BBA5E}"/>
                </a:ext>
              </a:extLst>
            </p:cNvPr>
            <p:cNvSpPr txBox="1"/>
            <p:nvPr/>
          </p:nvSpPr>
          <p:spPr>
            <a:xfrm>
              <a:off x="7018921" y="4744720"/>
              <a:ext cx="305006" cy="5080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50800" tIns="50800" rIns="50800" bIns="50800" anchor="ctr">
              <a:spAutoFit/>
            </a:bodyPr>
            <a:lstStyle>
              <a:lvl1pPr>
                <a:defRPr sz="2700" i="1">
                  <a:solidFill>
                    <a:schemeClr val="accent5"/>
                  </a:solidFill>
                </a:defRPr>
              </a:lvl1pPr>
            </a:lstStyle>
            <a:p>
              <a:pPr algn="ctr" defTabSz="584200" hangingPunct="0"/>
              <a:r>
                <a:rPr kern="0">
                  <a:solidFill>
                    <a:srgbClr val="C82506"/>
                  </a:solidFill>
                  <a:latin typeface="Helvetica"/>
                  <a:cs typeface="Helvetica"/>
                  <a:sym typeface="Helvetica"/>
                </a:rPr>
                <a:t>h</a:t>
              </a:r>
            </a:p>
          </p:txBody>
        </p:sp>
        <p:sp>
          <p:nvSpPr>
            <p:cNvPr id="71" name="i">
              <a:extLst>
                <a:ext uri="{FF2B5EF4-FFF2-40B4-BE49-F238E27FC236}">
                  <a16:creationId xmlns:a16="http://schemas.microsoft.com/office/drawing/2014/main" id="{78292921-E05A-4118-B734-C18C278B1487}"/>
                </a:ext>
              </a:extLst>
            </p:cNvPr>
            <p:cNvSpPr txBox="1"/>
            <p:nvPr/>
          </p:nvSpPr>
          <p:spPr>
            <a:xfrm>
              <a:off x="8727183" y="4744720"/>
              <a:ext cx="190482" cy="5080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50800" tIns="50800" rIns="50800" bIns="50800" anchor="ctr">
              <a:spAutoFit/>
            </a:bodyPr>
            <a:lstStyle>
              <a:lvl1pPr>
                <a:defRPr sz="2700" i="1">
                  <a:solidFill>
                    <a:schemeClr val="accent5"/>
                  </a:solidFill>
                </a:defRPr>
              </a:lvl1pPr>
            </a:lstStyle>
            <a:p>
              <a:pPr algn="ctr" defTabSz="584200" hangingPunct="0"/>
              <a:r>
                <a:rPr kern="0">
                  <a:solidFill>
                    <a:srgbClr val="C82506"/>
                  </a:solidFill>
                  <a:latin typeface="Helvetica"/>
                  <a:cs typeface="Helvetica"/>
                  <a:sym typeface="Helvetica"/>
                </a:rPr>
                <a:t>i</a:t>
              </a:r>
            </a:p>
          </p:txBody>
        </p:sp>
        <p:sp>
          <p:nvSpPr>
            <p:cNvPr id="72" name="j">
              <a:extLst>
                <a:ext uri="{FF2B5EF4-FFF2-40B4-BE49-F238E27FC236}">
                  <a16:creationId xmlns:a16="http://schemas.microsoft.com/office/drawing/2014/main" id="{0AB65586-C19A-4EB8-B062-1F8F8565B7B6}"/>
                </a:ext>
              </a:extLst>
            </p:cNvPr>
            <p:cNvSpPr txBox="1"/>
            <p:nvPr/>
          </p:nvSpPr>
          <p:spPr>
            <a:xfrm>
              <a:off x="9890206" y="2573689"/>
              <a:ext cx="190482" cy="5080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50800" tIns="50800" rIns="50800" bIns="50800" anchor="ctr">
              <a:spAutoFit/>
            </a:bodyPr>
            <a:lstStyle>
              <a:lvl1pPr>
                <a:defRPr sz="2700" i="1">
                  <a:solidFill>
                    <a:schemeClr val="accent5"/>
                  </a:solidFill>
                </a:defRPr>
              </a:lvl1pPr>
            </a:lstStyle>
            <a:p>
              <a:pPr algn="ctr" defTabSz="584200" hangingPunct="0"/>
              <a:r>
                <a:rPr kern="0">
                  <a:solidFill>
                    <a:srgbClr val="C82506"/>
                  </a:solidFill>
                  <a:latin typeface="Helvetica"/>
                  <a:cs typeface="Helvetica"/>
                  <a:sym typeface="Helvetica"/>
                </a:rPr>
                <a:t>j</a:t>
              </a:r>
            </a:p>
          </p:txBody>
        </p:sp>
        <p:sp>
          <p:nvSpPr>
            <p:cNvPr id="73" name="?">
              <a:extLst>
                <a:ext uri="{FF2B5EF4-FFF2-40B4-BE49-F238E27FC236}">
                  <a16:creationId xmlns:a16="http://schemas.microsoft.com/office/drawing/2014/main" id="{4A3EEC2B-2DAE-4092-961E-36A0D973FDEE}"/>
                </a:ext>
              </a:extLst>
            </p:cNvPr>
            <p:cNvSpPr txBox="1"/>
            <p:nvPr/>
          </p:nvSpPr>
          <p:spPr>
            <a:xfrm>
              <a:off x="2717472" y="1844686"/>
              <a:ext cx="305006" cy="5080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50800" tIns="50800" rIns="50800" bIns="50800" anchor="ctr">
              <a:spAutoFit/>
            </a:bodyPr>
            <a:lstStyle>
              <a:lvl1pPr>
                <a:defRPr sz="2700"/>
              </a:lvl1pPr>
            </a:lstStyle>
            <a:p>
              <a:pPr algn="ctr" defTabSz="584200" hangingPunct="0"/>
              <a:r>
                <a:rPr kern="0">
                  <a:solidFill>
                    <a:srgbClr val="000000"/>
                  </a:solidFill>
                  <a:latin typeface="Helvetica"/>
                  <a:cs typeface="Helvetica"/>
                  <a:sym typeface="Helvetica"/>
                </a:rPr>
                <a:t>?</a:t>
              </a:r>
            </a:p>
          </p:txBody>
        </p:sp>
        <p:sp>
          <p:nvSpPr>
            <p:cNvPr id="74" name="?">
              <a:extLst>
                <a:ext uri="{FF2B5EF4-FFF2-40B4-BE49-F238E27FC236}">
                  <a16:creationId xmlns:a16="http://schemas.microsoft.com/office/drawing/2014/main" id="{1CC09CE5-F91D-4128-AD06-B0D41E4F86DF}"/>
                </a:ext>
              </a:extLst>
            </p:cNvPr>
            <p:cNvSpPr txBox="1"/>
            <p:nvPr/>
          </p:nvSpPr>
          <p:spPr>
            <a:xfrm>
              <a:off x="2854849" y="5051413"/>
              <a:ext cx="305005" cy="5080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50800" tIns="50800" rIns="50800" bIns="50800" anchor="ctr">
              <a:spAutoFit/>
            </a:bodyPr>
            <a:lstStyle>
              <a:lvl1pPr>
                <a:defRPr sz="2700"/>
              </a:lvl1pPr>
            </a:lstStyle>
            <a:p>
              <a:pPr algn="ctr" defTabSz="584200" hangingPunct="0"/>
              <a:r>
                <a:rPr kern="0">
                  <a:solidFill>
                    <a:srgbClr val="000000"/>
                  </a:solidFill>
                  <a:latin typeface="Helvetica"/>
                  <a:cs typeface="Helvetica"/>
                  <a:sym typeface="Helvetica"/>
                </a:rPr>
                <a:t>?</a:t>
              </a:r>
            </a:p>
          </p:txBody>
        </p:sp>
        <p:sp>
          <p:nvSpPr>
            <p:cNvPr id="75" name="?">
              <a:extLst>
                <a:ext uri="{FF2B5EF4-FFF2-40B4-BE49-F238E27FC236}">
                  <a16:creationId xmlns:a16="http://schemas.microsoft.com/office/drawing/2014/main" id="{DD39187A-DEE7-4CE3-B075-54600CBB14C9}"/>
                </a:ext>
              </a:extLst>
            </p:cNvPr>
            <p:cNvSpPr txBox="1"/>
            <p:nvPr/>
          </p:nvSpPr>
          <p:spPr>
            <a:xfrm>
              <a:off x="4505848" y="5051413"/>
              <a:ext cx="305006" cy="5080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50800" tIns="50800" rIns="50800" bIns="50800" anchor="ctr">
              <a:spAutoFit/>
            </a:bodyPr>
            <a:lstStyle>
              <a:lvl1pPr>
                <a:defRPr sz="2700"/>
              </a:lvl1pPr>
            </a:lstStyle>
            <a:p>
              <a:pPr algn="ctr" defTabSz="584200" hangingPunct="0"/>
              <a:r>
                <a:rPr kern="0">
                  <a:solidFill>
                    <a:srgbClr val="000000"/>
                  </a:solidFill>
                  <a:latin typeface="Helvetica"/>
                  <a:cs typeface="Helvetica"/>
                  <a:sym typeface="Helvetica"/>
                </a:rPr>
                <a:t>?</a:t>
              </a:r>
            </a:p>
          </p:txBody>
        </p:sp>
        <p:sp>
          <p:nvSpPr>
            <p:cNvPr id="76" name="?">
              <a:extLst>
                <a:ext uri="{FF2B5EF4-FFF2-40B4-BE49-F238E27FC236}">
                  <a16:creationId xmlns:a16="http://schemas.microsoft.com/office/drawing/2014/main" id="{53EE7187-45CD-49EB-A93A-4A5846A7FFD3}"/>
                </a:ext>
              </a:extLst>
            </p:cNvPr>
            <p:cNvSpPr txBox="1"/>
            <p:nvPr/>
          </p:nvSpPr>
          <p:spPr>
            <a:xfrm>
              <a:off x="7045848" y="5051413"/>
              <a:ext cx="305006" cy="5080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50800" tIns="50800" rIns="50800" bIns="50800" anchor="ctr">
              <a:spAutoFit/>
            </a:bodyPr>
            <a:lstStyle>
              <a:lvl1pPr>
                <a:defRPr sz="2700"/>
              </a:lvl1pPr>
            </a:lstStyle>
            <a:p>
              <a:pPr algn="ctr" defTabSz="584200" hangingPunct="0"/>
              <a:r>
                <a:rPr kern="0">
                  <a:solidFill>
                    <a:srgbClr val="000000"/>
                  </a:solidFill>
                  <a:latin typeface="Helvetica"/>
                  <a:cs typeface="Helvetica"/>
                  <a:sym typeface="Helvetica"/>
                </a:rPr>
                <a:t>?</a:t>
              </a:r>
            </a:p>
          </p:txBody>
        </p:sp>
        <p:sp>
          <p:nvSpPr>
            <p:cNvPr id="77" name="?">
              <a:extLst>
                <a:ext uri="{FF2B5EF4-FFF2-40B4-BE49-F238E27FC236}">
                  <a16:creationId xmlns:a16="http://schemas.microsoft.com/office/drawing/2014/main" id="{F1AD44D8-FEB0-4C57-8B6F-252D10E971B0}"/>
                </a:ext>
              </a:extLst>
            </p:cNvPr>
            <p:cNvSpPr txBox="1"/>
            <p:nvPr/>
          </p:nvSpPr>
          <p:spPr>
            <a:xfrm>
              <a:off x="3805962" y="1844686"/>
              <a:ext cx="305005" cy="5080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50800" tIns="50800" rIns="50800" bIns="50800" anchor="ctr">
              <a:spAutoFit/>
            </a:bodyPr>
            <a:lstStyle>
              <a:lvl1pPr>
                <a:defRPr sz="2700"/>
              </a:lvl1pPr>
            </a:lstStyle>
            <a:p>
              <a:pPr algn="ctr" defTabSz="584200" hangingPunct="0"/>
              <a:r>
                <a:rPr kern="0">
                  <a:solidFill>
                    <a:srgbClr val="000000"/>
                  </a:solidFill>
                  <a:latin typeface="Helvetica"/>
                  <a:cs typeface="Helvetica"/>
                  <a:sym typeface="Helvetica"/>
                </a:rPr>
                <a:t>?</a:t>
              </a:r>
            </a:p>
          </p:txBody>
        </p:sp>
        <p:sp>
          <p:nvSpPr>
            <p:cNvPr id="78" name="?">
              <a:extLst>
                <a:ext uri="{FF2B5EF4-FFF2-40B4-BE49-F238E27FC236}">
                  <a16:creationId xmlns:a16="http://schemas.microsoft.com/office/drawing/2014/main" id="{9B19EFF8-6FB8-4D57-B9EA-A8BAE9FA8076}"/>
                </a:ext>
              </a:extLst>
            </p:cNvPr>
            <p:cNvSpPr txBox="1"/>
            <p:nvPr/>
          </p:nvSpPr>
          <p:spPr>
            <a:xfrm>
              <a:off x="4213748" y="3845236"/>
              <a:ext cx="305006" cy="5080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50800" tIns="50800" rIns="50800" bIns="50800" anchor="ctr">
              <a:spAutoFit/>
            </a:bodyPr>
            <a:lstStyle>
              <a:lvl1pPr>
                <a:defRPr sz="2700"/>
              </a:lvl1pPr>
            </a:lstStyle>
            <a:p>
              <a:pPr algn="ctr" defTabSz="584200" hangingPunct="0"/>
              <a:r>
                <a:rPr kern="0">
                  <a:solidFill>
                    <a:srgbClr val="000000"/>
                  </a:solidFill>
                  <a:latin typeface="Helvetica"/>
                  <a:cs typeface="Helvetica"/>
                  <a:sym typeface="Helvetica"/>
                </a:rPr>
                <a:t>?</a:t>
              </a:r>
            </a:p>
          </p:txBody>
        </p:sp>
        <p:sp>
          <p:nvSpPr>
            <p:cNvPr id="79" name="?">
              <a:extLst>
                <a:ext uri="{FF2B5EF4-FFF2-40B4-BE49-F238E27FC236}">
                  <a16:creationId xmlns:a16="http://schemas.microsoft.com/office/drawing/2014/main" id="{C9787258-10C9-4C57-90B8-4A017F63D811}"/>
                </a:ext>
              </a:extLst>
            </p:cNvPr>
            <p:cNvSpPr txBox="1"/>
            <p:nvPr/>
          </p:nvSpPr>
          <p:spPr>
            <a:xfrm>
              <a:off x="5391327" y="3845236"/>
              <a:ext cx="305006" cy="5080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50800" tIns="50800" rIns="50800" bIns="50800" anchor="ctr">
              <a:spAutoFit/>
            </a:bodyPr>
            <a:lstStyle>
              <a:lvl1pPr>
                <a:defRPr sz="2700"/>
              </a:lvl1pPr>
            </a:lstStyle>
            <a:p>
              <a:pPr algn="ctr" defTabSz="584200" hangingPunct="0"/>
              <a:r>
                <a:rPr kern="0">
                  <a:solidFill>
                    <a:srgbClr val="000000"/>
                  </a:solidFill>
                  <a:latin typeface="Helvetica"/>
                  <a:cs typeface="Helvetica"/>
                  <a:sym typeface="Helvetica"/>
                </a:rPr>
                <a:t>?</a:t>
              </a:r>
            </a:p>
          </p:txBody>
        </p:sp>
        <p:sp>
          <p:nvSpPr>
            <p:cNvPr id="80" name="?">
              <a:extLst>
                <a:ext uri="{FF2B5EF4-FFF2-40B4-BE49-F238E27FC236}">
                  <a16:creationId xmlns:a16="http://schemas.microsoft.com/office/drawing/2014/main" id="{9D834D01-79C0-443D-8909-A0B3F6B8C21C}"/>
                </a:ext>
              </a:extLst>
            </p:cNvPr>
            <p:cNvSpPr txBox="1"/>
            <p:nvPr/>
          </p:nvSpPr>
          <p:spPr>
            <a:xfrm>
              <a:off x="6345962" y="1844686"/>
              <a:ext cx="305005" cy="5080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50800" tIns="50800" rIns="50800" bIns="50800" anchor="ctr">
              <a:spAutoFit/>
            </a:bodyPr>
            <a:lstStyle>
              <a:lvl1pPr>
                <a:defRPr sz="2700"/>
              </a:lvl1pPr>
            </a:lstStyle>
            <a:p>
              <a:pPr algn="ctr" defTabSz="584200" hangingPunct="0"/>
              <a:r>
                <a:rPr kern="0">
                  <a:solidFill>
                    <a:srgbClr val="000000"/>
                  </a:solidFill>
                  <a:latin typeface="Helvetica"/>
                  <a:cs typeface="Helvetica"/>
                  <a:sym typeface="Helvetica"/>
                </a:rPr>
                <a:t>?</a:t>
              </a:r>
            </a:p>
          </p:txBody>
        </p:sp>
        <p:sp>
          <p:nvSpPr>
            <p:cNvPr id="81" name="?">
              <a:extLst>
                <a:ext uri="{FF2B5EF4-FFF2-40B4-BE49-F238E27FC236}">
                  <a16:creationId xmlns:a16="http://schemas.microsoft.com/office/drawing/2014/main" id="{0BBA13C5-471F-45FA-8BB2-D752F4A6AF70}"/>
                </a:ext>
              </a:extLst>
            </p:cNvPr>
            <p:cNvSpPr txBox="1"/>
            <p:nvPr/>
          </p:nvSpPr>
          <p:spPr>
            <a:xfrm>
              <a:off x="8569848" y="5051413"/>
              <a:ext cx="305006" cy="5080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50800" tIns="50800" rIns="50800" bIns="50800" anchor="ctr">
              <a:spAutoFit/>
            </a:bodyPr>
            <a:lstStyle>
              <a:lvl1pPr>
                <a:defRPr sz="2700"/>
              </a:lvl1pPr>
            </a:lstStyle>
            <a:p>
              <a:pPr algn="ctr" defTabSz="584200" hangingPunct="0"/>
              <a:r>
                <a:rPr kern="0">
                  <a:solidFill>
                    <a:srgbClr val="000000"/>
                  </a:solidFill>
                  <a:latin typeface="Helvetica"/>
                  <a:cs typeface="Helvetica"/>
                  <a:sym typeface="Helvetica"/>
                </a:rPr>
                <a:t>?</a:t>
              </a:r>
            </a:p>
          </p:txBody>
        </p:sp>
        <p:sp>
          <p:nvSpPr>
            <p:cNvPr id="82" name="?">
              <a:extLst>
                <a:ext uri="{FF2B5EF4-FFF2-40B4-BE49-F238E27FC236}">
                  <a16:creationId xmlns:a16="http://schemas.microsoft.com/office/drawing/2014/main" id="{D1947291-BBCD-4F08-AD45-FC835735D308}"/>
                </a:ext>
              </a:extLst>
            </p:cNvPr>
            <p:cNvSpPr txBox="1"/>
            <p:nvPr/>
          </p:nvSpPr>
          <p:spPr>
            <a:xfrm>
              <a:off x="9811363" y="1879139"/>
              <a:ext cx="305006" cy="5080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50800" tIns="50800" rIns="50800" bIns="50800" anchor="ctr">
              <a:spAutoFit/>
            </a:bodyPr>
            <a:lstStyle>
              <a:lvl1pPr>
                <a:defRPr sz="2700"/>
              </a:lvl1pPr>
            </a:lstStyle>
            <a:p>
              <a:pPr algn="ctr" defTabSz="584200" hangingPunct="0"/>
              <a:r>
                <a:rPr kern="0">
                  <a:solidFill>
                    <a:srgbClr val="000000"/>
                  </a:solidFill>
                  <a:latin typeface="Helvetica"/>
                  <a:cs typeface="Helvetica"/>
                  <a:sym typeface="Helvetica"/>
                </a:rPr>
                <a:t>?</a:t>
              </a:r>
            </a:p>
          </p:txBody>
        </p:sp>
      </p:grpSp>
      <p:sp>
        <p:nvSpPr>
          <p:cNvPr id="5" name="Rectangle 4">
            <a:extLst>
              <a:ext uri="{FF2B5EF4-FFF2-40B4-BE49-F238E27FC236}">
                <a16:creationId xmlns:a16="http://schemas.microsoft.com/office/drawing/2014/main" id="{56B94CA3-81C3-9E48-A4B9-F5843B36FFD3}"/>
              </a:ext>
            </a:extLst>
          </p:cNvPr>
          <p:cNvSpPr/>
          <p:nvPr/>
        </p:nvSpPr>
        <p:spPr>
          <a:xfrm>
            <a:off x="6629300" y="150825"/>
            <a:ext cx="5503535" cy="1674342"/>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lIns="0" rtlCol="0" anchor="ctr"/>
          <a:lstStyle/>
          <a:p>
            <a:pPr lvl="1"/>
            <a:r>
              <a:rPr lang="en-US"/>
              <a:t>VC Rules:</a:t>
            </a:r>
          </a:p>
          <a:p>
            <a:pPr marL="742950" lvl="1" indent="-285750">
              <a:buFont typeface="Arial" panose="020B0604020202020204" pitchFamily="34" charset="0"/>
              <a:buChar char="•"/>
            </a:pPr>
            <a:r>
              <a:rPr lang="en-US"/>
              <a:t>When </a:t>
            </a:r>
            <a:r>
              <a:rPr lang="en-US" err="1"/>
              <a:t>p_i</a:t>
            </a:r>
            <a:r>
              <a:rPr lang="en-US"/>
              <a:t> has an event, increment V[</a:t>
            </a:r>
            <a:r>
              <a:rPr lang="en-US" err="1"/>
              <a:t>p_i</a:t>
            </a:r>
            <a:r>
              <a:rPr lang="en-US"/>
              <a:t>]</a:t>
            </a:r>
          </a:p>
          <a:p>
            <a:pPr marL="742950" lvl="1" indent="-285750">
              <a:buFont typeface="Arial" panose="020B0604020202020204" pitchFamily="34" charset="0"/>
              <a:buChar char="•"/>
            </a:pPr>
            <a:r>
              <a:rPr lang="en-US"/>
              <a:t>Update each entry to the maximum when receiving a clock</a:t>
            </a:r>
          </a:p>
          <a:p>
            <a:pPr marL="742950" lvl="1" indent="-285750">
              <a:buFont typeface="Arial" panose="020B0604020202020204" pitchFamily="34" charset="0"/>
              <a:buChar char="•"/>
            </a:pPr>
            <a:r>
              <a:rPr lang="en-US"/>
              <a:t>Send full vector clock with message</a:t>
            </a:r>
          </a:p>
        </p:txBody>
      </p:sp>
    </p:spTree>
    <p:extLst>
      <p:ext uri="{BB962C8B-B14F-4D97-AF65-F5344CB8AC3E}">
        <p14:creationId xmlns:p14="http://schemas.microsoft.com/office/powerpoint/2010/main" val="133831761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CA5DEF-B93E-42A4-ABE1-CD6E48C17773}"/>
              </a:ext>
            </a:extLst>
          </p:cNvPr>
          <p:cNvSpPr>
            <a:spLocks noGrp="1"/>
          </p:cNvSpPr>
          <p:nvPr>
            <p:ph type="title"/>
          </p:nvPr>
        </p:nvSpPr>
        <p:spPr/>
        <p:txBody>
          <a:bodyPr/>
          <a:lstStyle/>
          <a:p>
            <a:r>
              <a:rPr lang="en-US"/>
              <a:t>How to Compare VC?</a:t>
            </a:r>
          </a:p>
        </p:txBody>
      </p:sp>
      <p:sp>
        <p:nvSpPr>
          <p:cNvPr id="3" name="Content Placeholder 2">
            <a:extLst>
              <a:ext uri="{FF2B5EF4-FFF2-40B4-BE49-F238E27FC236}">
                <a16:creationId xmlns:a16="http://schemas.microsoft.com/office/drawing/2014/main" id="{CB439681-7DC9-440B-8323-9186EEE14FE5}"/>
              </a:ext>
            </a:extLst>
          </p:cNvPr>
          <p:cNvSpPr>
            <a:spLocks noGrp="1"/>
          </p:cNvSpPr>
          <p:nvPr>
            <p:ph idx="1"/>
          </p:nvPr>
        </p:nvSpPr>
        <p:spPr/>
        <p:txBody>
          <a:bodyPr/>
          <a:lstStyle/>
          <a:p>
            <a:r>
              <a:rPr lang="en-US"/>
              <a:t>Example Answer</a:t>
            </a:r>
          </a:p>
        </p:txBody>
      </p:sp>
      <p:sp>
        <p:nvSpPr>
          <p:cNvPr id="4" name="Footer Placeholder 3">
            <a:extLst>
              <a:ext uri="{FF2B5EF4-FFF2-40B4-BE49-F238E27FC236}">
                <a16:creationId xmlns:a16="http://schemas.microsoft.com/office/drawing/2014/main" id="{18F5B895-4156-4056-9C78-F88907648D32}"/>
              </a:ext>
            </a:extLst>
          </p:cNvPr>
          <p:cNvSpPr>
            <a:spLocks noGrp="1"/>
          </p:cNvSpPr>
          <p:nvPr>
            <p:ph type="ftr" sz="quarter" idx="11"/>
          </p:nvPr>
        </p:nvSpPr>
        <p:spPr/>
        <p:txBody>
          <a:bodyPr/>
          <a:lstStyle/>
          <a:p>
            <a:r>
              <a:rPr lang="en-US"/>
              <a:t>Prof. Tim Wood &amp; Prof. Roozbeh Haghnazar</a:t>
            </a:r>
          </a:p>
        </p:txBody>
      </p:sp>
      <p:grpSp>
        <p:nvGrpSpPr>
          <p:cNvPr id="44" name="Group 43">
            <a:extLst>
              <a:ext uri="{FF2B5EF4-FFF2-40B4-BE49-F238E27FC236}">
                <a16:creationId xmlns:a16="http://schemas.microsoft.com/office/drawing/2014/main" id="{3093A5B3-4905-4FBD-BC8A-198341567DAB}"/>
              </a:ext>
            </a:extLst>
          </p:cNvPr>
          <p:cNvGrpSpPr/>
          <p:nvPr/>
        </p:nvGrpSpPr>
        <p:grpSpPr>
          <a:xfrm>
            <a:off x="2334127" y="2871745"/>
            <a:ext cx="9014418" cy="3714728"/>
            <a:chOff x="1156469" y="1844686"/>
            <a:chExt cx="9891286" cy="3714728"/>
          </a:xfrm>
        </p:grpSpPr>
        <p:sp>
          <p:nvSpPr>
            <p:cNvPr id="45" name="Line">
              <a:extLst>
                <a:ext uri="{FF2B5EF4-FFF2-40B4-BE49-F238E27FC236}">
                  <a16:creationId xmlns:a16="http://schemas.microsoft.com/office/drawing/2014/main" id="{ADE8245E-F030-4D4B-9FF8-8592059FCD62}"/>
                </a:ext>
              </a:extLst>
            </p:cNvPr>
            <p:cNvSpPr/>
            <p:nvPr/>
          </p:nvSpPr>
          <p:spPr>
            <a:xfrm>
              <a:off x="1982445" y="3606800"/>
              <a:ext cx="9065310" cy="0"/>
            </a:xfrm>
            <a:prstGeom prst="line">
              <a:avLst/>
            </a:prstGeom>
            <a:ln w="25400">
              <a:solidFill>
                <a:srgbClr val="000000"/>
              </a:solidFill>
              <a:miter lim="400000"/>
              <a:tailEnd type="triangle"/>
            </a:ln>
          </p:spPr>
          <p:txBody>
            <a:bodyPr lIns="0" tIns="0" rIns="0" bIns="0"/>
            <a:lstStyle/>
            <a:p>
              <a:pPr algn="ctr" defTabSz="584200" hangingPunct="0">
                <a:defRPr sz="3200">
                  <a:solidFill>
                    <a:srgbClr val="FFFFFF"/>
                  </a:solidFill>
                  <a:latin typeface="Helvetica Neue Light"/>
                  <a:ea typeface="Helvetica Neue Light"/>
                  <a:cs typeface="Helvetica Neue Light"/>
                  <a:sym typeface="Helvetica Neue Light"/>
                </a:defRPr>
              </a:pPr>
              <a:endParaRPr sz="3200" kern="0">
                <a:solidFill>
                  <a:srgbClr val="FFFFFF"/>
                </a:solidFill>
                <a:latin typeface="Helvetica Neue Light"/>
                <a:ea typeface="Helvetica Neue Light"/>
                <a:cs typeface="Helvetica Neue Light"/>
                <a:sym typeface="Helvetica Neue Light"/>
              </a:endParaRPr>
            </a:p>
          </p:txBody>
        </p:sp>
        <p:sp>
          <p:nvSpPr>
            <p:cNvPr id="46" name="Line">
              <a:extLst>
                <a:ext uri="{FF2B5EF4-FFF2-40B4-BE49-F238E27FC236}">
                  <a16:creationId xmlns:a16="http://schemas.microsoft.com/office/drawing/2014/main" id="{206A1B4D-4641-499C-A804-D80DE13D116A}"/>
                </a:ext>
              </a:extLst>
            </p:cNvPr>
            <p:cNvSpPr/>
            <p:nvPr/>
          </p:nvSpPr>
          <p:spPr>
            <a:xfrm>
              <a:off x="1982445" y="2463800"/>
              <a:ext cx="9065310" cy="0"/>
            </a:xfrm>
            <a:prstGeom prst="line">
              <a:avLst/>
            </a:prstGeom>
            <a:ln w="25400">
              <a:solidFill>
                <a:srgbClr val="000000"/>
              </a:solidFill>
              <a:miter lim="400000"/>
              <a:tailEnd type="triangle"/>
            </a:ln>
          </p:spPr>
          <p:txBody>
            <a:bodyPr lIns="0" tIns="0" rIns="0" bIns="0"/>
            <a:lstStyle/>
            <a:p>
              <a:pPr algn="ctr" defTabSz="584200" hangingPunct="0">
                <a:defRPr sz="3200">
                  <a:solidFill>
                    <a:srgbClr val="FFFFFF"/>
                  </a:solidFill>
                  <a:latin typeface="Helvetica Neue Light"/>
                  <a:ea typeface="Helvetica Neue Light"/>
                  <a:cs typeface="Helvetica Neue Light"/>
                  <a:sym typeface="Helvetica Neue Light"/>
                </a:defRPr>
              </a:pPr>
              <a:endParaRPr sz="3200" kern="0">
                <a:solidFill>
                  <a:srgbClr val="FFFFFF"/>
                </a:solidFill>
                <a:latin typeface="Helvetica Neue Light"/>
                <a:ea typeface="Helvetica Neue Light"/>
                <a:cs typeface="Helvetica Neue Light"/>
                <a:sym typeface="Helvetica Neue Light"/>
              </a:endParaRPr>
            </a:p>
          </p:txBody>
        </p:sp>
        <p:sp>
          <p:nvSpPr>
            <p:cNvPr id="47" name="Line">
              <a:extLst>
                <a:ext uri="{FF2B5EF4-FFF2-40B4-BE49-F238E27FC236}">
                  <a16:creationId xmlns:a16="http://schemas.microsoft.com/office/drawing/2014/main" id="{CEC0F706-1868-4BD7-833A-4FF5FE8BF81C}"/>
                </a:ext>
              </a:extLst>
            </p:cNvPr>
            <p:cNvSpPr/>
            <p:nvPr/>
          </p:nvSpPr>
          <p:spPr>
            <a:xfrm>
              <a:off x="1982445" y="4749800"/>
              <a:ext cx="9065310" cy="0"/>
            </a:xfrm>
            <a:prstGeom prst="line">
              <a:avLst/>
            </a:prstGeom>
            <a:ln w="25400">
              <a:solidFill>
                <a:srgbClr val="000000"/>
              </a:solidFill>
              <a:miter lim="400000"/>
              <a:tailEnd type="triangle"/>
            </a:ln>
          </p:spPr>
          <p:txBody>
            <a:bodyPr lIns="0" tIns="0" rIns="0" bIns="0"/>
            <a:lstStyle/>
            <a:p>
              <a:pPr algn="ctr" defTabSz="584200" hangingPunct="0">
                <a:defRPr sz="3200">
                  <a:solidFill>
                    <a:srgbClr val="FFFFFF"/>
                  </a:solidFill>
                  <a:latin typeface="Helvetica Neue Light"/>
                  <a:ea typeface="Helvetica Neue Light"/>
                  <a:cs typeface="Helvetica Neue Light"/>
                  <a:sym typeface="Helvetica Neue Light"/>
                </a:defRPr>
              </a:pPr>
              <a:endParaRPr sz="3200" kern="0">
                <a:solidFill>
                  <a:srgbClr val="FFFFFF"/>
                </a:solidFill>
                <a:latin typeface="Helvetica Neue Light"/>
                <a:ea typeface="Helvetica Neue Light"/>
                <a:cs typeface="Helvetica Neue Light"/>
                <a:sym typeface="Helvetica Neue Light"/>
              </a:endParaRPr>
            </a:p>
          </p:txBody>
        </p:sp>
        <p:sp>
          <p:nvSpPr>
            <p:cNvPr id="48" name="P1">
              <a:extLst>
                <a:ext uri="{FF2B5EF4-FFF2-40B4-BE49-F238E27FC236}">
                  <a16:creationId xmlns:a16="http://schemas.microsoft.com/office/drawing/2014/main" id="{0FEFD904-D860-4CD0-B2EB-DA24066559F4}"/>
                </a:ext>
              </a:extLst>
            </p:cNvPr>
            <p:cNvSpPr txBox="1"/>
            <p:nvPr/>
          </p:nvSpPr>
          <p:spPr>
            <a:xfrm>
              <a:off x="1156469" y="2095500"/>
              <a:ext cx="766726" cy="7366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50800" tIns="50800" rIns="50800" bIns="50800" anchor="ctr">
              <a:spAutoFit/>
            </a:bodyPr>
            <a:lstStyle/>
            <a:p>
              <a:pPr algn="ctr" defTabSz="584200" hangingPunct="0"/>
              <a:r>
                <a:rPr sz="4200" kern="0">
                  <a:solidFill>
                    <a:srgbClr val="000000"/>
                  </a:solidFill>
                  <a:latin typeface="Helvetica"/>
                  <a:cs typeface="Helvetica"/>
                  <a:sym typeface="Helvetica"/>
                </a:rPr>
                <a:t>P1</a:t>
              </a:r>
            </a:p>
          </p:txBody>
        </p:sp>
        <p:sp>
          <p:nvSpPr>
            <p:cNvPr id="49" name="P2">
              <a:extLst>
                <a:ext uri="{FF2B5EF4-FFF2-40B4-BE49-F238E27FC236}">
                  <a16:creationId xmlns:a16="http://schemas.microsoft.com/office/drawing/2014/main" id="{F600E151-58A3-4372-A2ED-431576B9F37D}"/>
                </a:ext>
              </a:extLst>
            </p:cNvPr>
            <p:cNvSpPr txBox="1"/>
            <p:nvPr/>
          </p:nvSpPr>
          <p:spPr>
            <a:xfrm>
              <a:off x="1156469" y="3175000"/>
              <a:ext cx="766726" cy="7366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50800" tIns="50800" rIns="50800" bIns="50800" anchor="ctr">
              <a:spAutoFit/>
            </a:bodyPr>
            <a:lstStyle/>
            <a:p>
              <a:pPr algn="ctr" defTabSz="584200" hangingPunct="0"/>
              <a:r>
                <a:rPr sz="4200" kern="0">
                  <a:solidFill>
                    <a:srgbClr val="000000"/>
                  </a:solidFill>
                  <a:latin typeface="Helvetica"/>
                  <a:cs typeface="Helvetica"/>
                  <a:sym typeface="Helvetica"/>
                </a:rPr>
                <a:t>P2</a:t>
              </a:r>
            </a:p>
          </p:txBody>
        </p:sp>
        <p:sp>
          <p:nvSpPr>
            <p:cNvPr id="50" name="P3">
              <a:extLst>
                <a:ext uri="{FF2B5EF4-FFF2-40B4-BE49-F238E27FC236}">
                  <a16:creationId xmlns:a16="http://schemas.microsoft.com/office/drawing/2014/main" id="{0830AA15-BDF2-4452-8168-96D8D1096DBC}"/>
                </a:ext>
              </a:extLst>
            </p:cNvPr>
            <p:cNvSpPr txBox="1"/>
            <p:nvPr/>
          </p:nvSpPr>
          <p:spPr>
            <a:xfrm>
              <a:off x="1156469" y="4328783"/>
              <a:ext cx="766726" cy="7366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50800" tIns="50800" rIns="50800" bIns="50800" anchor="ctr">
              <a:spAutoFit/>
            </a:bodyPr>
            <a:lstStyle/>
            <a:p>
              <a:pPr algn="ctr" defTabSz="584200" hangingPunct="0"/>
              <a:r>
                <a:rPr sz="4200" kern="0">
                  <a:solidFill>
                    <a:srgbClr val="000000"/>
                  </a:solidFill>
                  <a:latin typeface="Helvetica"/>
                  <a:cs typeface="Helvetica"/>
                  <a:sym typeface="Helvetica"/>
                </a:rPr>
                <a:t>P3</a:t>
              </a:r>
            </a:p>
          </p:txBody>
        </p:sp>
        <p:sp>
          <p:nvSpPr>
            <p:cNvPr id="51" name="Line">
              <a:extLst>
                <a:ext uri="{FF2B5EF4-FFF2-40B4-BE49-F238E27FC236}">
                  <a16:creationId xmlns:a16="http://schemas.microsoft.com/office/drawing/2014/main" id="{FD54648E-D497-4EE8-B1A9-D4CA9C7904E6}"/>
                </a:ext>
              </a:extLst>
            </p:cNvPr>
            <p:cNvSpPr/>
            <p:nvPr/>
          </p:nvSpPr>
          <p:spPr>
            <a:xfrm>
              <a:off x="3879670" y="2439735"/>
              <a:ext cx="704919" cy="1079677"/>
            </a:xfrm>
            <a:prstGeom prst="line">
              <a:avLst/>
            </a:prstGeom>
            <a:ln w="38100">
              <a:solidFill>
                <a:srgbClr val="000000"/>
              </a:solidFill>
              <a:miter lim="400000"/>
              <a:headEnd type="oval"/>
              <a:tailEnd type="triangle"/>
            </a:ln>
          </p:spPr>
          <p:txBody>
            <a:bodyPr lIns="0" tIns="0" rIns="0" bIns="0"/>
            <a:lstStyle/>
            <a:p>
              <a:pPr algn="ctr" defTabSz="584200" hangingPunct="0">
                <a:defRPr sz="3200">
                  <a:solidFill>
                    <a:srgbClr val="FFFFFF"/>
                  </a:solidFill>
                  <a:latin typeface="Helvetica Neue Light"/>
                  <a:ea typeface="Helvetica Neue Light"/>
                  <a:cs typeface="Helvetica Neue Light"/>
                  <a:sym typeface="Helvetica Neue Light"/>
                </a:defRPr>
              </a:pPr>
              <a:endParaRPr sz="3200" kern="0">
                <a:solidFill>
                  <a:srgbClr val="FFFFFF"/>
                </a:solidFill>
                <a:latin typeface="Helvetica Neue Light"/>
                <a:ea typeface="Helvetica Neue Light"/>
                <a:cs typeface="Helvetica Neue Light"/>
                <a:sym typeface="Helvetica Neue Light"/>
              </a:endParaRPr>
            </a:p>
          </p:txBody>
        </p:sp>
        <p:sp>
          <p:nvSpPr>
            <p:cNvPr id="52" name="Circle">
              <a:extLst>
                <a:ext uri="{FF2B5EF4-FFF2-40B4-BE49-F238E27FC236}">
                  <a16:creationId xmlns:a16="http://schemas.microsoft.com/office/drawing/2014/main" id="{F3961BB4-119E-40CF-B057-825B8A5237AA}"/>
                </a:ext>
              </a:extLst>
            </p:cNvPr>
            <p:cNvSpPr/>
            <p:nvPr/>
          </p:nvSpPr>
          <p:spPr>
            <a:xfrm>
              <a:off x="2820045" y="2402839"/>
              <a:ext cx="121921" cy="121921"/>
            </a:xfrm>
            <a:prstGeom prst="ellipse">
              <a:avLst/>
            </a:prstGeom>
            <a:solidFill>
              <a:srgbClr val="000000"/>
            </a:solidFill>
            <a:ln w="25400">
              <a:solidFill>
                <a:srgbClr val="000000"/>
              </a:solidFill>
              <a:miter lim="400000"/>
            </a:ln>
          </p:spPr>
          <p:txBody>
            <a:bodyPr lIns="50800" tIns="50800" rIns="50800" bIns="50800" anchor="ctr"/>
            <a:lstStyle/>
            <a:p>
              <a:pPr algn="ctr" defTabSz="584200" hangingPunct="0">
                <a:defRPr sz="3200">
                  <a:solidFill>
                    <a:srgbClr val="FFFFFF"/>
                  </a:solidFill>
                  <a:latin typeface="Helvetica Neue Light"/>
                  <a:ea typeface="Helvetica Neue Light"/>
                  <a:cs typeface="Helvetica Neue Light"/>
                  <a:sym typeface="Helvetica Neue Light"/>
                </a:defRPr>
              </a:pPr>
              <a:endParaRPr sz="3200" kern="0">
                <a:solidFill>
                  <a:srgbClr val="FFFFFF"/>
                </a:solidFill>
                <a:latin typeface="Helvetica Neue Light"/>
                <a:ea typeface="Helvetica Neue Light"/>
                <a:cs typeface="Helvetica Neue Light"/>
                <a:sym typeface="Helvetica Neue Light"/>
              </a:endParaRPr>
            </a:p>
          </p:txBody>
        </p:sp>
        <p:sp>
          <p:nvSpPr>
            <p:cNvPr id="53" name="Circle">
              <a:extLst>
                <a:ext uri="{FF2B5EF4-FFF2-40B4-BE49-F238E27FC236}">
                  <a16:creationId xmlns:a16="http://schemas.microsoft.com/office/drawing/2014/main" id="{0101B137-9AFD-4D4C-A6E5-96BFDDBA8F19}"/>
                </a:ext>
              </a:extLst>
            </p:cNvPr>
            <p:cNvSpPr/>
            <p:nvPr/>
          </p:nvSpPr>
          <p:spPr>
            <a:xfrm>
              <a:off x="4558683" y="3533140"/>
              <a:ext cx="121921" cy="121921"/>
            </a:xfrm>
            <a:prstGeom prst="ellipse">
              <a:avLst/>
            </a:prstGeom>
            <a:solidFill>
              <a:srgbClr val="000000"/>
            </a:solidFill>
            <a:ln w="25400">
              <a:solidFill>
                <a:srgbClr val="000000"/>
              </a:solidFill>
              <a:miter lim="400000"/>
            </a:ln>
          </p:spPr>
          <p:txBody>
            <a:bodyPr lIns="50800" tIns="50800" rIns="50800" bIns="50800" anchor="ctr"/>
            <a:lstStyle/>
            <a:p>
              <a:pPr algn="ctr" defTabSz="584200" hangingPunct="0">
                <a:defRPr sz="3200">
                  <a:solidFill>
                    <a:srgbClr val="FFFFFF"/>
                  </a:solidFill>
                  <a:latin typeface="Helvetica Neue Light"/>
                  <a:ea typeface="Helvetica Neue Light"/>
                  <a:cs typeface="Helvetica Neue Light"/>
                  <a:sym typeface="Helvetica Neue Light"/>
                </a:defRPr>
              </a:pPr>
              <a:endParaRPr sz="3200" kern="0">
                <a:solidFill>
                  <a:srgbClr val="FFFFFF"/>
                </a:solidFill>
                <a:latin typeface="Helvetica Neue Light"/>
                <a:ea typeface="Helvetica Neue Light"/>
                <a:cs typeface="Helvetica Neue Light"/>
                <a:sym typeface="Helvetica Neue Light"/>
              </a:endParaRPr>
            </a:p>
          </p:txBody>
        </p:sp>
        <p:sp>
          <p:nvSpPr>
            <p:cNvPr id="54" name="Circle">
              <a:extLst>
                <a:ext uri="{FF2B5EF4-FFF2-40B4-BE49-F238E27FC236}">
                  <a16:creationId xmlns:a16="http://schemas.microsoft.com/office/drawing/2014/main" id="{F9F2BB92-E78E-4F5A-BADF-85074AD4987C}"/>
                </a:ext>
              </a:extLst>
            </p:cNvPr>
            <p:cNvSpPr/>
            <p:nvPr/>
          </p:nvSpPr>
          <p:spPr>
            <a:xfrm>
              <a:off x="2946391" y="4688840"/>
              <a:ext cx="121921" cy="121921"/>
            </a:xfrm>
            <a:prstGeom prst="ellipse">
              <a:avLst/>
            </a:prstGeom>
            <a:solidFill>
              <a:srgbClr val="000000"/>
            </a:solidFill>
            <a:ln w="25400">
              <a:solidFill>
                <a:srgbClr val="000000"/>
              </a:solidFill>
              <a:miter lim="400000"/>
            </a:ln>
          </p:spPr>
          <p:txBody>
            <a:bodyPr lIns="50800" tIns="50800" rIns="50800" bIns="50800" anchor="ctr"/>
            <a:lstStyle/>
            <a:p>
              <a:pPr algn="ctr" defTabSz="584200" hangingPunct="0">
                <a:defRPr sz="3200">
                  <a:solidFill>
                    <a:srgbClr val="FFFFFF"/>
                  </a:solidFill>
                  <a:latin typeface="Helvetica Neue Light"/>
                  <a:ea typeface="Helvetica Neue Light"/>
                  <a:cs typeface="Helvetica Neue Light"/>
                  <a:sym typeface="Helvetica Neue Light"/>
                </a:defRPr>
              </a:pPr>
              <a:endParaRPr sz="3200" kern="0">
                <a:solidFill>
                  <a:srgbClr val="FFFFFF"/>
                </a:solidFill>
                <a:latin typeface="Helvetica Neue Light"/>
                <a:ea typeface="Helvetica Neue Light"/>
                <a:cs typeface="Helvetica Neue Light"/>
                <a:sym typeface="Helvetica Neue Light"/>
              </a:endParaRPr>
            </a:p>
          </p:txBody>
        </p:sp>
        <p:sp>
          <p:nvSpPr>
            <p:cNvPr id="55" name="Circle">
              <a:extLst>
                <a:ext uri="{FF2B5EF4-FFF2-40B4-BE49-F238E27FC236}">
                  <a16:creationId xmlns:a16="http://schemas.microsoft.com/office/drawing/2014/main" id="{955B629D-24F9-48FF-954A-2F7891D97697}"/>
                </a:ext>
              </a:extLst>
            </p:cNvPr>
            <p:cNvSpPr/>
            <p:nvPr/>
          </p:nvSpPr>
          <p:spPr>
            <a:xfrm>
              <a:off x="4716942" y="4701540"/>
              <a:ext cx="121921" cy="121921"/>
            </a:xfrm>
            <a:prstGeom prst="ellipse">
              <a:avLst/>
            </a:prstGeom>
            <a:solidFill>
              <a:srgbClr val="000000"/>
            </a:solidFill>
            <a:ln w="25400">
              <a:solidFill>
                <a:srgbClr val="000000"/>
              </a:solidFill>
              <a:miter lim="400000"/>
            </a:ln>
          </p:spPr>
          <p:txBody>
            <a:bodyPr lIns="50800" tIns="50800" rIns="50800" bIns="50800" anchor="ctr"/>
            <a:lstStyle/>
            <a:p>
              <a:pPr algn="ctr" defTabSz="584200" hangingPunct="0">
                <a:defRPr sz="3200">
                  <a:solidFill>
                    <a:srgbClr val="FFFFFF"/>
                  </a:solidFill>
                  <a:latin typeface="Helvetica Neue Light"/>
                  <a:ea typeface="Helvetica Neue Light"/>
                  <a:cs typeface="Helvetica Neue Light"/>
                  <a:sym typeface="Helvetica Neue Light"/>
                </a:defRPr>
              </a:pPr>
              <a:endParaRPr sz="3200" kern="0">
                <a:solidFill>
                  <a:srgbClr val="FFFFFF"/>
                </a:solidFill>
                <a:latin typeface="Helvetica Neue Light"/>
                <a:ea typeface="Helvetica Neue Light"/>
                <a:cs typeface="Helvetica Neue Light"/>
                <a:sym typeface="Helvetica Neue Light"/>
              </a:endParaRPr>
            </a:p>
          </p:txBody>
        </p:sp>
        <p:sp>
          <p:nvSpPr>
            <p:cNvPr id="56" name="Circle">
              <a:extLst>
                <a:ext uri="{FF2B5EF4-FFF2-40B4-BE49-F238E27FC236}">
                  <a16:creationId xmlns:a16="http://schemas.microsoft.com/office/drawing/2014/main" id="{CC1863AA-5E07-418F-8915-6C195E277BC7}"/>
                </a:ext>
              </a:extLst>
            </p:cNvPr>
            <p:cNvSpPr/>
            <p:nvPr/>
          </p:nvSpPr>
          <p:spPr>
            <a:xfrm>
              <a:off x="5754135" y="3558540"/>
              <a:ext cx="121921" cy="121921"/>
            </a:xfrm>
            <a:prstGeom prst="ellipse">
              <a:avLst/>
            </a:prstGeom>
            <a:solidFill>
              <a:srgbClr val="000000"/>
            </a:solidFill>
            <a:ln w="25400">
              <a:solidFill>
                <a:srgbClr val="000000"/>
              </a:solidFill>
              <a:miter lim="400000"/>
            </a:ln>
          </p:spPr>
          <p:txBody>
            <a:bodyPr lIns="50800" tIns="50800" rIns="50800" bIns="50800" anchor="ctr"/>
            <a:lstStyle/>
            <a:p>
              <a:pPr algn="ctr" defTabSz="584200" hangingPunct="0">
                <a:defRPr sz="3200">
                  <a:solidFill>
                    <a:srgbClr val="FFFFFF"/>
                  </a:solidFill>
                  <a:latin typeface="Helvetica Neue Light"/>
                  <a:ea typeface="Helvetica Neue Light"/>
                  <a:cs typeface="Helvetica Neue Light"/>
                  <a:sym typeface="Helvetica Neue Light"/>
                </a:defRPr>
              </a:pPr>
              <a:endParaRPr sz="3200" kern="0">
                <a:solidFill>
                  <a:srgbClr val="FFFFFF"/>
                </a:solidFill>
                <a:latin typeface="Helvetica Neue Light"/>
                <a:ea typeface="Helvetica Neue Light"/>
                <a:cs typeface="Helvetica Neue Light"/>
                <a:sym typeface="Helvetica Neue Light"/>
              </a:endParaRPr>
            </a:p>
          </p:txBody>
        </p:sp>
        <p:sp>
          <p:nvSpPr>
            <p:cNvPr id="57" name="Circle">
              <a:extLst>
                <a:ext uri="{FF2B5EF4-FFF2-40B4-BE49-F238E27FC236}">
                  <a16:creationId xmlns:a16="http://schemas.microsoft.com/office/drawing/2014/main" id="{7B7A3216-0A4C-4D5F-8AE3-D81CDDDEDD80}"/>
                </a:ext>
              </a:extLst>
            </p:cNvPr>
            <p:cNvSpPr/>
            <p:nvPr/>
          </p:nvSpPr>
          <p:spPr>
            <a:xfrm>
              <a:off x="6454140" y="2402839"/>
              <a:ext cx="121921" cy="121921"/>
            </a:xfrm>
            <a:prstGeom prst="ellipse">
              <a:avLst/>
            </a:prstGeom>
            <a:solidFill>
              <a:srgbClr val="000000"/>
            </a:solidFill>
            <a:ln w="25400">
              <a:solidFill>
                <a:srgbClr val="000000"/>
              </a:solidFill>
              <a:miter lim="400000"/>
            </a:ln>
          </p:spPr>
          <p:txBody>
            <a:bodyPr lIns="50800" tIns="50800" rIns="50800" bIns="50800" anchor="ctr"/>
            <a:lstStyle/>
            <a:p>
              <a:pPr algn="ctr" defTabSz="584200" hangingPunct="0">
                <a:defRPr sz="3200">
                  <a:solidFill>
                    <a:srgbClr val="FFFFFF"/>
                  </a:solidFill>
                  <a:latin typeface="Helvetica Neue Light"/>
                  <a:ea typeface="Helvetica Neue Light"/>
                  <a:cs typeface="Helvetica Neue Light"/>
                  <a:sym typeface="Helvetica Neue Light"/>
                </a:defRPr>
              </a:pPr>
              <a:endParaRPr sz="3200" kern="0">
                <a:solidFill>
                  <a:srgbClr val="FFFFFF"/>
                </a:solidFill>
                <a:latin typeface="Helvetica Neue Light"/>
                <a:ea typeface="Helvetica Neue Light"/>
                <a:cs typeface="Helvetica Neue Light"/>
                <a:sym typeface="Helvetica Neue Light"/>
              </a:endParaRPr>
            </a:p>
          </p:txBody>
        </p:sp>
        <p:sp>
          <p:nvSpPr>
            <p:cNvPr id="58" name="Circle">
              <a:extLst>
                <a:ext uri="{FF2B5EF4-FFF2-40B4-BE49-F238E27FC236}">
                  <a16:creationId xmlns:a16="http://schemas.microsoft.com/office/drawing/2014/main" id="{A03F7DB2-331D-48C1-8E93-0116AD5EBC35}"/>
                </a:ext>
              </a:extLst>
            </p:cNvPr>
            <p:cNvSpPr/>
            <p:nvPr/>
          </p:nvSpPr>
          <p:spPr>
            <a:xfrm>
              <a:off x="7110464" y="4688840"/>
              <a:ext cx="121921" cy="121921"/>
            </a:xfrm>
            <a:prstGeom prst="ellipse">
              <a:avLst/>
            </a:prstGeom>
            <a:solidFill>
              <a:srgbClr val="000000"/>
            </a:solidFill>
            <a:ln w="25400">
              <a:solidFill>
                <a:srgbClr val="000000"/>
              </a:solidFill>
              <a:miter lim="400000"/>
            </a:ln>
          </p:spPr>
          <p:txBody>
            <a:bodyPr lIns="50800" tIns="50800" rIns="50800" bIns="50800" anchor="ctr"/>
            <a:lstStyle/>
            <a:p>
              <a:pPr algn="ctr" defTabSz="584200" hangingPunct="0">
                <a:defRPr sz="3200">
                  <a:solidFill>
                    <a:srgbClr val="FFFFFF"/>
                  </a:solidFill>
                  <a:latin typeface="Helvetica Neue Light"/>
                  <a:ea typeface="Helvetica Neue Light"/>
                  <a:cs typeface="Helvetica Neue Light"/>
                  <a:sym typeface="Helvetica Neue Light"/>
                </a:defRPr>
              </a:pPr>
              <a:endParaRPr sz="3200" kern="0">
                <a:solidFill>
                  <a:srgbClr val="FFFFFF"/>
                </a:solidFill>
                <a:latin typeface="Helvetica Neue Light"/>
                <a:ea typeface="Helvetica Neue Light"/>
                <a:cs typeface="Helvetica Neue Light"/>
                <a:sym typeface="Helvetica Neue Light"/>
              </a:endParaRPr>
            </a:p>
          </p:txBody>
        </p:sp>
        <p:sp>
          <p:nvSpPr>
            <p:cNvPr id="59" name="Circle">
              <a:extLst>
                <a:ext uri="{FF2B5EF4-FFF2-40B4-BE49-F238E27FC236}">
                  <a16:creationId xmlns:a16="http://schemas.microsoft.com/office/drawing/2014/main" id="{6547B3FC-CBE9-4612-AEBD-498FFF5709BC}"/>
                </a:ext>
              </a:extLst>
            </p:cNvPr>
            <p:cNvSpPr/>
            <p:nvPr/>
          </p:nvSpPr>
          <p:spPr>
            <a:xfrm>
              <a:off x="9902906" y="2402839"/>
              <a:ext cx="121921" cy="121921"/>
            </a:xfrm>
            <a:prstGeom prst="ellipse">
              <a:avLst/>
            </a:prstGeom>
            <a:solidFill>
              <a:srgbClr val="000000"/>
            </a:solidFill>
            <a:ln w="25400">
              <a:solidFill>
                <a:srgbClr val="000000"/>
              </a:solidFill>
              <a:miter lim="400000"/>
            </a:ln>
          </p:spPr>
          <p:txBody>
            <a:bodyPr lIns="50800" tIns="50800" rIns="50800" bIns="50800" anchor="ctr"/>
            <a:lstStyle/>
            <a:p>
              <a:pPr algn="ctr" defTabSz="584200" hangingPunct="0">
                <a:defRPr sz="3200">
                  <a:solidFill>
                    <a:srgbClr val="FFFFFF"/>
                  </a:solidFill>
                  <a:latin typeface="Helvetica Neue Light"/>
                  <a:ea typeface="Helvetica Neue Light"/>
                  <a:cs typeface="Helvetica Neue Light"/>
                  <a:sym typeface="Helvetica Neue Light"/>
                </a:defRPr>
              </a:pPr>
              <a:endParaRPr sz="3200" kern="0">
                <a:solidFill>
                  <a:srgbClr val="FFFFFF"/>
                </a:solidFill>
                <a:latin typeface="Helvetica Neue Light"/>
                <a:ea typeface="Helvetica Neue Light"/>
                <a:cs typeface="Helvetica Neue Light"/>
                <a:sym typeface="Helvetica Neue Light"/>
              </a:endParaRPr>
            </a:p>
          </p:txBody>
        </p:sp>
        <p:sp>
          <p:nvSpPr>
            <p:cNvPr id="60" name="Line">
              <a:extLst>
                <a:ext uri="{FF2B5EF4-FFF2-40B4-BE49-F238E27FC236}">
                  <a16:creationId xmlns:a16="http://schemas.microsoft.com/office/drawing/2014/main" id="{6ADA821D-6971-4A05-87B2-3C892AE3D48A}"/>
                </a:ext>
              </a:extLst>
            </p:cNvPr>
            <p:cNvSpPr/>
            <p:nvPr/>
          </p:nvSpPr>
          <p:spPr>
            <a:xfrm>
              <a:off x="5869098" y="3705534"/>
              <a:ext cx="1278367" cy="960516"/>
            </a:xfrm>
            <a:prstGeom prst="line">
              <a:avLst/>
            </a:prstGeom>
            <a:ln w="38100">
              <a:solidFill>
                <a:srgbClr val="000000"/>
              </a:solidFill>
              <a:miter lim="400000"/>
              <a:tailEnd type="triangle"/>
            </a:ln>
          </p:spPr>
          <p:txBody>
            <a:bodyPr lIns="0" tIns="0" rIns="0" bIns="0"/>
            <a:lstStyle/>
            <a:p>
              <a:pPr algn="ctr" defTabSz="584200" hangingPunct="0">
                <a:defRPr sz="3200">
                  <a:solidFill>
                    <a:srgbClr val="FFFFFF"/>
                  </a:solidFill>
                  <a:latin typeface="Helvetica Neue Light"/>
                  <a:ea typeface="Helvetica Neue Light"/>
                  <a:cs typeface="Helvetica Neue Light"/>
                  <a:sym typeface="Helvetica Neue Light"/>
                </a:defRPr>
              </a:pPr>
              <a:endParaRPr sz="3200" kern="0">
                <a:solidFill>
                  <a:srgbClr val="FFFFFF"/>
                </a:solidFill>
                <a:latin typeface="Helvetica Neue Light"/>
                <a:ea typeface="Helvetica Neue Light"/>
                <a:cs typeface="Helvetica Neue Light"/>
                <a:sym typeface="Helvetica Neue Light"/>
              </a:endParaRPr>
            </a:p>
          </p:txBody>
        </p:sp>
        <p:sp>
          <p:nvSpPr>
            <p:cNvPr id="61" name="Circle">
              <a:extLst>
                <a:ext uri="{FF2B5EF4-FFF2-40B4-BE49-F238E27FC236}">
                  <a16:creationId xmlns:a16="http://schemas.microsoft.com/office/drawing/2014/main" id="{582A9A7D-4C60-42DE-921E-CD16C9D43188}"/>
                </a:ext>
              </a:extLst>
            </p:cNvPr>
            <p:cNvSpPr/>
            <p:nvPr/>
          </p:nvSpPr>
          <p:spPr>
            <a:xfrm>
              <a:off x="8761464" y="4688840"/>
              <a:ext cx="121921" cy="121921"/>
            </a:xfrm>
            <a:prstGeom prst="ellipse">
              <a:avLst/>
            </a:prstGeom>
            <a:solidFill>
              <a:srgbClr val="000000"/>
            </a:solidFill>
            <a:ln w="25400">
              <a:solidFill>
                <a:srgbClr val="000000"/>
              </a:solidFill>
              <a:miter lim="400000"/>
            </a:ln>
          </p:spPr>
          <p:txBody>
            <a:bodyPr lIns="50800" tIns="50800" rIns="50800" bIns="50800" anchor="ctr"/>
            <a:lstStyle/>
            <a:p>
              <a:pPr algn="ctr" defTabSz="584200" hangingPunct="0">
                <a:defRPr sz="3200">
                  <a:solidFill>
                    <a:srgbClr val="FFFFFF"/>
                  </a:solidFill>
                  <a:latin typeface="Helvetica Neue Light"/>
                  <a:ea typeface="Helvetica Neue Light"/>
                  <a:cs typeface="Helvetica Neue Light"/>
                  <a:sym typeface="Helvetica Neue Light"/>
                </a:defRPr>
              </a:pPr>
              <a:endParaRPr sz="3200" kern="0">
                <a:solidFill>
                  <a:srgbClr val="FFFFFF"/>
                </a:solidFill>
                <a:latin typeface="Helvetica Neue Light"/>
                <a:ea typeface="Helvetica Neue Light"/>
                <a:cs typeface="Helvetica Neue Light"/>
                <a:sym typeface="Helvetica Neue Light"/>
              </a:endParaRPr>
            </a:p>
          </p:txBody>
        </p:sp>
        <p:sp>
          <p:nvSpPr>
            <p:cNvPr id="62" name="Line">
              <a:extLst>
                <a:ext uri="{FF2B5EF4-FFF2-40B4-BE49-F238E27FC236}">
                  <a16:creationId xmlns:a16="http://schemas.microsoft.com/office/drawing/2014/main" id="{1444742C-5231-45D7-B901-7132053DCC8F}"/>
                </a:ext>
              </a:extLst>
            </p:cNvPr>
            <p:cNvSpPr/>
            <p:nvPr/>
          </p:nvSpPr>
          <p:spPr>
            <a:xfrm flipV="1">
              <a:off x="8836410" y="2513679"/>
              <a:ext cx="1102343" cy="2190392"/>
            </a:xfrm>
            <a:prstGeom prst="line">
              <a:avLst/>
            </a:prstGeom>
            <a:ln w="38100">
              <a:solidFill>
                <a:srgbClr val="000000"/>
              </a:solidFill>
              <a:miter lim="400000"/>
              <a:tailEnd type="triangle"/>
            </a:ln>
          </p:spPr>
          <p:txBody>
            <a:bodyPr lIns="0" tIns="0" rIns="0" bIns="0"/>
            <a:lstStyle/>
            <a:p>
              <a:pPr algn="ctr" defTabSz="584200" hangingPunct="0">
                <a:defRPr sz="3200">
                  <a:solidFill>
                    <a:srgbClr val="FFFFFF"/>
                  </a:solidFill>
                  <a:latin typeface="Helvetica Neue Light"/>
                  <a:ea typeface="Helvetica Neue Light"/>
                  <a:cs typeface="Helvetica Neue Light"/>
                  <a:sym typeface="Helvetica Neue Light"/>
                </a:defRPr>
              </a:pPr>
              <a:endParaRPr sz="3200" kern="0">
                <a:solidFill>
                  <a:srgbClr val="FFFFFF"/>
                </a:solidFill>
                <a:latin typeface="Helvetica Neue Light"/>
                <a:ea typeface="Helvetica Neue Light"/>
                <a:cs typeface="Helvetica Neue Light"/>
                <a:sym typeface="Helvetica Neue Light"/>
              </a:endParaRPr>
            </a:p>
          </p:txBody>
        </p:sp>
        <p:sp>
          <p:nvSpPr>
            <p:cNvPr id="63" name="1,0,0">
              <a:extLst>
                <a:ext uri="{FF2B5EF4-FFF2-40B4-BE49-F238E27FC236}">
                  <a16:creationId xmlns:a16="http://schemas.microsoft.com/office/drawing/2014/main" id="{D99BB243-578D-491A-AB2E-0DCA9C2EDBFF}"/>
                </a:ext>
              </a:extLst>
            </p:cNvPr>
            <p:cNvSpPr txBox="1"/>
            <p:nvPr/>
          </p:nvSpPr>
          <p:spPr>
            <a:xfrm>
              <a:off x="2431499" y="1844686"/>
              <a:ext cx="876952" cy="5080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50800" tIns="50800" rIns="50800" bIns="50800" anchor="ctr">
              <a:spAutoFit/>
            </a:bodyPr>
            <a:lstStyle>
              <a:lvl1pPr>
                <a:defRPr sz="2700"/>
              </a:lvl1pPr>
            </a:lstStyle>
            <a:p>
              <a:pPr algn="ctr" defTabSz="584200" hangingPunct="0"/>
              <a:r>
                <a:rPr kern="0">
                  <a:solidFill>
                    <a:srgbClr val="000000"/>
                  </a:solidFill>
                  <a:latin typeface="Helvetica"/>
                  <a:cs typeface="Helvetica"/>
                  <a:sym typeface="Helvetica"/>
                </a:rPr>
                <a:t>1,0,0</a:t>
              </a:r>
            </a:p>
          </p:txBody>
        </p:sp>
        <p:sp>
          <p:nvSpPr>
            <p:cNvPr id="64" name="0,0,1">
              <a:extLst>
                <a:ext uri="{FF2B5EF4-FFF2-40B4-BE49-F238E27FC236}">
                  <a16:creationId xmlns:a16="http://schemas.microsoft.com/office/drawing/2014/main" id="{4730BA87-C145-4BCB-9668-F90213183C4F}"/>
                </a:ext>
              </a:extLst>
            </p:cNvPr>
            <p:cNvSpPr txBox="1"/>
            <p:nvPr/>
          </p:nvSpPr>
          <p:spPr>
            <a:xfrm>
              <a:off x="2568875" y="5051413"/>
              <a:ext cx="876953" cy="5080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50800" tIns="50800" rIns="50800" bIns="50800" anchor="ctr">
              <a:spAutoFit/>
            </a:bodyPr>
            <a:lstStyle>
              <a:lvl1pPr>
                <a:defRPr sz="2700"/>
              </a:lvl1pPr>
            </a:lstStyle>
            <a:p>
              <a:pPr algn="ctr" defTabSz="584200" hangingPunct="0"/>
              <a:r>
                <a:rPr kern="0">
                  <a:solidFill>
                    <a:srgbClr val="000000"/>
                  </a:solidFill>
                  <a:latin typeface="Helvetica"/>
                  <a:cs typeface="Helvetica"/>
                  <a:sym typeface="Helvetica"/>
                </a:rPr>
                <a:t>0,0,1</a:t>
              </a:r>
            </a:p>
          </p:txBody>
        </p:sp>
        <p:sp>
          <p:nvSpPr>
            <p:cNvPr id="65" name="0,0,2">
              <a:extLst>
                <a:ext uri="{FF2B5EF4-FFF2-40B4-BE49-F238E27FC236}">
                  <a16:creationId xmlns:a16="http://schemas.microsoft.com/office/drawing/2014/main" id="{F95E255B-0E49-4A0F-A545-1B40CDE9E5C7}"/>
                </a:ext>
              </a:extLst>
            </p:cNvPr>
            <p:cNvSpPr txBox="1"/>
            <p:nvPr/>
          </p:nvSpPr>
          <p:spPr>
            <a:xfrm>
              <a:off x="4219875" y="5051413"/>
              <a:ext cx="876952" cy="5080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50800" tIns="50800" rIns="50800" bIns="50800" anchor="ctr">
              <a:spAutoFit/>
            </a:bodyPr>
            <a:lstStyle>
              <a:lvl1pPr>
                <a:defRPr sz="2700"/>
              </a:lvl1pPr>
            </a:lstStyle>
            <a:p>
              <a:pPr algn="ctr" defTabSz="584200" hangingPunct="0"/>
              <a:r>
                <a:rPr kern="0">
                  <a:solidFill>
                    <a:srgbClr val="000000"/>
                  </a:solidFill>
                  <a:latin typeface="Helvetica"/>
                  <a:cs typeface="Helvetica"/>
                  <a:sym typeface="Helvetica"/>
                </a:rPr>
                <a:t>0,0,2</a:t>
              </a:r>
            </a:p>
          </p:txBody>
        </p:sp>
        <p:sp>
          <p:nvSpPr>
            <p:cNvPr id="66" name="2,2,3">
              <a:extLst>
                <a:ext uri="{FF2B5EF4-FFF2-40B4-BE49-F238E27FC236}">
                  <a16:creationId xmlns:a16="http://schemas.microsoft.com/office/drawing/2014/main" id="{B4CCC4BA-718A-40EE-99CD-F6063C264C67}"/>
                </a:ext>
              </a:extLst>
            </p:cNvPr>
            <p:cNvSpPr txBox="1"/>
            <p:nvPr/>
          </p:nvSpPr>
          <p:spPr>
            <a:xfrm>
              <a:off x="6759875" y="5051413"/>
              <a:ext cx="876952" cy="5080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50800" tIns="50800" rIns="50800" bIns="50800" anchor="ctr">
              <a:spAutoFit/>
            </a:bodyPr>
            <a:lstStyle>
              <a:lvl1pPr>
                <a:defRPr sz="2700"/>
              </a:lvl1pPr>
            </a:lstStyle>
            <a:p>
              <a:pPr algn="ctr" defTabSz="584200" hangingPunct="0"/>
              <a:r>
                <a:rPr kern="0">
                  <a:solidFill>
                    <a:srgbClr val="000000"/>
                  </a:solidFill>
                  <a:latin typeface="Helvetica"/>
                  <a:cs typeface="Helvetica"/>
                  <a:sym typeface="Helvetica"/>
                </a:rPr>
                <a:t>2,2,3</a:t>
              </a:r>
            </a:p>
          </p:txBody>
        </p:sp>
        <p:sp>
          <p:nvSpPr>
            <p:cNvPr id="67" name="2,0,0">
              <a:extLst>
                <a:ext uri="{FF2B5EF4-FFF2-40B4-BE49-F238E27FC236}">
                  <a16:creationId xmlns:a16="http://schemas.microsoft.com/office/drawing/2014/main" id="{2910A1AF-9FDD-416D-ACC0-3C4C3C1C5AA7}"/>
                </a:ext>
              </a:extLst>
            </p:cNvPr>
            <p:cNvSpPr txBox="1"/>
            <p:nvPr/>
          </p:nvSpPr>
          <p:spPr>
            <a:xfrm>
              <a:off x="3519989" y="1844686"/>
              <a:ext cx="876952" cy="5080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50800" tIns="50800" rIns="50800" bIns="50800" anchor="ctr">
              <a:spAutoFit/>
            </a:bodyPr>
            <a:lstStyle>
              <a:lvl1pPr>
                <a:defRPr sz="2700"/>
              </a:lvl1pPr>
            </a:lstStyle>
            <a:p>
              <a:pPr algn="ctr" defTabSz="584200" hangingPunct="0"/>
              <a:r>
                <a:rPr kern="0">
                  <a:solidFill>
                    <a:srgbClr val="000000"/>
                  </a:solidFill>
                  <a:latin typeface="Helvetica"/>
                  <a:cs typeface="Helvetica"/>
                  <a:sym typeface="Helvetica"/>
                </a:rPr>
                <a:t>2,0,0</a:t>
              </a:r>
            </a:p>
          </p:txBody>
        </p:sp>
        <p:sp>
          <p:nvSpPr>
            <p:cNvPr id="68" name="2,1,0">
              <a:extLst>
                <a:ext uri="{FF2B5EF4-FFF2-40B4-BE49-F238E27FC236}">
                  <a16:creationId xmlns:a16="http://schemas.microsoft.com/office/drawing/2014/main" id="{3DCB5D05-F833-4578-9DC2-81C9E43660E8}"/>
                </a:ext>
              </a:extLst>
            </p:cNvPr>
            <p:cNvSpPr txBox="1"/>
            <p:nvPr/>
          </p:nvSpPr>
          <p:spPr>
            <a:xfrm>
              <a:off x="3927775" y="3845236"/>
              <a:ext cx="876952" cy="5080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50800" tIns="50800" rIns="50800" bIns="50800" anchor="ctr">
              <a:spAutoFit/>
            </a:bodyPr>
            <a:lstStyle>
              <a:lvl1pPr>
                <a:defRPr sz="2700"/>
              </a:lvl1pPr>
            </a:lstStyle>
            <a:p>
              <a:pPr algn="ctr" defTabSz="584200" hangingPunct="0"/>
              <a:r>
                <a:rPr kern="0">
                  <a:solidFill>
                    <a:srgbClr val="000000"/>
                  </a:solidFill>
                  <a:latin typeface="Helvetica"/>
                  <a:cs typeface="Helvetica"/>
                  <a:sym typeface="Helvetica"/>
                </a:rPr>
                <a:t>2,1,0</a:t>
              </a:r>
            </a:p>
          </p:txBody>
        </p:sp>
        <p:sp>
          <p:nvSpPr>
            <p:cNvPr id="69" name="2,2,0">
              <a:extLst>
                <a:ext uri="{FF2B5EF4-FFF2-40B4-BE49-F238E27FC236}">
                  <a16:creationId xmlns:a16="http://schemas.microsoft.com/office/drawing/2014/main" id="{ED79C115-5671-47C4-9AC0-0D561000A934}"/>
                </a:ext>
              </a:extLst>
            </p:cNvPr>
            <p:cNvSpPr txBox="1"/>
            <p:nvPr/>
          </p:nvSpPr>
          <p:spPr>
            <a:xfrm>
              <a:off x="5105354" y="3845236"/>
              <a:ext cx="876952" cy="5080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50800" tIns="50800" rIns="50800" bIns="50800" anchor="ctr">
              <a:spAutoFit/>
            </a:bodyPr>
            <a:lstStyle>
              <a:lvl1pPr>
                <a:defRPr sz="2700"/>
              </a:lvl1pPr>
            </a:lstStyle>
            <a:p>
              <a:pPr algn="ctr" defTabSz="584200" hangingPunct="0"/>
              <a:r>
                <a:rPr kern="0">
                  <a:solidFill>
                    <a:srgbClr val="000000"/>
                  </a:solidFill>
                  <a:latin typeface="Helvetica"/>
                  <a:cs typeface="Helvetica"/>
                  <a:sym typeface="Helvetica"/>
                </a:rPr>
                <a:t>2,2,0</a:t>
              </a:r>
            </a:p>
          </p:txBody>
        </p:sp>
        <p:sp>
          <p:nvSpPr>
            <p:cNvPr id="70" name="3,0,0">
              <a:extLst>
                <a:ext uri="{FF2B5EF4-FFF2-40B4-BE49-F238E27FC236}">
                  <a16:creationId xmlns:a16="http://schemas.microsoft.com/office/drawing/2014/main" id="{F9D9F488-62E5-4847-8527-7518DEE587C1}"/>
                </a:ext>
              </a:extLst>
            </p:cNvPr>
            <p:cNvSpPr txBox="1"/>
            <p:nvPr/>
          </p:nvSpPr>
          <p:spPr>
            <a:xfrm>
              <a:off x="6059989" y="1844686"/>
              <a:ext cx="876952" cy="5080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50800" tIns="50800" rIns="50800" bIns="50800" anchor="ctr">
              <a:spAutoFit/>
            </a:bodyPr>
            <a:lstStyle>
              <a:lvl1pPr>
                <a:defRPr sz="2700"/>
              </a:lvl1pPr>
            </a:lstStyle>
            <a:p>
              <a:pPr algn="ctr" defTabSz="584200" hangingPunct="0"/>
              <a:r>
                <a:rPr kern="0">
                  <a:solidFill>
                    <a:srgbClr val="000000"/>
                  </a:solidFill>
                  <a:latin typeface="Helvetica"/>
                  <a:cs typeface="Helvetica"/>
                  <a:sym typeface="Helvetica"/>
                </a:rPr>
                <a:t>3,0,0</a:t>
              </a:r>
            </a:p>
          </p:txBody>
        </p:sp>
        <p:sp>
          <p:nvSpPr>
            <p:cNvPr id="71" name="2,2,4">
              <a:extLst>
                <a:ext uri="{FF2B5EF4-FFF2-40B4-BE49-F238E27FC236}">
                  <a16:creationId xmlns:a16="http://schemas.microsoft.com/office/drawing/2014/main" id="{E75AE8ED-E8FC-4281-A1D2-DCBEA21CCC4C}"/>
                </a:ext>
              </a:extLst>
            </p:cNvPr>
            <p:cNvSpPr txBox="1"/>
            <p:nvPr/>
          </p:nvSpPr>
          <p:spPr>
            <a:xfrm>
              <a:off x="8283875" y="5051413"/>
              <a:ext cx="876952" cy="5080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50800" tIns="50800" rIns="50800" bIns="50800" anchor="ctr">
              <a:spAutoFit/>
            </a:bodyPr>
            <a:lstStyle>
              <a:lvl1pPr>
                <a:defRPr sz="2700"/>
              </a:lvl1pPr>
            </a:lstStyle>
            <a:p>
              <a:pPr algn="ctr" defTabSz="584200" hangingPunct="0"/>
              <a:r>
                <a:rPr kern="0">
                  <a:solidFill>
                    <a:srgbClr val="000000"/>
                  </a:solidFill>
                  <a:latin typeface="Helvetica"/>
                  <a:cs typeface="Helvetica"/>
                  <a:sym typeface="Helvetica"/>
                </a:rPr>
                <a:t>2,2,4</a:t>
              </a:r>
            </a:p>
          </p:txBody>
        </p:sp>
        <p:sp>
          <p:nvSpPr>
            <p:cNvPr id="72" name="4,2,4">
              <a:extLst>
                <a:ext uri="{FF2B5EF4-FFF2-40B4-BE49-F238E27FC236}">
                  <a16:creationId xmlns:a16="http://schemas.microsoft.com/office/drawing/2014/main" id="{693B0534-3959-4CD0-834C-0CF13AF94F7D}"/>
                </a:ext>
              </a:extLst>
            </p:cNvPr>
            <p:cNvSpPr txBox="1"/>
            <p:nvPr/>
          </p:nvSpPr>
          <p:spPr>
            <a:xfrm>
              <a:off x="9525390" y="1879139"/>
              <a:ext cx="876952" cy="5080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50800" tIns="50800" rIns="50800" bIns="50800" anchor="ctr">
              <a:spAutoFit/>
            </a:bodyPr>
            <a:lstStyle>
              <a:lvl1pPr>
                <a:defRPr sz="2700"/>
              </a:lvl1pPr>
            </a:lstStyle>
            <a:p>
              <a:pPr algn="ctr" defTabSz="584200" hangingPunct="0"/>
              <a:r>
                <a:rPr kern="0">
                  <a:solidFill>
                    <a:srgbClr val="000000"/>
                  </a:solidFill>
                  <a:latin typeface="Helvetica"/>
                  <a:cs typeface="Helvetica"/>
                  <a:sym typeface="Helvetica"/>
                </a:rPr>
                <a:t>4,2,4</a:t>
              </a:r>
            </a:p>
          </p:txBody>
        </p:sp>
        <p:sp>
          <p:nvSpPr>
            <p:cNvPr id="73" name="a">
              <a:extLst>
                <a:ext uri="{FF2B5EF4-FFF2-40B4-BE49-F238E27FC236}">
                  <a16:creationId xmlns:a16="http://schemas.microsoft.com/office/drawing/2014/main" id="{77ADF3CC-283E-45C9-8AC1-35310832C528}"/>
                </a:ext>
              </a:extLst>
            </p:cNvPr>
            <p:cNvSpPr txBox="1"/>
            <p:nvPr/>
          </p:nvSpPr>
          <p:spPr>
            <a:xfrm>
              <a:off x="2731215" y="2382520"/>
              <a:ext cx="305006" cy="5080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50800" tIns="50800" rIns="50800" bIns="50800" anchor="ctr">
              <a:spAutoFit/>
            </a:bodyPr>
            <a:lstStyle>
              <a:lvl1pPr>
                <a:defRPr sz="2700" i="1">
                  <a:solidFill>
                    <a:schemeClr val="accent5"/>
                  </a:solidFill>
                </a:defRPr>
              </a:lvl1pPr>
            </a:lstStyle>
            <a:p>
              <a:pPr algn="ctr" defTabSz="584200" hangingPunct="0"/>
              <a:r>
                <a:rPr kern="0">
                  <a:solidFill>
                    <a:srgbClr val="C82506"/>
                  </a:solidFill>
                  <a:latin typeface="Helvetica"/>
                  <a:cs typeface="Helvetica"/>
                  <a:sym typeface="Helvetica"/>
                </a:rPr>
                <a:t>a</a:t>
              </a:r>
            </a:p>
          </p:txBody>
        </p:sp>
        <p:sp>
          <p:nvSpPr>
            <p:cNvPr id="74" name="b">
              <a:extLst>
                <a:ext uri="{FF2B5EF4-FFF2-40B4-BE49-F238E27FC236}">
                  <a16:creationId xmlns:a16="http://schemas.microsoft.com/office/drawing/2014/main" id="{820A2580-2F65-44E5-8A4D-F902ED457F7E}"/>
                </a:ext>
              </a:extLst>
            </p:cNvPr>
            <p:cNvSpPr txBox="1"/>
            <p:nvPr/>
          </p:nvSpPr>
          <p:spPr>
            <a:xfrm>
              <a:off x="2858215" y="4744720"/>
              <a:ext cx="305006" cy="5080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50800" tIns="50800" rIns="50800" bIns="50800" anchor="ctr">
              <a:spAutoFit/>
            </a:bodyPr>
            <a:lstStyle>
              <a:lvl1pPr>
                <a:defRPr sz="2700" i="1">
                  <a:solidFill>
                    <a:schemeClr val="accent5"/>
                  </a:solidFill>
                </a:defRPr>
              </a:lvl1pPr>
            </a:lstStyle>
            <a:p>
              <a:pPr algn="ctr" defTabSz="584200" hangingPunct="0"/>
              <a:r>
                <a:rPr kern="0">
                  <a:solidFill>
                    <a:srgbClr val="C82506"/>
                  </a:solidFill>
                  <a:latin typeface="Helvetica"/>
                  <a:cs typeface="Helvetica"/>
                  <a:sym typeface="Helvetica"/>
                </a:rPr>
                <a:t>b</a:t>
              </a:r>
            </a:p>
          </p:txBody>
        </p:sp>
        <p:sp>
          <p:nvSpPr>
            <p:cNvPr id="75" name="c">
              <a:extLst>
                <a:ext uri="{FF2B5EF4-FFF2-40B4-BE49-F238E27FC236}">
                  <a16:creationId xmlns:a16="http://schemas.microsoft.com/office/drawing/2014/main" id="{647D7D51-2826-4A0B-A08D-560C7DE7A026}"/>
                </a:ext>
              </a:extLst>
            </p:cNvPr>
            <p:cNvSpPr txBox="1"/>
            <p:nvPr/>
          </p:nvSpPr>
          <p:spPr>
            <a:xfrm>
              <a:off x="3685130" y="2367591"/>
              <a:ext cx="285751" cy="5080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50800" tIns="50800" rIns="50800" bIns="50800" anchor="ctr">
              <a:spAutoFit/>
            </a:bodyPr>
            <a:lstStyle>
              <a:lvl1pPr>
                <a:defRPr sz="2700" i="1">
                  <a:solidFill>
                    <a:schemeClr val="accent5"/>
                  </a:solidFill>
                </a:defRPr>
              </a:lvl1pPr>
            </a:lstStyle>
            <a:p>
              <a:pPr algn="ctr" defTabSz="584200" hangingPunct="0"/>
              <a:r>
                <a:rPr kern="0">
                  <a:solidFill>
                    <a:srgbClr val="C82506"/>
                  </a:solidFill>
                  <a:latin typeface="Helvetica"/>
                  <a:cs typeface="Helvetica"/>
                  <a:sym typeface="Helvetica"/>
                </a:rPr>
                <a:t>c</a:t>
              </a:r>
            </a:p>
          </p:txBody>
        </p:sp>
        <p:sp>
          <p:nvSpPr>
            <p:cNvPr id="76" name="d">
              <a:extLst>
                <a:ext uri="{FF2B5EF4-FFF2-40B4-BE49-F238E27FC236}">
                  <a16:creationId xmlns:a16="http://schemas.microsoft.com/office/drawing/2014/main" id="{B292970D-4125-4171-B275-D48AE9EDBDB7}"/>
                </a:ext>
              </a:extLst>
            </p:cNvPr>
            <p:cNvSpPr txBox="1"/>
            <p:nvPr/>
          </p:nvSpPr>
          <p:spPr>
            <a:xfrm>
              <a:off x="4625400" y="4744720"/>
              <a:ext cx="305006" cy="5080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50800" tIns="50800" rIns="50800" bIns="50800" anchor="ctr">
              <a:spAutoFit/>
            </a:bodyPr>
            <a:lstStyle>
              <a:lvl1pPr>
                <a:defRPr sz="2700" i="1">
                  <a:solidFill>
                    <a:schemeClr val="accent5"/>
                  </a:solidFill>
                </a:defRPr>
              </a:lvl1pPr>
            </a:lstStyle>
            <a:p>
              <a:pPr algn="ctr" defTabSz="584200" hangingPunct="0"/>
              <a:r>
                <a:rPr kern="0">
                  <a:solidFill>
                    <a:srgbClr val="C82506"/>
                  </a:solidFill>
                  <a:latin typeface="Helvetica"/>
                  <a:cs typeface="Helvetica"/>
                  <a:sym typeface="Helvetica"/>
                </a:rPr>
                <a:t>d</a:t>
              </a:r>
            </a:p>
          </p:txBody>
        </p:sp>
        <p:sp>
          <p:nvSpPr>
            <p:cNvPr id="77" name="e">
              <a:extLst>
                <a:ext uri="{FF2B5EF4-FFF2-40B4-BE49-F238E27FC236}">
                  <a16:creationId xmlns:a16="http://schemas.microsoft.com/office/drawing/2014/main" id="{275612F2-FCC2-4C82-AF1D-3F46CD40C104}"/>
                </a:ext>
              </a:extLst>
            </p:cNvPr>
            <p:cNvSpPr txBox="1"/>
            <p:nvPr/>
          </p:nvSpPr>
          <p:spPr>
            <a:xfrm>
              <a:off x="4472898" y="3545840"/>
              <a:ext cx="305005" cy="5080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50800" tIns="50800" rIns="50800" bIns="50800" anchor="ctr">
              <a:spAutoFit/>
            </a:bodyPr>
            <a:lstStyle>
              <a:lvl1pPr>
                <a:defRPr sz="2700" i="1">
                  <a:solidFill>
                    <a:schemeClr val="accent5"/>
                  </a:solidFill>
                </a:defRPr>
              </a:lvl1pPr>
            </a:lstStyle>
            <a:p>
              <a:pPr algn="ctr" defTabSz="584200" hangingPunct="0"/>
              <a:r>
                <a:rPr kern="0">
                  <a:solidFill>
                    <a:srgbClr val="C82506"/>
                  </a:solidFill>
                  <a:latin typeface="Helvetica"/>
                  <a:cs typeface="Helvetica"/>
                  <a:sym typeface="Helvetica"/>
                </a:rPr>
                <a:t>e</a:t>
              </a:r>
            </a:p>
          </p:txBody>
        </p:sp>
        <p:sp>
          <p:nvSpPr>
            <p:cNvPr id="78" name="f">
              <a:extLst>
                <a:ext uri="{FF2B5EF4-FFF2-40B4-BE49-F238E27FC236}">
                  <a16:creationId xmlns:a16="http://schemas.microsoft.com/office/drawing/2014/main" id="{B29FE837-FB88-453A-A04B-73A8713B0647}"/>
                </a:ext>
              </a:extLst>
            </p:cNvPr>
            <p:cNvSpPr txBox="1"/>
            <p:nvPr/>
          </p:nvSpPr>
          <p:spPr>
            <a:xfrm>
              <a:off x="5522413" y="3541383"/>
              <a:ext cx="209570" cy="5080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50800" tIns="50800" rIns="50800" bIns="50800" anchor="ctr">
              <a:spAutoFit/>
            </a:bodyPr>
            <a:lstStyle>
              <a:lvl1pPr>
                <a:defRPr sz="2700" i="1">
                  <a:solidFill>
                    <a:schemeClr val="accent5"/>
                  </a:solidFill>
                </a:defRPr>
              </a:lvl1pPr>
            </a:lstStyle>
            <a:p>
              <a:pPr algn="ctr" defTabSz="584200" hangingPunct="0"/>
              <a:r>
                <a:rPr kern="0">
                  <a:solidFill>
                    <a:srgbClr val="C82506"/>
                  </a:solidFill>
                  <a:latin typeface="Helvetica"/>
                  <a:cs typeface="Helvetica"/>
                  <a:sym typeface="Helvetica"/>
                </a:rPr>
                <a:t>f</a:t>
              </a:r>
            </a:p>
          </p:txBody>
        </p:sp>
        <p:sp>
          <p:nvSpPr>
            <p:cNvPr id="79" name="g">
              <a:extLst>
                <a:ext uri="{FF2B5EF4-FFF2-40B4-BE49-F238E27FC236}">
                  <a16:creationId xmlns:a16="http://schemas.microsoft.com/office/drawing/2014/main" id="{5054254F-A34B-4931-B970-92DE232FCB4A}"/>
                </a:ext>
              </a:extLst>
            </p:cNvPr>
            <p:cNvSpPr txBox="1"/>
            <p:nvPr/>
          </p:nvSpPr>
          <p:spPr>
            <a:xfrm>
              <a:off x="6310710" y="2395220"/>
              <a:ext cx="305006" cy="5080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50800" tIns="50800" rIns="50800" bIns="50800" anchor="ctr">
              <a:spAutoFit/>
            </a:bodyPr>
            <a:lstStyle>
              <a:lvl1pPr>
                <a:defRPr sz="2700" i="1">
                  <a:solidFill>
                    <a:schemeClr val="accent5"/>
                  </a:solidFill>
                </a:defRPr>
              </a:lvl1pPr>
            </a:lstStyle>
            <a:p>
              <a:pPr algn="ctr" defTabSz="584200" hangingPunct="0"/>
              <a:r>
                <a:rPr kern="0">
                  <a:solidFill>
                    <a:srgbClr val="C82506"/>
                  </a:solidFill>
                  <a:latin typeface="Helvetica"/>
                  <a:cs typeface="Helvetica"/>
                  <a:sym typeface="Helvetica"/>
                </a:rPr>
                <a:t>g</a:t>
              </a:r>
            </a:p>
          </p:txBody>
        </p:sp>
        <p:sp>
          <p:nvSpPr>
            <p:cNvPr id="80" name="h">
              <a:extLst>
                <a:ext uri="{FF2B5EF4-FFF2-40B4-BE49-F238E27FC236}">
                  <a16:creationId xmlns:a16="http://schemas.microsoft.com/office/drawing/2014/main" id="{EB406E75-5135-4B53-8EE3-02D9A35FCED5}"/>
                </a:ext>
              </a:extLst>
            </p:cNvPr>
            <p:cNvSpPr txBox="1"/>
            <p:nvPr/>
          </p:nvSpPr>
          <p:spPr>
            <a:xfrm>
              <a:off x="7018921" y="4744720"/>
              <a:ext cx="305006" cy="5080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50800" tIns="50800" rIns="50800" bIns="50800" anchor="ctr">
              <a:spAutoFit/>
            </a:bodyPr>
            <a:lstStyle>
              <a:lvl1pPr>
                <a:defRPr sz="2700" i="1">
                  <a:solidFill>
                    <a:schemeClr val="accent5"/>
                  </a:solidFill>
                </a:defRPr>
              </a:lvl1pPr>
            </a:lstStyle>
            <a:p>
              <a:pPr algn="ctr" defTabSz="584200" hangingPunct="0"/>
              <a:r>
                <a:rPr kern="0">
                  <a:solidFill>
                    <a:srgbClr val="C82506"/>
                  </a:solidFill>
                  <a:latin typeface="Helvetica"/>
                  <a:cs typeface="Helvetica"/>
                  <a:sym typeface="Helvetica"/>
                </a:rPr>
                <a:t>h</a:t>
              </a:r>
            </a:p>
          </p:txBody>
        </p:sp>
        <p:sp>
          <p:nvSpPr>
            <p:cNvPr id="81" name="i">
              <a:extLst>
                <a:ext uri="{FF2B5EF4-FFF2-40B4-BE49-F238E27FC236}">
                  <a16:creationId xmlns:a16="http://schemas.microsoft.com/office/drawing/2014/main" id="{F09D189E-1A5F-43B1-8F25-C0B5FD3AECC9}"/>
                </a:ext>
              </a:extLst>
            </p:cNvPr>
            <p:cNvSpPr txBox="1"/>
            <p:nvPr/>
          </p:nvSpPr>
          <p:spPr>
            <a:xfrm>
              <a:off x="8727183" y="4744720"/>
              <a:ext cx="190482" cy="5080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50800" tIns="50800" rIns="50800" bIns="50800" anchor="ctr">
              <a:spAutoFit/>
            </a:bodyPr>
            <a:lstStyle>
              <a:lvl1pPr>
                <a:defRPr sz="2700" i="1">
                  <a:solidFill>
                    <a:schemeClr val="accent5"/>
                  </a:solidFill>
                </a:defRPr>
              </a:lvl1pPr>
            </a:lstStyle>
            <a:p>
              <a:pPr algn="ctr" defTabSz="584200" hangingPunct="0"/>
              <a:r>
                <a:rPr kern="0">
                  <a:solidFill>
                    <a:srgbClr val="C82506"/>
                  </a:solidFill>
                  <a:latin typeface="Helvetica"/>
                  <a:cs typeface="Helvetica"/>
                  <a:sym typeface="Helvetica"/>
                </a:rPr>
                <a:t>i</a:t>
              </a:r>
            </a:p>
          </p:txBody>
        </p:sp>
        <p:sp>
          <p:nvSpPr>
            <p:cNvPr id="82" name="j">
              <a:extLst>
                <a:ext uri="{FF2B5EF4-FFF2-40B4-BE49-F238E27FC236}">
                  <a16:creationId xmlns:a16="http://schemas.microsoft.com/office/drawing/2014/main" id="{F3FABDEA-C4CB-4A6C-A81C-6011FBC74F09}"/>
                </a:ext>
              </a:extLst>
            </p:cNvPr>
            <p:cNvSpPr txBox="1"/>
            <p:nvPr/>
          </p:nvSpPr>
          <p:spPr>
            <a:xfrm>
              <a:off x="9890206" y="2573689"/>
              <a:ext cx="190482" cy="5080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50800" tIns="50800" rIns="50800" bIns="50800" anchor="ctr">
              <a:spAutoFit/>
            </a:bodyPr>
            <a:lstStyle>
              <a:lvl1pPr>
                <a:defRPr sz="2700" i="1">
                  <a:solidFill>
                    <a:schemeClr val="accent5"/>
                  </a:solidFill>
                </a:defRPr>
              </a:lvl1pPr>
            </a:lstStyle>
            <a:p>
              <a:pPr algn="ctr" defTabSz="584200" hangingPunct="0"/>
              <a:r>
                <a:rPr kern="0">
                  <a:solidFill>
                    <a:srgbClr val="C82506"/>
                  </a:solidFill>
                  <a:latin typeface="Helvetica"/>
                  <a:cs typeface="Helvetica"/>
                  <a:sym typeface="Helvetica"/>
                </a:rPr>
                <a:t>j</a:t>
              </a:r>
            </a:p>
          </p:txBody>
        </p:sp>
      </p:grpSp>
    </p:spTree>
    <p:extLst>
      <p:ext uri="{BB962C8B-B14F-4D97-AF65-F5344CB8AC3E}">
        <p14:creationId xmlns:p14="http://schemas.microsoft.com/office/powerpoint/2010/main" val="237519440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E4446C-7864-44A6-B2D5-13FAC655ACD3}"/>
              </a:ext>
            </a:extLst>
          </p:cNvPr>
          <p:cNvSpPr>
            <a:spLocks noGrp="1"/>
          </p:cNvSpPr>
          <p:nvPr>
            <p:ph type="title"/>
          </p:nvPr>
        </p:nvSpPr>
        <p:spPr/>
        <p:txBody>
          <a:bodyPr/>
          <a:lstStyle/>
          <a:p>
            <a:r>
              <a:rPr lang="en-US"/>
              <a:t>Vector Clocks</a:t>
            </a:r>
          </a:p>
        </p:txBody>
      </p:sp>
      <p:sp>
        <p:nvSpPr>
          <p:cNvPr id="3" name="Content Placeholder 2">
            <a:extLst>
              <a:ext uri="{FF2B5EF4-FFF2-40B4-BE49-F238E27FC236}">
                <a16:creationId xmlns:a16="http://schemas.microsoft.com/office/drawing/2014/main" id="{E1B64215-FDD7-4CED-A5BF-B43E608597C2}"/>
              </a:ext>
            </a:extLst>
          </p:cNvPr>
          <p:cNvSpPr>
            <a:spLocks noGrp="1"/>
          </p:cNvSpPr>
          <p:nvPr>
            <p:ph idx="1"/>
          </p:nvPr>
        </p:nvSpPr>
        <p:spPr/>
        <p:txBody>
          <a:bodyPr/>
          <a:lstStyle/>
          <a:p>
            <a:r>
              <a:rPr lang="en-US" dirty="0"/>
              <a:t>Allow us to compare clocks to determine a </a:t>
            </a:r>
            <a:r>
              <a:rPr lang="en-US" b="1" dirty="0">
                <a:latin typeface="Helvetica Neue"/>
                <a:ea typeface="Helvetica Neue"/>
                <a:cs typeface="Helvetica Neue"/>
                <a:sym typeface="Helvetica Neue"/>
              </a:rPr>
              <a:t>partial ordering</a:t>
            </a:r>
            <a:r>
              <a:rPr lang="en-US" dirty="0"/>
              <a:t> of events</a:t>
            </a:r>
          </a:p>
          <a:p>
            <a:pPr lvl="1"/>
            <a:endParaRPr lang="en-US" dirty="0"/>
          </a:p>
          <a:p>
            <a:r>
              <a:rPr lang="en-US" dirty="0"/>
              <a:t>Example usage: versioning a document being edited by multiple users.  How do you know the order edits were applied and who had what version when they edited?</a:t>
            </a:r>
          </a:p>
          <a:p>
            <a:endParaRPr lang="en-US" dirty="0"/>
          </a:p>
          <a:p>
            <a:r>
              <a:rPr lang="en-US" dirty="0"/>
              <a:t>Is there a drawback to vector clocks compared to Lamport clocks?</a:t>
            </a:r>
          </a:p>
          <a:p>
            <a:pPr marL="0" indent="0">
              <a:buNone/>
            </a:pPr>
            <a:endParaRPr lang="en-US" dirty="0"/>
          </a:p>
        </p:txBody>
      </p:sp>
      <p:sp>
        <p:nvSpPr>
          <p:cNvPr id="4" name="Footer Placeholder 3">
            <a:extLst>
              <a:ext uri="{FF2B5EF4-FFF2-40B4-BE49-F238E27FC236}">
                <a16:creationId xmlns:a16="http://schemas.microsoft.com/office/drawing/2014/main" id="{4D619C4F-4B28-4BEB-8480-0AB6452681C2}"/>
              </a:ext>
            </a:extLst>
          </p:cNvPr>
          <p:cNvSpPr>
            <a:spLocks noGrp="1"/>
          </p:cNvSpPr>
          <p:nvPr>
            <p:ph type="ftr" sz="quarter" idx="11"/>
          </p:nvPr>
        </p:nvSpPr>
        <p:spPr/>
        <p:txBody>
          <a:bodyPr/>
          <a:lstStyle/>
          <a:p>
            <a:r>
              <a:rPr lang="en-US"/>
              <a:t>Prof. Tim Wood &amp; Prof. Roozbeh Haghnazar</a:t>
            </a:r>
          </a:p>
        </p:txBody>
      </p:sp>
    </p:spTree>
    <p:extLst>
      <p:ext uri="{BB962C8B-B14F-4D97-AF65-F5344CB8AC3E}">
        <p14:creationId xmlns:p14="http://schemas.microsoft.com/office/powerpoint/2010/main" val="313234946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F2B58D-0DC5-4DAB-A5C0-E1BB649621EB}"/>
              </a:ext>
            </a:extLst>
          </p:cNvPr>
          <p:cNvSpPr>
            <a:spLocks noGrp="1"/>
          </p:cNvSpPr>
          <p:nvPr>
            <p:ph type="title"/>
          </p:nvPr>
        </p:nvSpPr>
        <p:spPr/>
        <p:txBody>
          <a:bodyPr/>
          <a:lstStyle/>
          <a:p>
            <a:r>
              <a:rPr lang="en-US"/>
              <a:t>Clock Worksheet</a:t>
            </a:r>
          </a:p>
        </p:txBody>
      </p:sp>
      <p:sp>
        <p:nvSpPr>
          <p:cNvPr id="3" name="Content Placeholder 2">
            <a:extLst>
              <a:ext uri="{FF2B5EF4-FFF2-40B4-BE49-F238E27FC236}">
                <a16:creationId xmlns:a16="http://schemas.microsoft.com/office/drawing/2014/main" id="{E72462F2-C336-47FB-B29E-825A97D9CBA2}"/>
              </a:ext>
            </a:extLst>
          </p:cNvPr>
          <p:cNvSpPr>
            <a:spLocks noGrp="1"/>
          </p:cNvSpPr>
          <p:nvPr>
            <p:ph idx="1"/>
          </p:nvPr>
        </p:nvSpPr>
        <p:spPr/>
        <p:txBody>
          <a:bodyPr/>
          <a:lstStyle/>
          <a:p>
            <a:r>
              <a:rPr lang="en-US"/>
              <a:t>Do the worksheet in breakout rooms</a:t>
            </a:r>
          </a:p>
          <a:p>
            <a:endParaRPr lang="en-US"/>
          </a:p>
          <a:p>
            <a:r>
              <a:rPr lang="en-US"/>
              <a:t>When you finish, try this:</a:t>
            </a:r>
          </a:p>
          <a:p>
            <a:pPr lvl="1"/>
            <a:r>
              <a:rPr lang="en-US"/>
              <a:t>Draw the timeline for the four processes with vector clocks shown in problem 3. One of the clocks has an error – which one?</a:t>
            </a:r>
          </a:p>
        </p:txBody>
      </p:sp>
      <p:sp>
        <p:nvSpPr>
          <p:cNvPr id="4" name="Footer Placeholder 3">
            <a:extLst>
              <a:ext uri="{FF2B5EF4-FFF2-40B4-BE49-F238E27FC236}">
                <a16:creationId xmlns:a16="http://schemas.microsoft.com/office/drawing/2014/main" id="{AB226113-974A-47E9-A44F-8CA10280EFEE}"/>
              </a:ext>
            </a:extLst>
          </p:cNvPr>
          <p:cNvSpPr>
            <a:spLocks noGrp="1"/>
          </p:cNvSpPr>
          <p:nvPr>
            <p:ph type="ftr" sz="quarter" idx="11"/>
          </p:nvPr>
        </p:nvSpPr>
        <p:spPr/>
        <p:txBody>
          <a:bodyPr/>
          <a:lstStyle/>
          <a:p>
            <a:r>
              <a:rPr lang="en-US"/>
              <a:t>Prof. Tim Wood &amp; Prof. Roozbeh Haghnazar</a:t>
            </a:r>
          </a:p>
        </p:txBody>
      </p:sp>
      <p:graphicFrame>
        <p:nvGraphicFramePr>
          <p:cNvPr id="6" name="Table">
            <a:extLst>
              <a:ext uri="{FF2B5EF4-FFF2-40B4-BE49-F238E27FC236}">
                <a16:creationId xmlns:a16="http://schemas.microsoft.com/office/drawing/2014/main" id="{A75D685D-9A21-489B-8B15-3BD3F7BB32AD}"/>
              </a:ext>
            </a:extLst>
          </p:cNvPr>
          <p:cNvGraphicFramePr/>
          <p:nvPr>
            <p:extLst>
              <p:ext uri="{D42A27DB-BD31-4B8C-83A1-F6EECF244321}">
                <p14:modId xmlns:p14="http://schemas.microsoft.com/office/powerpoint/2010/main" val="1681154963"/>
              </p:ext>
            </p:extLst>
          </p:nvPr>
        </p:nvGraphicFramePr>
        <p:xfrm>
          <a:off x="3771253" y="4113635"/>
          <a:ext cx="5156180" cy="2607335"/>
        </p:xfrm>
        <a:graphic>
          <a:graphicData uri="http://schemas.openxmlformats.org/drawingml/2006/table">
            <a:tbl>
              <a:tblPr firstRow="1"/>
              <a:tblGrid>
                <a:gridCol w="1289045">
                  <a:extLst>
                    <a:ext uri="{9D8B030D-6E8A-4147-A177-3AD203B41FA5}">
                      <a16:colId xmlns:a16="http://schemas.microsoft.com/office/drawing/2014/main" val="20000"/>
                    </a:ext>
                  </a:extLst>
                </a:gridCol>
                <a:gridCol w="1289045">
                  <a:extLst>
                    <a:ext uri="{9D8B030D-6E8A-4147-A177-3AD203B41FA5}">
                      <a16:colId xmlns:a16="http://schemas.microsoft.com/office/drawing/2014/main" val="20001"/>
                    </a:ext>
                  </a:extLst>
                </a:gridCol>
                <a:gridCol w="1289045">
                  <a:extLst>
                    <a:ext uri="{9D8B030D-6E8A-4147-A177-3AD203B41FA5}">
                      <a16:colId xmlns:a16="http://schemas.microsoft.com/office/drawing/2014/main" val="20002"/>
                    </a:ext>
                  </a:extLst>
                </a:gridCol>
                <a:gridCol w="1289045">
                  <a:extLst>
                    <a:ext uri="{9D8B030D-6E8A-4147-A177-3AD203B41FA5}">
                      <a16:colId xmlns:a16="http://schemas.microsoft.com/office/drawing/2014/main" val="20003"/>
                    </a:ext>
                  </a:extLst>
                </a:gridCol>
              </a:tblGrid>
              <a:tr h="521467">
                <a:tc>
                  <a:txBody>
                    <a:bodyPr/>
                    <a:lstStyle/>
                    <a:p>
                      <a:pPr defTabSz="914400">
                        <a:defRPr b="0">
                          <a:solidFill>
                            <a:srgbClr val="000000"/>
                          </a:solidFill>
                        </a:defRPr>
                      </a:pPr>
                      <a:r>
                        <a:rPr sz="1900" b="1">
                          <a:sym typeface="Helvetica"/>
                        </a:rPr>
                        <a:t>P1</a:t>
                      </a:r>
                    </a:p>
                  </a:txBody>
                  <a:tcPr marL="43016" marR="43016" marT="43016" marB="43016" anchor="ctr" horzOverflow="overflow">
                    <a:lnL w="12700">
                      <a:solidFill>
                        <a:srgbClr val="53585F"/>
                      </a:solidFill>
                      <a:miter lim="400000"/>
                    </a:lnL>
                    <a:lnR w="12700">
                      <a:solidFill>
                        <a:srgbClr val="53585F"/>
                      </a:solidFill>
                      <a:miter lim="400000"/>
                    </a:lnR>
                    <a:lnT w="12700">
                      <a:solidFill>
                        <a:srgbClr val="53585F"/>
                      </a:solidFill>
                      <a:miter lim="400000"/>
                    </a:lnT>
                    <a:lnB w="12700">
                      <a:solidFill>
                        <a:srgbClr val="53585F"/>
                      </a:solidFill>
                      <a:miter lim="400000"/>
                    </a:lnB>
                    <a:solidFill>
                      <a:srgbClr val="DCDEE0"/>
                    </a:solidFill>
                  </a:tcPr>
                </a:tc>
                <a:tc>
                  <a:txBody>
                    <a:bodyPr/>
                    <a:lstStyle/>
                    <a:p>
                      <a:pPr defTabSz="914400">
                        <a:defRPr b="0">
                          <a:solidFill>
                            <a:srgbClr val="000000"/>
                          </a:solidFill>
                        </a:defRPr>
                      </a:pPr>
                      <a:r>
                        <a:rPr sz="1900" b="1">
                          <a:sym typeface="Helvetica"/>
                        </a:rPr>
                        <a:t>P2</a:t>
                      </a:r>
                    </a:p>
                  </a:txBody>
                  <a:tcPr marL="43016" marR="43016" marT="43016" marB="43016" anchor="ctr" horzOverflow="overflow">
                    <a:lnL w="12700">
                      <a:solidFill>
                        <a:srgbClr val="53585F"/>
                      </a:solidFill>
                      <a:miter lim="400000"/>
                    </a:lnL>
                    <a:lnR w="12700">
                      <a:solidFill>
                        <a:srgbClr val="53585F"/>
                      </a:solidFill>
                      <a:miter lim="400000"/>
                    </a:lnR>
                    <a:lnT w="12700">
                      <a:solidFill>
                        <a:srgbClr val="53585F"/>
                      </a:solidFill>
                      <a:miter lim="400000"/>
                    </a:lnT>
                    <a:lnB w="12700">
                      <a:solidFill>
                        <a:srgbClr val="53585F"/>
                      </a:solidFill>
                      <a:miter lim="400000"/>
                    </a:lnB>
                    <a:solidFill>
                      <a:srgbClr val="DCDEE0"/>
                    </a:solidFill>
                  </a:tcPr>
                </a:tc>
                <a:tc>
                  <a:txBody>
                    <a:bodyPr/>
                    <a:lstStyle/>
                    <a:p>
                      <a:pPr defTabSz="914400">
                        <a:defRPr b="0">
                          <a:solidFill>
                            <a:srgbClr val="000000"/>
                          </a:solidFill>
                        </a:defRPr>
                      </a:pPr>
                      <a:r>
                        <a:rPr sz="1900" b="1">
                          <a:sym typeface="Helvetica"/>
                        </a:rPr>
                        <a:t>P3</a:t>
                      </a:r>
                    </a:p>
                  </a:txBody>
                  <a:tcPr marL="43016" marR="43016" marT="43016" marB="43016" anchor="ctr" horzOverflow="overflow">
                    <a:lnL w="12700">
                      <a:solidFill>
                        <a:srgbClr val="53585F"/>
                      </a:solidFill>
                      <a:miter lim="400000"/>
                    </a:lnL>
                    <a:lnR w="12700">
                      <a:solidFill>
                        <a:srgbClr val="53585F"/>
                      </a:solidFill>
                      <a:miter lim="400000"/>
                    </a:lnR>
                    <a:lnT w="12700">
                      <a:solidFill>
                        <a:srgbClr val="53585F"/>
                      </a:solidFill>
                      <a:miter lim="400000"/>
                    </a:lnT>
                    <a:lnB w="12700">
                      <a:solidFill>
                        <a:srgbClr val="53585F"/>
                      </a:solidFill>
                      <a:miter lim="400000"/>
                    </a:lnB>
                    <a:solidFill>
                      <a:srgbClr val="DCDEE0"/>
                    </a:solidFill>
                  </a:tcPr>
                </a:tc>
                <a:tc>
                  <a:txBody>
                    <a:bodyPr/>
                    <a:lstStyle/>
                    <a:p>
                      <a:pPr defTabSz="914400">
                        <a:defRPr b="0">
                          <a:solidFill>
                            <a:srgbClr val="000000"/>
                          </a:solidFill>
                        </a:defRPr>
                      </a:pPr>
                      <a:r>
                        <a:rPr sz="1900" b="1">
                          <a:sym typeface="Helvetica"/>
                        </a:rPr>
                        <a:t>P4</a:t>
                      </a:r>
                    </a:p>
                  </a:txBody>
                  <a:tcPr marL="43016" marR="43016" marT="43016" marB="43016" anchor="ctr" horzOverflow="overflow">
                    <a:lnL w="12700">
                      <a:solidFill>
                        <a:srgbClr val="53585F"/>
                      </a:solidFill>
                      <a:miter lim="400000"/>
                    </a:lnL>
                    <a:lnR w="12700">
                      <a:solidFill>
                        <a:srgbClr val="53585F"/>
                      </a:solidFill>
                      <a:miter lim="400000"/>
                    </a:lnR>
                    <a:lnT w="12700">
                      <a:solidFill>
                        <a:srgbClr val="53585F"/>
                      </a:solidFill>
                      <a:miter lim="400000"/>
                    </a:lnT>
                    <a:lnB w="12700">
                      <a:solidFill>
                        <a:srgbClr val="53585F"/>
                      </a:solidFill>
                      <a:miter lim="400000"/>
                    </a:lnB>
                    <a:solidFill>
                      <a:srgbClr val="DCDEE0"/>
                    </a:solidFill>
                  </a:tcPr>
                </a:tc>
                <a:extLst>
                  <a:ext uri="{0D108BD9-81ED-4DB2-BD59-A6C34878D82A}">
                    <a16:rowId xmlns:a16="http://schemas.microsoft.com/office/drawing/2014/main" val="10000"/>
                  </a:ext>
                </a:extLst>
              </a:tr>
              <a:tr h="521467">
                <a:tc>
                  <a:txBody>
                    <a:bodyPr/>
                    <a:lstStyle/>
                    <a:p>
                      <a:pPr defTabSz="914400"/>
                      <a:r>
                        <a:rPr sz="1600">
                          <a:sym typeface="Helvetica Light"/>
                        </a:rPr>
                        <a:t>a: 1,0,0,0</a:t>
                      </a:r>
                    </a:p>
                  </a:txBody>
                  <a:tcPr marL="43016" marR="43016" marT="43016" marB="43016" anchor="ctr" horzOverflow="overflow">
                    <a:lnL w="12700">
                      <a:solidFill>
                        <a:srgbClr val="53585F"/>
                      </a:solidFill>
                      <a:miter lim="400000"/>
                    </a:lnL>
                    <a:lnR w="12700">
                      <a:solidFill>
                        <a:srgbClr val="53585F"/>
                      </a:solidFill>
                      <a:miter lim="400000"/>
                    </a:lnR>
                    <a:lnT w="12700">
                      <a:solidFill>
                        <a:srgbClr val="53585F"/>
                      </a:solidFill>
                      <a:miter lim="400000"/>
                    </a:lnT>
                    <a:lnB w="12700">
                      <a:solidFill>
                        <a:srgbClr val="53585F"/>
                      </a:solidFill>
                      <a:miter lim="400000"/>
                    </a:lnB>
                  </a:tcPr>
                </a:tc>
                <a:tc>
                  <a:txBody>
                    <a:bodyPr/>
                    <a:lstStyle/>
                    <a:p>
                      <a:pPr defTabSz="914400"/>
                      <a:r>
                        <a:rPr sz="1600">
                          <a:sym typeface="Helvetica Light"/>
                        </a:rPr>
                        <a:t>e: 1,1,0,0</a:t>
                      </a:r>
                    </a:p>
                  </a:txBody>
                  <a:tcPr marL="43016" marR="43016" marT="43016" marB="43016" anchor="ctr" horzOverflow="overflow">
                    <a:lnL w="12700">
                      <a:solidFill>
                        <a:srgbClr val="53585F"/>
                      </a:solidFill>
                      <a:miter lim="400000"/>
                    </a:lnL>
                    <a:lnR w="12700">
                      <a:solidFill>
                        <a:srgbClr val="53585F"/>
                      </a:solidFill>
                      <a:miter lim="400000"/>
                    </a:lnR>
                    <a:lnT w="12700">
                      <a:solidFill>
                        <a:srgbClr val="53585F"/>
                      </a:solidFill>
                      <a:miter lim="400000"/>
                    </a:lnT>
                    <a:lnB w="12700">
                      <a:solidFill>
                        <a:srgbClr val="53585F"/>
                      </a:solidFill>
                      <a:miter lim="400000"/>
                    </a:lnB>
                  </a:tcPr>
                </a:tc>
                <a:tc>
                  <a:txBody>
                    <a:bodyPr/>
                    <a:lstStyle/>
                    <a:p>
                      <a:pPr defTabSz="914400"/>
                      <a:r>
                        <a:rPr sz="1600">
                          <a:sym typeface="Helvetica Light"/>
                        </a:rPr>
                        <a:t>i: 0,0,1,0</a:t>
                      </a:r>
                    </a:p>
                  </a:txBody>
                  <a:tcPr marL="43016" marR="43016" marT="43016" marB="43016" anchor="ctr" horzOverflow="overflow">
                    <a:lnL w="12700">
                      <a:solidFill>
                        <a:srgbClr val="53585F"/>
                      </a:solidFill>
                      <a:miter lim="400000"/>
                    </a:lnL>
                    <a:lnR w="12700">
                      <a:solidFill>
                        <a:srgbClr val="53585F"/>
                      </a:solidFill>
                      <a:miter lim="400000"/>
                    </a:lnR>
                    <a:lnT w="12700">
                      <a:solidFill>
                        <a:srgbClr val="53585F"/>
                      </a:solidFill>
                      <a:miter lim="400000"/>
                    </a:lnT>
                    <a:lnB w="12700">
                      <a:solidFill>
                        <a:srgbClr val="53585F"/>
                      </a:solidFill>
                      <a:miter lim="400000"/>
                    </a:lnB>
                  </a:tcPr>
                </a:tc>
                <a:tc>
                  <a:txBody>
                    <a:bodyPr/>
                    <a:lstStyle/>
                    <a:p>
                      <a:pPr defTabSz="914400"/>
                      <a:r>
                        <a:rPr sz="1600">
                          <a:sym typeface="Helvetica Light"/>
                        </a:rPr>
                        <a:t>l: 0,0,0,1</a:t>
                      </a:r>
                    </a:p>
                  </a:txBody>
                  <a:tcPr marL="43016" marR="43016" marT="43016" marB="43016" anchor="ctr" horzOverflow="overflow">
                    <a:lnL w="12700">
                      <a:solidFill>
                        <a:srgbClr val="53585F"/>
                      </a:solidFill>
                      <a:miter lim="400000"/>
                    </a:lnL>
                    <a:lnR w="12700">
                      <a:solidFill>
                        <a:srgbClr val="53585F"/>
                      </a:solidFill>
                      <a:miter lim="400000"/>
                    </a:lnR>
                    <a:lnT w="12700">
                      <a:solidFill>
                        <a:srgbClr val="53585F"/>
                      </a:solidFill>
                      <a:miter lim="400000"/>
                    </a:lnT>
                    <a:lnB w="12700">
                      <a:solidFill>
                        <a:srgbClr val="53585F"/>
                      </a:solidFill>
                      <a:miter lim="400000"/>
                    </a:lnB>
                  </a:tcPr>
                </a:tc>
                <a:extLst>
                  <a:ext uri="{0D108BD9-81ED-4DB2-BD59-A6C34878D82A}">
                    <a16:rowId xmlns:a16="http://schemas.microsoft.com/office/drawing/2014/main" val="10001"/>
                  </a:ext>
                </a:extLst>
              </a:tr>
              <a:tr h="521467">
                <a:tc>
                  <a:txBody>
                    <a:bodyPr/>
                    <a:lstStyle/>
                    <a:p>
                      <a:pPr defTabSz="914400"/>
                      <a:r>
                        <a:rPr sz="1600">
                          <a:sym typeface="Helvetica Light"/>
                        </a:rPr>
                        <a:t>b: 2,0,0,0</a:t>
                      </a:r>
                    </a:p>
                  </a:txBody>
                  <a:tcPr marL="43016" marR="43016" marT="43016" marB="43016" anchor="ctr" horzOverflow="overflow">
                    <a:lnL w="12700">
                      <a:solidFill>
                        <a:srgbClr val="53585F"/>
                      </a:solidFill>
                      <a:miter lim="400000"/>
                    </a:lnL>
                    <a:lnR w="12700">
                      <a:solidFill>
                        <a:srgbClr val="53585F"/>
                      </a:solidFill>
                      <a:miter lim="400000"/>
                    </a:lnR>
                    <a:lnT w="12700">
                      <a:solidFill>
                        <a:srgbClr val="53585F"/>
                      </a:solidFill>
                      <a:miter lim="400000"/>
                    </a:lnT>
                    <a:lnB w="12700">
                      <a:solidFill>
                        <a:srgbClr val="53585F"/>
                      </a:solidFill>
                      <a:miter lim="400000"/>
                    </a:lnB>
                  </a:tcPr>
                </a:tc>
                <a:tc>
                  <a:txBody>
                    <a:bodyPr/>
                    <a:lstStyle/>
                    <a:p>
                      <a:pPr defTabSz="914400"/>
                      <a:r>
                        <a:rPr sz="1600">
                          <a:sym typeface="Helvetica Light"/>
                        </a:rPr>
                        <a:t>f: 1,2,0,1</a:t>
                      </a:r>
                    </a:p>
                  </a:txBody>
                  <a:tcPr marL="43016" marR="43016" marT="43016" marB="43016" anchor="ctr" horzOverflow="overflow">
                    <a:lnL w="12700">
                      <a:solidFill>
                        <a:srgbClr val="53585F"/>
                      </a:solidFill>
                      <a:miter lim="400000"/>
                    </a:lnL>
                    <a:lnR w="12700">
                      <a:solidFill>
                        <a:srgbClr val="53585F"/>
                      </a:solidFill>
                      <a:miter lim="400000"/>
                    </a:lnR>
                    <a:lnT w="12700">
                      <a:solidFill>
                        <a:srgbClr val="53585F"/>
                      </a:solidFill>
                      <a:miter lim="400000"/>
                    </a:lnT>
                    <a:lnB w="12700">
                      <a:solidFill>
                        <a:srgbClr val="53585F"/>
                      </a:solidFill>
                      <a:miter lim="400000"/>
                    </a:lnB>
                  </a:tcPr>
                </a:tc>
                <a:tc>
                  <a:txBody>
                    <a:bodyPr/>
                    <a:lstStyle/>
                    <a:p>
                      <a:pPr defTabSz="914400"/>
                      <a:r>
                        <a:rPr sz="1600">
                          <a:sym typeface="Helvetica Light"/>
                        </a:rPr>
                        <a:t>j: 0,0,2,2</a:t>
                      </a:r>
                    </a:p>
                  </a:txBody>
                  <a:tcPr marL="43016" marR="43016" marT="43016" marB="43016" anchor="ctr" horzOverflow="overflow">
                    <a:lnL w="12700">
                      <a:solidFill>
                        <a:srgbClr val="53585F"/>
                      </a:solidFill>
                      <a:miter lim="400000"/>
                    </a:lnL>
                    <a:lnR w="12700">
                      <a:solidFill>
                        <a:srgbClr val="53585F"/>
                      </a:solidFill>
                      <a:miter lim="400000"/>
                    </a:lnR>
                    <a:lnT w="12700">
                      <a:solidFill>
                        <a:srgbClr val="53585F"/>
                      </a:solidFill>
                      <a:miter lim="400000"/>
                    </a:lnT>
                    <a:lnB w="12700">
                      <a:solidFill>
                        <a:srgbClr val="53585F"/>
                      </a:solidFill>
                      <a:miter lim="400000"/>
                    </a:lnB>
                  </a:tcPr>
                </a:tc>
                <a:tc>
                  <a:txBody>
                    <a:bodyPr/>
                    <a:lstStyle/>
                    <a:p>
                      <a:pPr defTabSz="914400"/>
                      <a:r>
                        <a:rPr sz="1600">
                          <a:sym typeface="Helvetica Light"/>
                        </a:rPr>
                        <a:t>m: 0,0,0,2</a:t>
                      </a:r>
                    </a:p>
                  </a:txBody>
                  <a:tcPr marL="43016" marR="43016" marT="43016" marB="43016" anchor="ctr" horzOverflow="overflow">
                    <a:lnL w="12700">
                      <a:solidFill>
                        <a:srgbClr val="53585F"/>
                      </a:solidFill>
                      <a:miter lim="400000"/>
                    </a:lnL>
                    <a:lnR w="12700">
                      <a:solidFill>
                        <a:srgbClr val="53585F"/>
                      </a:solidFill>
                      <a:miter lim="400000"/>
                    </a:lnR>
                    <a:lnT w="12700">
                      <a:solidFill>
                        <a:srgbClr val="53585F"/>
                      </a:solidFill>
                      <a:miter lim="400000"/>
                    </a:lnT>
                    <a:lnB w="12700">
                      <a:solidFill>
                        <a:srgbClr val="53585F"/>
                      </a:solidFill>
                      <a:miter lim="400000"/>
                    </a:lnB>
                  </a:tcPr>
                </a:tc>
                <a:extLst>
                  <a:ext uri="{0D108BD9-81ED-4DB2-BD59-A6C34878D82A}">
                    <a16:rowId xmlns:a16="http://schemas.microsoft.com/office/drawing/2014/main" val="10002"/>
                  </a:ext>
                </a:extLst>
              </a:tr>
              <a:tr h="521467">
                <a:tc>
                  <a:txBody>
                    <a:bodyPr/>
                    <a:lstStyle/>
                    <a:p>
                      <a:pPr defTabSz="914400"/>
                      <a:r>
                        <a:rPr sz="1600">
                          <a:sym typeface="Helvetica Light"/>
                        </a:rPr>
                        <a:t>c: 3,0,0,0</a:t>
                      </a:r>
                    </a:p>
                  </a:txBody>
                  <a:tcPr marL="43016" marR="43016" marT="43016" marB="43016" anchor="ctr" horzOverflow="overflow">
                    <a:lnL w="12700">
                      <a:solidFill>
                        <a:srgbClr val="53585F"/>
                      </a:solidFill>
                      <a:miter lim="400000"/>
                    </a:lnL>
                    <a:lnR w="12700">
                      <a:solidFill>
                        <a:srgbClr val="53585F"/>
                      </a:solidFill>
                      <a:miter lim="400000"/>
                    </a:lnR>
                    <a:lnT w="12700">
                      <a:solidFill>
                        <a:srgbClr val="53585F"/>
                      </a:solidFill>
                      <a:miter lim="400000"/>
                    </a:lnT>
                    <a:lnB w="12700">
                      <a:solidFill>
                        <a:srgbClr val="53585F"/>
                      </a:solidFill>
                      <a:miter lim="400000"/>
                    </a:lnB>
                  </a:tcPr>
                </a:tc>
                <a:tc>
                  <a:txBody>
                    <a:bodyPr/>
                    <a:lstStyle/>
                    <a:p>
                      <a:pPr defTabSz="914400"/>
                      <a:r>
                        <a:rPr sz="1600">
                          <a:sym typeface="Helvetica Light"/>
                        </a:rPr>
                        <a:t>g: 1,3,0,1</a:t>
                      </a:r>
                    </a:p>
                  </a:txBody>
                  <a:tcPr marL="43016" marR="43016" marT="43016" marB="43016" anchor="ctr" horzOverflow="overflow">
                    <a:lnL w="12700">
                      <a:solidFill>
                        <a:srgbClr val="53585F"/>
                      </a:solidFill>
                      <a:miter lim="400000"/>
                    </a:lnL>
                    <a:lnR w="12700">
                      <a:solidFill>
                        <a:srgbClr val="53585F"/>
                      </a:solidFill>
                      <a:miter lim="400000"/>
                    </a:lnR>
                    <a:lnT w="12700">
                      <a:solidFill>
                        <a:srgbClr val="53585F"/>
                      </a:solidFill>
                      <a:miter lim="400000"/>
                    </a:lnT>
                    <a:lnB w="12700">
                      <a:solidFill>
                        <a:srgbClr val="53585F"/>
                      </a:solidFill>
                      <a:miter lim="400000"/>
                    </a:lnB>
                  </a:tcPr>
                </a:tc>
                <a:tc>
                  <a:txBody>
                    <a:bodyPr/>
                    <a:lstStyle/>
                    <a:p>
                      <a:pPr defTabSz="914400"/>
                      <a:r>
                        <a:rPr sz="1600">
                          <a:sym typeface="Helvetica Light"/>
                        </a:rPr>
                        <a:t>k: 0,0,3,2</a:t>
                      </a:r>
                    </a:p>
                  </a:txBody>
                  <a:tcPr marL="43016" marR="43016" marT="43016" marB="43016" anchor="ctr" horzOverflow="overflow">
                    <a:lnL w="12700">
                      <a:solidFill>
                        <a:srgbClr val="53585F"/>
                      </a:solidFill>
                      <a:miter lim="400000"/>
                    </a:lnL>
                    <a:lnR w="12700">
                      <a:solidFill>
                        <a:srgbClr val="53585F"/>
                      </a:solidFill>
                      <a:miter lim="400000"/>
                    </a:lnR>
                    <a:lnT w="12700">
                      <a:solidFill>
                        <a:srgbClr val="53585F"/>
                      </a:solidFill>
                      <a:miter lim="400000"/>
                    </a:lnT>
                    <a:lnB w="12700">
                      <a:solidFill>
                        <a:srgbClr val="53585F"/>
                      </a:solidFill>
                      <a:miter lim="400000"/>
                    </a:lnB>
                  </a:tcPr>
                </a:tc>
                <a:tc>
                  <a:txBody>
                    <a:bodyPr/>
                    <a:lstStyle/>
                    <a:p>
                      <a:pPr defTabSz="914400"/>
                      <a:r>
                        <a:rPr sz="1600">
                          <a:sym typeface="Helvetica Light"/>
                        </a:rPr>
                        <a:t>n: 0,0,0,3</a:t>
                      </a:r>
                    </a:p>
                  </a:txBody>
                  <a:tcPr marL="43016" marR="43016" marT="43016" marB="43016" anchor="ctr" horzOverflow="overflow">
                    <a:lnL w="12700">
                      <a:solidFill>
                        <a:srgbClr val="53585F"/>
                      </a:solidFill>
                      <a:miter lim="400000"/>
                    </a:lnL>
                    <a:lnR w="12700">
                      <a:solidFill>
                        <a:srgbClr val="53585F"/>
                      </a:solidFill>
                      <a:miter lim="400000"/>
                    </a:lnR>
                    <a:lnT w="12700">
                      <a:solidFill>
                        <a:srgbClr val="53585F"/>
                      </a:solidFill>
                      <a:miter lim="400000"/>
                    </a:lnT>
                    <a:lnB w="12700">
                      <a:solidFill>
                        <a:srgbClr val="53585F"/>
                      </a:solidFill>
                      <a:miter lim="400000"/>
                    </a:lnB>
                  </a:tcPr>
                </a:tc>
                <a:extLst>
                  <a:ext uri="{0D108BD9-81ED-4DB2-BD59-A6C34878D82A}">
                    <a16:rowId xmlns:a16="http://schemas.microsoft.com/office/drawing/2014/main" val="10003"/>
                  </a:ext>
                </a:extLst>
              </a:tr>
              <a:tr h="521467">
                <a:tc>
                  <a:txBody>
                    <a:bodyPr/>
                    <a:lstStyle/>
                    <a:p>
                      <a:pPr defTabSz="914400"/>
                      <a:r>
                        <a:rPr sz="1600">
                          <a:sym typeface="Helvetica Light"/>
                        </a:rPr>
                        <a:t>d: 4,2,0,1</a:t>
                      </a:r>
                    </a:p>
                  </a:txBody>
                  <a:tcPr marL="43016" marR="43016" marT="43016" marB="43016" anchor="ctr" horzOverflow="overflow">
                    <a:lnL w="12700">
                      <a:solidFill>
                        <a:srgbClr val="53585F"/>
                      </a:solidFill>
                      <a:miter lim="400000"/>
                    </a:lnL>
                    <a:lnR w="12700">
                      <a:solidFill>
                        <a:srgbClr val="53585F"/>
                      </a:solidFill>
                      <a:miter lim="400000"/>
                    </a:lnR>
                    <a:lnT w="12700">
                      <a:solidFill>
                        <a:srgbClr val="53585F"/>
                      </a:solidFill>
                      <a:miter lim="400000"/>
                    </a:lnT>
                    <a:lnB w="12700">
                      <a:solidFill>
                        <a:srgbClr val="53585F"/>
                      </a:solidFill>
                      <a:miter lim="400000"/>
                    </a:lnB>
                  </a:tcPr>
                </a:tc>
                <a:tc>
                  <a:txBody>
                    <a:bodyPr/>
                    <a:lstStyle/>
                    <a:p>
                      <a:pPr defTabSz="914400"/>
                      <a:r>
                        <a:rPr sz="1600">
                          <a:sym typeface="Helvetica Light"/>
                        </a:rPr>
                        <a:t>h: 1,4,3,2</a:t>
                      </a:r>
                    </a:p>
                  </a:txBody>
                  <a:tcPr marL="43016" marR="43016" marT="43016" marB="43016" anchor="ctr" horzOverflow="overflow">
                    <a:lnL w="12700">
                      <a:solidFill>
                        <a:srgbClr val="53585F"/>
                      </a:solidFill>
                      <a:miter lim="400000"/>
                    </a:lnL>
                    <a:lnR w="12700">
                      <a:solidFill>
                        <a:srgbClr val="53585F"/>
                      </a:solidFill>
                      <a:miter lim="400000"/>
                    </a:lnR>
                    <a:lnT w="12700">
                      <a:solidFill>
                        <a:srgbClr val="53585F"/>
                      </a:solidFill>
                      <a:miter lim="400000"/>
                    </a:lnT>
                    <a:lnB w="12700">
                      <a:solidFill>
                        <a:srgbClr val="53585F"/>
                      </a:solidFill>
                      <a:miter lim="400000"/>
                    </a:lnB>
                  </a:tcPr>
                </a:tc>
                <a:tc>
                  <a:txBody>
                    <a:bodyPr/>
                    <a:lstStyle/>
                    <a:p>
                      <a:pPr defTabSz="914400">
                        <a:defRPr sz="1900">
                          <a:sym typeface="Helvetica Light"/>
                        </a:defRPr>
                      </a:pPr>
                      <a:endParaRPr sz="1600"/>
                    </a:p>
                  </a:txBody>
                  <a:tcPr marL="43016" marR="43016" marT="43016" marB="43016" anchor="ctr" horzOverflow="overflow">
                    <a:lnL w="12700">
                      <a:solidFill>
                        <a:srgbClr val="53585F"/>
                      </a:solidFill>
                      <a:miter lim="400000"/>
                    </a:lnL>
                    <a:lnR w="12700">
                      <a:solidFill>
                        <a:srgbClr val="53585F"/>
                      </a:solidFill>
                      <a:miter lim="400000"/>
                    </a:lnR>
                    <a:lnT w="12700">
                      <a:solidFill>
                        <a:srgbClr val="53585F"/>
                      </a:solidFill>
                      <a:miter lim="400000"/>
                    </a:lnT>
                    <a:lnB w="12700">
                      <a:solidFill>
                        <a:srgbClr val="53585F"/>
                      </a:solidFill>
                      <a:miter lim="400000"/>
                    </a:lnB>
                  </a:tcPr>
                </a:tc>
                <a:tc>
                  <a:txBody>
                    <a:bodyPr/>
                    <a:lstStyle/>
                    <a:p>
                      <a:pPr defTabSz="914400">
                        <a:defRPr sz="1900">
                          <a:sym typeface="Helvetica Light"/>
                        </a:defRPr>
                      </a:pPr>
                      <a:endParaRPr sz="1600" dirty="0"/>
                    </a:p>
                  </a:txBody>
                  <a:tcPr marL="43016" marR="43016" marT="43016" marB="43016" anchor="ctr" horzOverflow="overflow">
                    <a:lnL w="12700">
                      <a:solidFill>
                        <a:srgbClr val="53585F"/>
                      </a:solidFill>
                      <a:miter lim="400000"/>
                    </a:lnL>
                    <a:lnR w="12700">
                      <a:solidFill>
                        <a:srgbClr val="53585F"/>
                      </a:solidFill>
                      <a:miter lim="400000"/>
                    </a:lnR>
                    <a:lnT w="12700">
                      <a:solidFill>
                        <a:srgbClr val="53585F"/>
                      </a:solidFill>
                      <a:miter lim="400000"/>
                    </a:lnT>
                    <a:lnB w="12700">
                      <a:solidFill>
                        <a:srgbClr val="53585F"/>
                      </a:solidFill>
                      <a:miter lim="400000"/>
                    </a:lnB>
                  </a:tcPr>
                </a:tc>
                <a:extLst>
                  <a:ext uri="{0D108BD9-81ED-4DB2-BD59-A6C34878D82A}">
                    <a16:rowId xmlns:a16="http://schemas.microsoft.com/office/drawing/2014/main" val="10004"/>
                  </a:ext>
                </a:extLst>
              </a:tr>
            </a:tbl>
          </a:graphicData>
        </a:graphic>
      </p:graphicFrame>
      <p:sp>
        <p:nvSpPr>
          <p:cNvPr id="8" name="Find the bug???">
            <a:extLst>
              <a:ext uri="{FF2B5EF4-FFF2-40B4-BE49-F238E27FC236}">
                <a16:creationId xmlns:a16="http://schemas.microsoft.com/office/drawing/2014/main" id="{9B1790D1-07AD-4701-9043-17A5FC27C8D4}"/>
              </a:ext>
            </a:extLst>
          </p:cNvPr>
          <p:cNvSpPr/>
          <p:nvPr/>
        </p:nvSpPr>
        <p:spPr>
          <a:xfrm>
            <a:off x="679015" y="4564826"/>
            <a:ext cx="2335663" cy="1270001"/>
          </a:xfrm>
          <a:prstGeom prst="rect">
            <a:avLst/>
          </a:prstGeom>
          <a:solidFill>
            <a:srgbClr val="006893"/>
          </a:solidFill>
          <a:ln w="25400">
            <a:solidFill>
              <a:srgbClr val="000000"/>
            </a:solidFill>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lIns="50800" tIns="50800" rIns="50800" bIns="50800" anchor="ctr"/>
          <a:lstStyle>
            <a:lvl1pPr>
              <a:defRPr sz="3200">
                <a:solidFill>
                  <a:srgbClr val="FFFFFF"/>
                </a:solidFill>
                <a:latin typeface="Helvetica Neue Light"/>
                <a:ea typeface="Helvetica Neue Light"/>
                <a:cs typeface="Helvetica Neue Light"/>
                <a:sym typeface="Helvetica Neue Light"/>
              </a:defRPr>
            </a:lvl1pPr>
          </a:lstStyle>
          <a:p>
            <a:pPr algn="ctr"/>
            <a:r>
              <a:t>Find the bug???</a:t>
            </a:r>
          </a:p>
        </p:txBody>
      </p:sp>
      <p:sp>
        <p:nvSpPr>
          <p:cNvPr id="5" name="TextBox 4">
            <a:extLst>
              <a:ext uri="{FF2B5EF4-FFF2-40B4-BE49-F238E27FC236}">
                <a16:creationId xmlns:a16="http://schemas.microsoft.com/office/drawing/2014/main" id="{AA3713F3-6032-C04B-9168-53CFF4009F69}"/>
              </a:ext>
            </a:extLst>
          </p:cNvPr>
          <p:cNvSpPr txBox="1"/>
          <p:nvPr/>
        </p:nvSpPr>
        <p:spPr>
          <a:xfrm>
            <a:off x="6485267" y="2057400"/>
            <a:ext cx="5537857" cy="523220"/>
          </a:xfrm>
          <a:prstGeom prst="rect">
            <a:avLst/>
          </a:prstGeom>
          <a:noFill/>
        </p:spPr>
        <p:txBody>
          <a:bodyPr wrap="square" rtlCol="0">
            <a:spAutoFit/>
          </a:bodyPr>
          <a:lstStyle/>
          <a:p>
            <a:r>
              <a:rPr lang="en-US" sz="2800" b="1">
                <a:latin typeface="Courier New" panose="02070309020205020404" pitchFamily="49" charset="0"/>
                <a:cs typeface="Courier New" panose="02070309020205020404" pitchFamily="49" charset="0"/>
              </a:rPr>
              <a:t>https://</a:t>
            </a:r>
            <a:r>
              <a:rPr lang="en-US" sz="2800" b="1" err="1">
                <a:latin typeface="Courier New" panose="02070309020205020404" pitchFamily="49" charset="0"/>
                <a:cs typeface="Courier New" panose="02070309020205020404" pitchFamily="49" charset="0"/>
              </a:rPr>
              <a:t>expl.ai</a:t>
            </a:r>
            <a:r>
              <a:rPr lang="en-US" sz="2800" b="1">
                <a:latin typeface="Courier New" panose="02070309020205020404" pitchFamily="49" charset="0"/>
                <a:cs typeface="Courier New" panose="02070309020205020404" pitchFamily="49" charset="0"/>
              </a:rPr>
              <a:t>/ENAJBDHK</a:t>
            </a:r>
          </a:p>
        </p:txBody>
      </p:sp>
    </p:spTree>
    <p:extLst>
      <p:ext uri="{BB962C8B-B14F-4D97-AF65-F5344CB8AC3E}">
        <p14:creationId xmlns:p14="http://schemas.microsoft.com/office/powerpoint/2010/main" val="338703974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94A4EF-AEF2-4878-8EAD-2D4CF701A930}"/>
              </a:ext>
            </a:extLst>
          </p:cNvPr>
          <p:cNvSpPr>
            <a:spLocks noGrp="1"/>
          </p:cNvSpPr>
          <p:nvPr>
            <p:ph type="title"/>
          </p:nvPr>
        </p:nvSpPr>
        <p:spPr/>
        <p:txBody>
          <a:bodyPr/>
          <a:lstStyle/>
          <a:p>
            <a:r>
              <a:rPr lang="en-US"/>
              <a:t>Version Vectors</a:t>
            </a:r>
          </a:p>
        </p:txBody>
      </p:sp>
      <p:sp>
        <p:nvSpPr>
          <p:cNvPr id="3" name="Content Placeholder 2">
            <a:extLst>
              <a:ext uri="{FF2B5EF4-FFF2-40B4-BE49-F238E27FC236}">
                <a16:creationId xmlns:a16="http://schemas.microsoft.com/office/drawing/2014/main" id="{1DEE97CC-B770-4C9E-BFC5-7154E20DE7CB}"/>
              </a:ext>
            </a:extLst>
          </p:cNvPr>
          <p:cNvSpPr>
            <a:spLocks noGrp="1"/>
          </p:cNvSpPr>
          <p:nvPr>
            <p:ph idx="1"/>
          </p:nvPr>
        </p:nvSpPr>
        <p:spPr/>
        <p:txBody>
          <a:bodyPr>
            <a:normAutofit lnSpcReduction="10000"/>
          </a:bodyPr>
          <a:lstStyle/>
          <a:p>
            <a:r>
              <a:rPr lang="en-US" dirty="0"/>
              <a:t>Problem: If multiple servers allow the same key to be updated, its important to detect when the values are concurrently updated across a set of replicas.</a:t>
            </a:r>
          </a:p>
          <a:p>
            <a:r>
              <a:rPr lang="en-US" dirty="0"/>
              <a:t>We can apply the vector clock concept to versioning a piece of data</a:t>
            </a:r>
          </a:p>
          <a:p>
            <a:pPr lvl="1"/>
            <a:r>
              <a:rPr lang="en-US" dirty="0"/>
              <a:t>This is used in many distributed data stores (DynamoDB, </a:t>
            </a:r>
            <a:r>
              <a:rPr lang="en-US" dirty="0" err="1"/>
              <a:t>Riak</a:t>
            </a:r>
            <a:r>
              <a:rPr lang="en-US" dirty="0"/>
              <a:t>)</a:t>
            </a:r>
          </a:p>
          <a:p>
            <a:r>
              <a:rPr lang="en-US" dirty="0"/>
              <a:t>When a piece of data is updated:</a:t>
            </a:r>
          </a:p>
          <a:p>
            <a:pPr lvl="1"/>
            <a:r>
              <a:rPr lang="en-US" dirty="0"/>
              <a:t>Tag it with the </a:t>
            </a:r>
            <a:r>
              <a:rPr lang="en-US" b="1" dirty="0">
                <a:latin typeface="Helvetica Neue"/>
                <a:ea typeface="Helvetica Neue"/>
                <a:cs typeface="Helvetica Neue"/>
                <a:sym typeface="Helvetica Neue"/>
              </a:rPr>
              <a:t>actor</a:t>
            </a:r>
            <a:r>
              <a:rPr lang="en-US" dirty="0"/>
              <a:t> who is modifying it and the version #</a:t>
            </a:r>
          </a:p>
          <a:p>
            <a:pPr lvl="1"/>
            <a:r>
              <a:rPr lang="en-US" dirty="0"/>
              <a:t>Treat the (actor: version) pairs like a vector clock</a:t>
            </a:r>
          </a:p>
          <a:p>
            <a:r>
              <a:rPr lang="en-US" dirty="0"/>
              <a:t>The version vectors can be used to determine a causal ordering of updates</a:t>
            </a:r>
          </a:p>
          <a:p>
            <a:r>
              <a:rPr lang="en-US" dirty="0"/>
              <a:t>Also can detect concurrent updates</a:t>
            </a:r>
          </a:p>
          <a:p>
            <a:r>
              <a:rPr lang="en-US" dirty="0"/>
              <a:t>Need to have a policy for resolving conflicts</a:t>
            </a:r>
          </a:p>
          <a:p>
            <a:pPr lvl="1"/>
            <a:r>
              <a:rPr lang="en-US" dirty="0"/>
              <a:t>If two versions are concurrent, they are “siblings”, return both!</a:t>
            </a:r>
          </a:p>
        </p:txBody>
      </p:sp>
      <p:sp>
        <p:nvSpPr>
          <p:cNvPr id="4" name="Footer Placeholder 3">
            <a:extLst>
              <a:ext uri="{FF2B5EF4-FFF2-40B4-BE49-F238E27FC236}">
                <a16:creationId xmlns:a16="http://schemas.microsoft.com/office/drawing/2014/main" id="{67BFD27C-E40D-4334-9C07-B99989ADB31B}"/>
              </a:ext>
            </a:extLst>
          </p:cNvPr>
          <p:cNvSpPr>
            <a:spLocks noGrp="1"/>
          </p:cNvSpPr>
          <p:nvPr>
            <p:ph type="ftr" sz="quarter" idx="11"/>
          </p:nvPr>
        </p:nvSpPr>
        <p:spPr/>
        <p:txBody>
          <a:bodyPr/>
          <a:lstStyle/>
          <a:p>
            <a:r>
              <a:rPr lang="en-US"/>
              <a:t>Prof. Tim Wood &amp; Prof. Roozbeh Haghnazar</a:t>
            </a:r>
          </a:p>
        </p:txBody>
      </p:sp>
    </p:spTree>
    <p:extLst>
      <p:ext uri="{BB962C8B-B14F-4D97-AF65-F5344CB8AC3E}">
        <p14:creationId xmlns:p14="http://schemas.microsoft.com/office/powerpoint/2010/main" val="406262398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0D09F3-2DFB-D895-B497-90261E7AE30B}"/>
              </a:ext>
            </a:extLst>
          </p:cNvPr>
          <p:cNvSpPr>
            <a:spLocks noGrp="1"/>
          </p:cNvSpPr>
          <p:nvPr>
            <p:ph type="title"/>
          </p:nvPr>
        </p:nvSpPr>
        <p:spPr>
          <a:xfrm>
            <a:off x="3311770" y="465017"/>
            <a:ext cx="4114800" cy="820615"/>
          </a:xfrm>
        </p:spPr>
        <p:txBody>
          <a:bodyPr anchor="b">
            <a:normAutofit/>
          </a:bodyPr>
          <a:lstStyle/>
          <a:p>
            <a:r>
              <a:rPr lang="en-US" dirty="0"/>
              <a:t>Example:</a:t>
            </a:r>
          </a:p>
        </p:txBody>
      </p:sp>
      <p:pic>
        <p:nvPicPr>
          <p:cNvPr id="1026" name="Picture 2">
            <a:extLst>
              <a:ext uri="{FF2B5EF4-FFF2-40B4-BE49-F238E27FC236}">
                <a16:creationId xmlns:a16="http://schemas.microsoft.com/office/drawing/2014/main" id="{7FC00AEB-63C3-B8FD-877E-E73084BF6977}"/>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tretch>
            <a:fillRect/>
          </a:stretch>
        </p:blipFill>
        <p:spPr bwMode="auto">
          <a:xfrm>
            <a:off x="5696166" y="644064"/>
            <a:ext cx="9865010" cy="5894343"/>
          </a:xfrm>
          <a:prstGeom prst="rect">
            <a:avLst/>
          </a:prstGeom>
          <a:solidFill>
            <a:srgbClr val="FFFFFF"/>
          </a:solidFill>
        </p:spPr>
      </p:pic>
      <p:sp>
        <p:nvSpPr>
          <p:cNvPr id="1031" name="Text Placeholder 3">
            <a:extLst>
              <a:ext uri="{FF2B5EF4-FFF2-40B4-BE49-F238E27FC236}">
                <a16:creationId xmlns:a16="http://schemas.microsoft.com/office/drawing/2014/main" id="{47351DD0-46D0-2760-9AE6-8B26E7951D0F}"/>
              </a:ext>
            </a:extLst>
          </p:cNvPr>
          <p:cNvSpPr>
            <a:spLocks noGrp="1"/>
          </p:cNvSpPr>
          <p:nvPr>
            <p:ph type="body" sz="half" idx="2"/>
          </p:nvPr>
        </p:nvSpPr>
        <p:spPr>
          <a:xfrm>
            <a:off x="685800" y="1524001"/>
            <a:ext cx="5010366" cy="4689935"/>
          </a:xfrm>
        </p:spPr>
        <p:txBody>
          <a:bodyPr>
            <a:normAutofit fontScale="85000" lnSpcReduction="20000"/>
          </a:bodyPr>
          <a:lstStyle/>
          <a:p>
            <a:r>
              <a:rPr lang="en-US" dirty="0"/>
              <a:t>Let’s assume we have a key K, with value U. We’re assuming that we have an empty version vector to begin with. Client’s C2 and C3 sync the same state from the system that’s implementing Version Vectors.</a:t>
            </a:r>
          </a:p>
          <a:p>
            <a:r>
              <a:rPr lang="en-US" dirty="0"/>
              <a:t>C3 updates the value to V &amp; sends a PUT command, with the local state of Version Vector it has(empty VV).</a:t>
            </a:r>
          </a:p>
          <a:p>
            <a:r>
              <a:rPr lang="en-US" dirty="0"/>
              <a:t>The System on receiving the Version Vector, compares it with its local state(again empty). So it creates a new Version Vector for this client(C3) and updates the value of key K to V.</a:t>
            </a:r>
          </a:p>
          <a:p>
            <a:r>
              <a:rPr lang="en-US" dirty="0"/>
              <a:t>C3 syncs the state from the server and again updates the value to A from V and sends a PUT command.</a:t>
            </a:r>
          </a:p>
          <a:p>
            <a:r>
              <a:rPr lang="en-US" dirty="0"/>
              <a:t>The System on receiving the Version Vector, compares it with its local state. This time the local state has an entry for C3, so it increments the counter to 2 &amp; updates the value to A.</a:t>
            </a:r>
          </a:p>
          <a:p>
            <a:r>
              <a:rPr lang="en-US" dirty="0"/>
              <a:t>C2 updates the value to W &amp; sends a PUT command, with the local state of Version Vector it has(empty VV).</a:t>
            </a:r>
          </a:p>
          <a:p>
            <a:r>
              <a:rPr lang="en-US" dirty="0"/>
              <a:t>The System on receiving the Version Vector, compares it with its local state((C3, 2)). Since there is no local state for C2, it creates a new state of (C2, 1). If we compare the 2 Version Vectors, {C3, 2} and {C2, 1}, based on what we’ve discussed before, they are concurrent. Since there is a conflict, the System stores both the version vectors(1 per client) as siblings.</a:t>
            </a:r>
          </a:p>
        </p:txBody>
      </p:sp>
      <p:sp>
        <p:nvSpPr>
          <p:cNvPr id="4" name="Footer Placeholder 3">
            <a:extLst>
              <a:ext uri="{FF2B5EF4-FFF2-40B4-BE49-F238E27FC236}">
                <a16:creationId xmlns:a16="http://schemas.microsoft.com/office/drawing/2014/main" id="{0BF2CAC1-1F16-2972-DE0B-83D6896B3BAD}"/>
              </a:ext>
            </a:extLst>
          </p:cNvPr>
          <p:cNvSpPr>
            <a:spLocks noGrp="1"/>
          </p:cNvSpPr>
          <p:nvPr>
            <p:ph type="ftr" sz="quarter" idx="11"/>
          </p:nvPr>
        </p:nvSpPr>
        <p:spPr>
          <a:xfrm>
            <a:off x="685800" y="6355845"/>
            <a:ext cx="7772400" cy="365125"/>
          </a:xfrm>
        </p:spPr>
        <p:txBody>
          <a:bodyPr anchor="ctr">
            <a:normAutofit/>
          </a:bodyPr>
          <a:lstStyle/>
          <a:p>
            <a:pPr>
              <a:spcAft>
                <a:spcPts val="600"/>
              </a:spcAft>
            </a:pPr>
            <a:r>
              <a:rPr lang="en-US"/>
              <a:t>Prof. Tim Wood &amp; Prof. Roozbeh Haghnazar</a:t>
            </a:r>
          </a:p>
        </p:txBody>
      </p:sp>
    </p:spTree>
    <p:extLst>
      <p:ext uri="{BB962C8B-B14F-4D97-AF65-F5344CB8AC3E}">
        <p14:creationId xmlns:p14="http://schemas.microsoft.com/office/powerpoint/2010/main" val="240058167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774D3E-91C5-423B-917E-B2F054521743}"/>
              </a:ext>
            </a:extLst>
          </p:cNvPr>
          <p:cNvSpPr>
            <a:spLocks noGrp="1"/>
          </p:cNvSpPr>
          <p:nvPr>
            <p:ph type="title"/>
          </p:nvPr>
        </p:nvSpPr>
        <p:spPr/>
        <p:txBody>
          <a:bodyPr/>
          <a:lstStyle/>
          <a:p>
            <a:r>
              <a:rPr lang="en-US"/>
              <a:t>Version Vectors</a:t>
            </a:r>
          </a:p>
        </p:txBody>
      </p:sp>
      <p:sp>
        <p:nvSpPr>
          <p:cNvPr id="3" name="Content Placeholder 2">
            <a:extLst>
              <a:ext uri="{FF2B5EF4-FFF2-40B4-BE49-F238E27FC236}">
                <a16:creationId xmlns:a16="http://schemas.microsoft.com/office/drawing/2014/main" id="{CB91CA11-9268-4B50-8C83-CEF395DD3F0C}"/>
              </a:ext>
            </a:extLst>
          </p:cNvPr>
          <p:cNvSpPr>
            <a:spLocks noGrp="1"/>
          </p:cNvSpPr>
          <p:nvPr>
            <p:ph idx="1"/>
          </p:nvPr>
        </p:nvSpPr>
        <p:spPr/>
        <p:txBody>
          <a:bodyPr/>
          <a:lstStyle/>
          <a:p>
            <a:r>
              <a:rPr lang="en-US"/>
              <a:t>Alice tells everyone to meet on Wednesday</a:t>
            </a:r>
          </a:p>
          <a:p>
            <a:r>
              <a:rPr lang="en-US"/>
              <a:t>Dave and Cathy discuss and decide on Thursday</a:t>
            </a:r>
          </a:p>
          <a:p>
            <a:r>
              <a:rPr lang="en-US"/>
              <a:t>Ben and Dave exchange emails and decide Tuesday</a:t>
            </a:r>
          </a:p>
          <a:p>
            <a:r>
              <a:rPr lang="en-US"/>
              <a:t>Alice wants to know the final meeting time, but Dave is offline and Ben and Cathy disagree… what to do?</a:t>
            </a:r>
          </a:p>
        </p:txBody>
      </p:sp>
      <p:sp>
        <p:nvSpPr>
          <p:cNvPr id="4" name="Footer Placeholder 3">
            <a:extLst>
              <a:ext uri="{FF2B5EF4-FFF2-40B4-BE49-F238E27FC236}">
                <a16:creationId xmlns:a16="http://schemas.microsoft.com/office/drawing/2014/main" id="{0102D804-5CF7-444A-80D4-7229DACBBBEC}"/>
              </a:ext>
            </a:extLst>
          </p:cNvPr>
          <p:cNvSpPr>
            <a:spLocks noGrp="1"/>
          </p:cNvSpPr>
          <p:nvPr>
            <p:ph type="ftr" sz="quarter" idx="11"/>
          </p:nvPr>
        </p:nvSpPr>
        <p:spPr/>
        <p:txBody>
          <a:bodyPr/>
          <a:lstStyle/>
          <a:p>
            <a:r>
              <a:rPr lang="en-US"/>
              <a:t>Prof. Tim Wood &amp; Prof. Roozbeh Haghnazar</a:t>
            </a:r>
          </a:p>
        </p:txBody>
      </p:sp>
      <p:grpSp>
        <p:nvGrpSpPr>
          <p:cNvPr id="5" name="Group 4">
            <a:extLst>
              <a:ext uri="{FF2B5EF4-FFF2-40B4-BE49-F238E27FC236}">
                <a16:creationId xmlns:a16="http://schemas.microsoft.com/office/drawing/2014/main" id="{34B973BC-6D0C-40C3-B42A-DDCD61ADC3B6}"/>
              </a:ext>
            </a:extLst>
          </p:cNvPr>
          <p:cNvGrpSpPr/>
          <p:nvPr/>
        </p:nvGrpSpPr>
        <p:grpSpPr>
          <a:xfrm>
            <a:off x="878027" y="4498359"/>
            <a:ext cx="10435945" cy="1467384"/>
            <a:chOff x="609044" y="5857925"/>
            <a:chExt cx="11748049" cy="1651877"/>
          </a:xfrm>
        </p:grpSpPr>
        <p:sp>
          <p:nvSpPr>
            <p:cNvPr id="6" name="Alice">
              <a:extLst>
                <a:ext uri="{FF2B5EF4-FFF2-40B4-BE49-F238E27FC236}">
                  <a16:creationId xmlns:a16="http://schemas.microsoft.com/office/drawing/2014/main" id="{30351B3E-309C-4E45-8AA0-AFCD6A75C094}"/>
                </a:ext>
              </a:extLst>
            </p:cNvPr>
            <p:cNvSpPr/>
            <p:nvPr/>
          </p:nvSpPr>
          <p:spPr>
            <a:xfrm>
              <a:off x="609607" y="5857925"/>
              <a:ext cx="2318975" cy="754896"/>
            </a:xfrm>
            <a:prstGeom prst="rect">
              <a:avLst/>
            </a:prstGeom>
            <a:solidFill>
              <a:srgbClr val="006893"/>
            </a:solidFill>
            <a:ln w="25400">
              <a:solidFill>
                <a:srgbClr val="000000"/>
              </a:solidFill>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chor="ctr"/>
            <a:lstStyle>
              <a:lvl1pPr>
                <a:defRPr sz="3200">
                  <a:solidFill>
                    <a:srgbClr val="FFFFFF"/>
                  </a:solidFill>
                  <a:latin typeface="Helvetica Neue Light"/>
                  <a:ea typeface="Helvetica Neue Light"/>
                  <a:cs typeface="Helvetica Neue Light"/>
                  <a:sym typeface="Helvetica Neue Light"/>
                </a:defRPr>
              </a:lvl1pPr>
            </a:lstStyle>
            <a:p>
              <a:r>
                <a:rPr sz="2800"/>
                <a:t>Alice</a:t>
              </a:r>
            </a:p>
          </p:txBody>
        </p:sp>
        <p:sp>
          <p:nvSpPr>
            <p:cNvPr id="7" name="Bob">
              <a:extLst>
                <a:ext uri="{FF2B5EF4-FFF2-40B4-BE49-F238E27FC236}">
                  <a16:creationId xmlns:a16="http://schemas.microsoft.com/office/drawing/2014/main" id="{99050C62-1F36-4E69-86C8-7A46F28B7CBB}"/>
                </a:ext>
              </a:extLst>
            </p:cNvPr>
            <p:cNvSpPr/>
            <p:nvPr/>
          </p:nvSpPr>
          <p:spPr>
            <a:xfrm>
              <a:off x="3752444" y="5857925"/>
              <a:ext cx="2318975" cy="754896"/>
            </a:xfrm>
            <a:prstGeom prst="rect">
              <a:avLst/>
            </a:prstGeom>
            <a:solidFill>
              <a:srgbClr val="006893"/>
            </a:solidFill>
            <a:ln w="25400">
              <a:solidFill>
                <a:srgbClr val="000000"/>
              </a:solidFill>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chor="ctr"/>
            <a:lstStyle>
              <a:lvl1pPr>
                <a:defRPr sz="3200">
                  <a:solidFill>
                    <a:srgbClr val="FFFFFF"/>
                  </a:solidFill>
                  <a:latin typeface="Helvetica Neue Light"/>
                  <a:ea typeface="Helvetica Neue Light"/>
                  <a:cs typeface="Helvetica Neue Light"/>
                  <a:sym typeface="Helvetica Neue Light"/>
                </a:defRPr>
              </a:lvl1pPr>
            </a:lstStyle>
            <a:p>
              <a:r>
                <a:rPr lang="en-US" sz="2800"/>
                <a:t>Ben</a:t>
              </a:r>
              <a:endParaRPr sz="2800"/>
            </a:p>
          </p:txBody>
        </p:sp>
        <p:sp>
          <p:nvSpPr>
            <p:cNvPr id="8" name="Cathy">
              <a:extLst>
                <a:ext uri="{FF2B5EF4-FFF2-40B4-BE49-F238E27FC236}">
                  <a16:creationId xmlns:a16="http://schemas.microsoft.com/office/drawing/2014/main" id="{9AAA98DB-3462-4885-AFB6-08032E63A8DD}"/>
                </a:ext>
              </a:extLst>
            </p:cNvPr>
            <p:cNvSpPr/>
            <p:nvPr/>
          </p:nvSpPr>
          <p:spPr>
            <a:xfrm>
              <a:off x="6895282" y="5857925"/>
              <a:ext cx="2318974" cy="754896"/>
            </a:xfrm>
            <a:prstGeom prst="rect">
              <a:avLst/>
            </a:prstGeom>
            <a:solidFill>
              <a:srgbClr val="006893"/>
            </a:solidFill>
            <a:ln w="25400">
              <a:solidFill>
                <a:srgbClr val="000000"/>
              </a:solidFill>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chor="ctr"/>
            <a:lstStyle>
              <a:lvl1pPr>
                <a:defRPr sz="3200">
                  <a:solidFill>
                    <a:srgbClr val="FFFFFF"/>
                  </a:solidFill>
                  <a:latin typeface="Helvetica Neue Light"/>
                  <a:ea typeface="Helvetica Neue Light"/>
                  <a:cs typeface="Helvetica Neue Light"/>
                  <a:sym typeface="Helvetica Neue Light"/>
                </a:defRPr>
              </a:lvl1pPr>
            </a:lstStyle>
            <a:p>
              <a:r>
                <a:rPr sz="2800"/>
                <a:t>Cathy</a:t>
              </a:r>
            </a:p>
          </p:txBody>
        </p:sp>
        <p:sp>
          <p:nvSpPr>
            <p:cNvPr id="9" name="Dave">
              <a:extLst>
                <a:ext uri="{FF2B5EF4-FFF2-40B4-BE49-F238E27FC236}">
                  <a16:creationId xmlns:a16="http://schemas.microsoft.com/office/drawing/2014/main" id="{E8441305-538E-4582-B1B7-3E84C05CBF0E}"/>
                </a:ext>
              </a:extLst>
            </p:cNvPr>
            <p:cNvSpPr/>
            <p:nvPr/>
          </p:nvSpPr>
          <p:spPr>
            <a:xfrm>
              <a:off x="10038119" y="5857925"/>
              <a:ext cx="2318974" cy="754896"/>
            </a:xfrm>
            <a:prstGeom prst="rect">
              <a:avLst/>
            </a:prstGeom>
            <a:solidFill>
              <a:schemeClr val="accent1"/>
            </a:solidFill>
            <a:ln w="25400">
              <a:solidFill>
                <a:srgbClr val="000000"/>
              </a:solidFill>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chor="ctr"/>
            <a:lstStyle>
              <a:lvl1pPr>
                <a:defRPr sz="3200">
                  <a:solidFill>
                    <a:srgbClr val="FFFFFF"/>
                  </a:solidFill>
                  <a:latin typeface="Helvetica Neue Light"/>
                  <a:ea typeface="Helvetica Neue Light"/>
                  <a:cs typeface="Helvetica Neue Light"/>
                  <a:sym typeface="Helvetica Neue Light"/>
                </a:defRPr>
              </a:lvl1pPr>
            </a:lstStyle>
            <a:p>
              <a:r>
                <a:rPr sz="2800"/>
                <a:t>Dave</a:t>
              </a:r>
            </a:p>
          </p:txBody>
        </p:sp>
        <p:sp>
          <p:nvSpPr>
            <p:cNvPr id="10" name="Wednesday">
              <a:extLst>
                <a:ext uri="{FF2B5EF4-FFF2-40B4-BE49-F238E27FC236}">
                  <a16:creationId xmlns:a16="http://schemas.microsoft.com/office/drawing/2014/main" id="{9008BE40-8B8A-4207-A072-461EBCC8FE53}"/>
                </a:ext>
              </a:extLst>
            </p:cNvPr>
            <p:cNvSpPr txBox="1"/>
            <p:nvPr/>
          </p:nvSpPr>
          <p:spPr>
            <a:xfrm>
              <a:off x="609044" y="6839953"/>
              <a:ext cx="2813290" cy="66984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50800" tIns="50800" rIns="50800" bIns="50800" anchor="ctr">
              <a:spAutoFit/>
            </a:bodyPr>
            <a:lstStyle>
              <a:lvl1pPr>
                <a:defRPr sz="3300"/>
              </a:lvl1pPr>
            </a:lstStyle>
            <a:p>
              <a:r>
                <a:rPr sz="3200"/>
                <a:t>Wednesday</a:t>
              </a:r>
            </a:p>
          </p:txBody>
        </p:sp>
        <p:sp>
          <p:nvSpPr>
            <p:cNvPr id="11" name="Thursday">
              <a:extLst>
                <a:ext uri="{FF2B5EF4-FFF2-40B4-BE49-F238E27FC236}">
                  <a16:creationId xmlns:a16="http://schemas.microsoft.com/office/drawing/2014/main" id="{C2AD9773-972B-4558-A6B3-BFD94F41A21C}"/>
                </a:ext>
              </a:extLst>
            </p:cNvPr>
            <p:cNvSpPr txBox="1"/>
            <p:nvPr/>
          </p:nvSpPr>
          <p:spPr>
            <a:xfrm>
              <a:off x="7124118" y="6839952"/>
              <a:ext cx="2071620" cy="66984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50800" tIns="50800" rIns="50800" bIns="50800" anchor="ctr">
              <a:spAutoFit/>
            </a:bodyPr>
            <a:lstStyle>
              <a:lvl1pPr>
                <a:defRPr sz="3300"/>
              </a:lvl1pPr>
            </a:lstStyle>
            <a:p>
              <a:r>
                <a:rPr sz="3200"/>
                <a:t>Thursday</a:t>
              </a:r>
            </a:p>
          </p:txBody>
        </p:sp>
        <p:sp>
          <p:nvSpPr>
            <p:cNvPr id="12" name="???">
              <a:extLst>
                <a:ext uri="{FF2B5EF4-FFF2-40B4-BE49-F238E27FC236}">
                  <a16:creationId xmlns:a16="http://schemas.microsoft.com/office/drawing/2014/main" id="{53CFC964-9FE4-46B4-86F6-737143283C21}"/>
                </a:ext>
              </a:extLst>
            </p:cNvPr>
            <p:cNvSpPr txBox="1"/>
            <p:nvPr/>
          </p:nvSpPr>
          <p:spPr>
            <a:xfrm>
              <a:off x="10782875" y="6839952"/>
              <a:ext cx="932952" cy="66984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50800" tIns="50800" rIns="50800" bIns="50800" anchor="ctr">
              <a:spAutoFit/>
            </a:bodyPr>
            <a:lstStyle>
              <a:lvl1pPr>
                <a:defRPr sz="3300"/>
              </a:lvl1pPr>
            </a:lstStyle>
            <a:p>
              <a:r>
                <a:rPr sz="3200"/>
                <a:t>???</a:t>
              </a:r>
            </a:p>
          </p:txBody>
        </p:sp>
        <p:sp>
          <p:nvSpPr>
            <p:cNvPr id="13" name="Tuesday">
              <a:extLst>
                <a:ext uri="{FF2B5EF4-FFF2-40B4-BE49-F238E27FC236}">
                  <a16:creationId xmlns:a16="http://schemas.microsoft.com/office/drawing/2014/main" id="{0D7C7622-83D2-4B62-84A0-74DD63389795}"/>
                </a:ext>
              </a:extLst>
            </p:cNvPr>
            <p:cNvSpPr txBox="1"/>
            <p:nvPr/>
          </p:nvSpPr>
          <p:spPr>
            <a:xfrm>
              <a:off x="4058737" y="6839952"/>
              <a:ext cx="1950717" cy="66984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50800" tIns="50800" rIns="50800" bIns="50800" anchor="ctr">
              <a:spAutoFit/>
            </a:bodyPr>
            <a:lstStyle>
              <a:lvl1pPr>
                <a:defRPr sz="3300"/>
              </a:lvl1pPr>
            </a:lstStyle>
            <a:p>
              <a:r>
                <a:rPr sz="3200"/>
                <a:t>Tuesday</a:t>
              </a:r>
            </a:p>
          </p:txBody>
        </p:sp>
      </p:grpSp>
      <p:sp>
        <p:nvSpPr>
          <p:cNvPr id="22" name="U-Turn Arrow 21">
            <a:extLst>
              <a:ext uri="{FF2B5EF4-FFF2-40B4-BE49-F238E27FC236}">
                <a16:creationId xmlns:a16="http://schemas.microsoft.com/office/drawing/2014/main" id="{3DCE8612-EF79-F541-B752-748C50DF1913}"/>
              </a:ext>
            </a:extLst>
          </p:cNvPr>
          <p:cNvSpPr/>
          <p:nvPr/>
        </p:nvSpPr>
        <p:spPr>
          <a:xfrm rot="5400000">
            <a:off x="8135697" y="2727452"/>
            <a:ext cx="772902" cy="630195"/>
          </a:xfrm>
          <a:prstGeom prst="uturnArrow">
            <a:avLst/>
          </a:prstGeom>
          <a:solidFill>
            <a:schemeClr val="accent3"/>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3" name="TextBox 22">
            <a:extLst>
              <a:ext uri="{FF2B5EF4-FFF2-40B4-BE49-F238E27FC236}">
                <a16:creationId xmlns:a16="http://schemas.microsoft.com/office/drawing/2014/main" id="{F017B12B-40C0-4F4C-8291-3A0697F036B4}"/>
              </a:ext>
            </a:extLst>
          </p:cNvPr>
          <p:cNvSpPr txBox="1"/>
          <p:nvPr/>
        </p:nvSpPr>
        <p:spPr>
          <a:xfrm>
            <a:off x="8983361" y="2829697"/>
            <a:ext cx="1161535" cy="369332"/>
          </a:xfrm>
          <a:prstGeom prst="rect">
            <a:avLst/>
          </a:prstGeom>
          <a:noFill/>
        </p:spPr>
        <p:txBody>
          <a:bodyPr wrap="square" rtlCol="0">
            <a:spAutoFit/>
          </a:bodyPr>
          <a:lstStyle/>
          <a:p>
            <a:r>
              <a:rPr lang="en-US" b="1"/>
              <a:t>Order?</a:t>
            </a:r>
          </a:p>
        </p:txBody>
      </p:sp>
    </p:spTree>
    <p:extLst>
      <p:ext uri="{BB962C8B-B14F-4D97-AF65-F5344CB8AC3E}">
        <p14:creationId xmlns:p14="http://schemas.microsoft.com/office/powerpoint/2010/main" val="268535074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774D3E-91C5-423B-917E-B2F054521743}"/>
              </a:ext>
            </a:extLst>
          </p:cNvPr>
          <p:cNvSpPr>
            <a:spLocks noGrp="1"/>
          </p:cNvSpPr>
          <p:nvPr>
            <p:ph type="title"/>
          </p:nvPr>
        </p:nvSpPr>
        <p:spPr>
          <a:xfrm>
            <a:off x="2450123" y="558644"/>
            <a:ext cx="8610600" cy="1293028"/>
          </a:xfrm>
        </p:spPr>
        <p:txBody>
          <a:bodyPr/>
          <a:lstStyle/>
          <a:p>
            <a:r>
              <a:rPr lang="en-US" dirty="0"/>
              <a:t>Version Vectors</a:t>
            </a:r>
          </a:p>
        </p:txBody>
      </p:sp>
      <p:sp>
        <p:nvSpPr>
          <p:cNvPr id="3" name="Content Placeholder 2">
            <a:extLst>
              <a:ext uri="{FF2B5EF4-FFF2-40B4-BE49-F238E27FC236}">
                <a16:creationId xmlns:a16="http://schemas.microsoft.com/office/drawing/2014/main" id="{CB91CA11-9268-4B50-8C83-CEF395DD3F0C}"/>
              </a:ext>
            </a:extLst>
          </p:cNvPr>
          <p:cNvSpPr>
            <a:spLocks noGrp="1"/>
          </p:cNvSpPr>
          <p:nvPr>
            <p:ph idx="1"/>
          </p:nvPr>
        </p:nvSpPr>
        <p:spPr>
          <a:xfrm>
            <a:off x="685800" y="2194560"/>
            <a:ext cx="3299151" cy="4024125"/>
          </a:xfrm>
        </p:spPr>
        <p:txBody>
          <a:bodyPr>
            <a:normAutofit fontScale="92500" lnSpcReduction="10000"/>
          </a:bodyPr>
          <a:lstStyle/>
          <a:p>
            <a:r>
              <a:rPr lang="en-US" dirty="0"/>
              <a:t>Start with Alice's initial message: "Let's meet Wednesday,"</a:t>
            </a:r>
          </a:p>
          <a:p>
            <a:r>
              <a:rPr lang="en-US" dirty="0"/>
              <a:t>date = Wednesday</a:t>
            </a:r>
          </a:p>
          <a:p>
            <a:r>
              <a:rPr lang="en-US" dirty="0" err="1"/>
              <a:t>vclock</a:t>
            </a:r>
            <a:r>
              <a:rPr lang="en-US" dirty="0"/>
              <a:t> = Alice:1</a:t>
            </a:r>
          </a:p>
          <a:p>
            <a:endParaRPr lang="en-US" dirty="0"/>
          </a:p>
          <a:p>
            <a:endParaRPr lang="en-US" dirty="0"/>
          </a:p>
          <a:p>
            <a:endParaRPr lang="en-US" dirty="0"/>
          </a:p>
          <a:p>
            <a:r>
              <a:rPr lang="en-US" dirty="0"/>
              <a:t>Ben suggests Tuesday:</a:t>
            </a:r>
          </a:p>
          <a:p>
            <a:r>
              <a:rPr lang="en-US" dirty="0"/>
              <a:t>date = Tuesday</a:t>
            </a:r>
          </a:p>
          <a:p>
            <a:r>
              <a:rPr lang="en-US" dirty="0" err="1"/>
              <a:t>vclock</a:t>
            </a:r>
            <a:r>
              <a:rPr lang="en-US" dirty="0"/>
              <a:t> = Alice:1, Ben:1</a:t>
            </a:r>
          </a:p>
        </p:txBody>
      </p:sp>
      <p:sp>
        <p:nvSpPr>
          <p:cNvPr id="4" name="Footer Placeholder 3">
            <a:extLst>
              <a:ext uri="{FF2B5EF4-FFF2-40B4-BE49-F238E27FC236}">
                <a16:creationId xmlns:a16="http://schemas.microsoft.com/office/drawing/2014/main" id="{0102D804-5CF7-444A-80D4-7229DACBBBEC}"/>
              </a:ext>
            </a:extLst>
          </p:cNvPr>
          <p:cNvSpPr>
            <a:spLocks noGrp="1"/>
          </p:cNvSpPr>
          <p:nvPr>
            <p:ph type="ftr" sz="quarter" idx="11"/>
          </p:nvPr>
        </p:nvSpPr>
        <p:spPr/>
        <p:txBody>
          <a:bodyPr/>
          <a:lstStyle/>
          <a:p>
            <a:r>
              <a:rPr lang="en-US"/>
              <a:t>Prof. Tim Wood &amp; Prof. Roozbeh Haghnazar</a:t>
            </a:r>
          </a:p>
        </p:txBody>
      </p:sp>
      <p:pic>
        <p:nvPicPr>
          <p:cNvPr id="14" name="Picture 13">
            <a:extLst>
              <a:ext uri="{FF2B5EF4-FFF2-40B4-BE49-F238E27FC236}">
                <a16:creationId xmlns:a16="http://schemas.microsoft.com/office/drawing/2014/main" id="{6B3C21D4-C40A-A417-01B0-5418DEA32CB1}"/>
              </a:ext>
            </a:extLst>
          </p:cNvPr>
          <p:cNvPicPr>
            <a:picLocks noChangeAspect="1"/>
          </p:cNvPicPr>
          <p:nvPr/>
        </p:nvPicPr>
        <p:blipFill>
          <a:blip r:embed="rId2"/>
          <a:stretch>
            <a:fillRect/>
          </a:stretch>
        </p:blipFill>
        <p:spPr>
          <a:xfrm>
            <a:off x="7158037" y="232422"/>
            <a:ext cx="4276725" cy="3238500"/>
          </a:xfrm>
          <a:prstGeom prst="rect">
            <a:avLst/>
          </a:prstGeom>
        </p:spPr>
      </p:pic>
      <p:pic>
        <p:nvPicPr>
          <p:cNvPr id="16" name="Picture 15">
            <a:extLst>
              <a:ext uri="{FF2B5EF4-FFF2-40B4-BE49-F238E27FC236}">
                <a16:creationId xmlns:a16="http://schemas.microsoft.com/office/drawing/2014/main" id="{FE8BD61B-8A9E-DD24-5B7C-DA81838AB087}"/>
              </a:ext>
            </a:extLst>
          </p:cNvPr>
          <p:cNvPicPr>
            <a:picLocks noChangeAspect="1"/>
          </p:cNvPicPr>
          <p:nvPr/>
        </p:nvPicPr>
        <p:blipFill>
          <a:blip r:embed="rId3"/>
          <a:stretch>
            <a:fillRect/>
          </a:stretch>
        </p:blipFill>
        <p:spPr>
          <a:xfrm>
            <a:off x="7158037" y="3609975"/>
            <a:ext cx="4267200" cy="3248025"/>
          </a:xfrm>
          <a:prstGeom prst="rect">
            <a:avLst/>
          </a:prstGeom>
        </p:spPr>
      </p:pic>
    </p:spTree>
    <p:extLst>
      <p:ext uri="{BB962C8B-B14F-4D97-AF65-F5344CB8AC3E}">
        <p14:creationId xmlns:p14="http://schemas.microsoft.com/office/powerpoint/2010/main" val="137549892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774D3E-91C5-423B-917E-B2F054521743}"/>
              </a:ext>
            </a:extLst>
          </p:cNvPr>
          <p:cNvSpPr>
            <a:spLocks noGrp="1"/>
          </p:cNvSpPr>
          <p:nvPr>
            <p:ph type="title"/>
          </p:nvPr>
        </p:nvSpPr>
        <p:spPr>
          <a:xfrm>
            <a:off x="2450123" y="558644"/>
            <a:ext cx="8610600" cy="1293028"/>
          </a:xfrm>
        </p:spPr>
        <p:txBody>
          <a:bodyPr/>
          <a:lstStyle/>
          <a:p>
            <a:r>
              <a:rPr lang="en-US" dirty="0"/>
              <a:t>Version Vectors</a:t>
            </a:r>
          </a:p>
        </p:txBody>
      </p:sp>
      <p:sp>
        <p:nvSpPr>
          <p:cNvPr id="3" name="Content Placeholder 2">
            <a:extLst>
              <a:ext uri="{FF2B5EF4-FFF2-40B4-BE49-F238E27FC236}">
                <a16:creationId xmlns:a16="http://schemas.microsoft.com/office/drawing/2014/main" id="{CB91CA11-9268-4B50-8C83-CEF395DD3F0C}"/>
              </a:ext>
            </a:extLst>
          </p:cNvPr>
          <p:cNvSpPr>
            <a:spLocks noGrp="1"/>
          </p:cNvSpPr>
          <p:nvPr>
            <p:ph idx="1"/>
          </p:nvPr>
        </p:nvSpPr>
        <p:spPr>
          <a:xfrm>
            <a:off x="685800" y="2194560"/>
            <a:ext cx="3546231" cy="4024125"/>
          </a:xfrm>
        </p:spPr>
        <p:txBody>
          <a:bodyPr>
            <a:normAutofit fontScale="92500"/>
          </a:bodyPr>
          <a:lstStyle/>
          <a:p>
            <a:r>
              <a:rPr lang="en-US" dirty="0"/>
              <a:t>Dave replies, confirming Tuesday:</a:t>
            </a:r>
          </a:p>
          <a:p>
            <a:r>
              <a:rPr lang="en-US" dirty="0"/>
              <a:t>date = Tuesday</a:t>
            </a:r>
          </a:p>
          <a:p>
            <a:r>
              <a:rPr lang="en-US" dirty="0" err="1"/>
              <a:t>vclock</a:t>
            </a:r>
            <a:r>
              <a:rPr lang="en-US" dirty="0"/>
              <a:t> = Alice:1, Ben:1, Dave:1</a:t>
            </a:r>
          </a:p>
          <a:p>
            <a:endParaRPr lang="en-US" dirty="0"/>
          </a:p>
          <a:p>
            <a:endParaRPr lang="en-US" dirty="0"/>
          </a:p>
          <a:p>
            <a:r>
              <a:rPr lang="en-US" dirty="0"/>
              <a:t>Now Cathy gets into the act, suggesting Thursday:</a:t>
            </a:r>
          </a:p>
          <a:p>
            <a:r>
              <a:rPr lang="en-US" dirty="0"/>
              <a:t>date = Thursday</a:t>
            </a:r>
          </a:p>
          <a:p>
            <a:r>
              <a:rPr lang="en-US" dirty="0" err="1"/>
              <a:t>vclock</a:t>
            </a:r>
            <a:r>
              <a:rPr lang="en-US" dirty="0"/>
              <a:t> = Alice:1, Cathy:1</a:t>
            </a:r>
          </a:p>
        </p:txBody>
      </p:sp>
      <p:sp>
        <p:nvSpPr>
          <p:cNvPr id="4" name="Footer Placeholder 3">
            <a:extLst>
              <a:ext uri="{FF2B5EF4-FFF2-40B4-BE49-F238E27FC236}">
                <a16:creationId xmlns:a16="http://schemas.microsoft.com/office/drawing/2014/main" id="{0102D804-5CF7-444A-80D4-7229DACBBBEC}"/>
              </a:ext>
            </a:extLst>
          </p:cNvPr>
          <p:cNvSpPr>
            <a:spLocks noGrp="1"/>
          </p:cNvSpPr>
          <p:nvPr>
            <p:ph type="ftr" sz="quarter" idx="11"/>
          </p:nvPr>
        </p:nvSpPr>
        <p:spPr/>
        <p:txBody>
          <a:bodyPr/>
          <a:lstStyle/>
          <a:p>
            <a:r>
              <a:rPr lang="en-US"/>
              <a:t>Prof. Tim Wood &amp; Prof. Roozbeh Haghnazar</a:t>
            </a:r>
          </a:p>
        </p:txBody>
      </p:sp>
      <p:pic>
        <p:nvPicPr>
          <p:cNvPr id="14" name="Picture 13">
            <a:extLst>
              <a:ext uri="{FF2B5EF4-FFF2-40B4-BE49-F238E27FC236}">
                <a16:creationId xmlns:a16="http://schemas.microsoft.com/office/drawing/2014/main" id="{6B3C21D4-C40A-A417-01B0-5418DEA32CB1}"/>
              </a:ext>
            </a:extLst>
          </p:cNvPr>
          <p:cNvPicPr>
            <a:picLocks noChangeAspect="1"/>
          </p:cNvPicPr>
          <p:nvPr/>
        </p:nvPicPr>
        <p:blipFill>
          <a:blip r:embed="rId2"/>
          <a:srcRect/>
          <a:stretch/>
        </p:blipFill>
        <p:spPr>
          <a:xfrm>
            <a:off x="7158037" y="245524"/>
            <a:ext cx="4276725" cy="3212295"/>
          </a:xfrm>
          <a:prstGeom prst="rect">
            <a:avLst/>
          </a:prstGeom>
        </p:spPr>
      </p:pic>
      <p:pic>
        <p:nvPicPr>
          <p:cNvPr id="16" name="Picture 15">
            <a:extLst>
              <a:ext uri="{FF2B5EF4-FFF2-40B4-BE49-F238E27FC236}">
                <a16:creationId xmlns:a16="http://schemas.microsoft.com/office/drawing/2014/main" id="{FE8BD61B-8A9E-DD24-5B7C-DA81838AB087}"/>
              </a:ext>
            </a:extLst>
          </p:cNvPr>
          <p:cNvPicPr>
            <a:picLocks noChangeAspect="1"/>
          </p:cNvPicPr>
          <p:nvPr/>
        </p:nvPicPr>
        <p:blipFill>
          <a:blip r:embed="rId3"/>
          <a:srcRect/>
          <a:stretch/>
        </p:blipFill>
        <p:spPr>
          <a:xfrm>
            <a:off x="7165401" y="3609975"/>
            <a:ext cx="4252472" cy="3248025"/>
          </a:xfrm>
          <a:prstGeom prst="rect">
            <a:avLst/>
          </a:prstGeom>
        </p:spPr>
      </p:pic>
    </p:spTree>
    <p:extLst>
      <p:ext uri="{BB962C8B-B14F-4D97-AF65-F5344CB8AC3E}">
        <p14:creationId xmlns:p14="http://schemas.microsoft.com/office/powerpoint/2010/main" val="72529363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774D3E-91C5-423B-917E-B2F054521743}"/>
              </a:ext>
            </a:extLst>
          </p:cNvPr>
          <p:cNvSpPr>
            <a:spLocks noGrp="1"/>
          </p:cNvSpPr>
          <p:nvPr>
            <p:ph type="title"/>
          </p:nvPr>
        </p:nvSpPr>
        <p:spPr>
          <a:xfrm>
            <a:off x="2450123" y="558644"/>
            <a:ext cx="8610600" cy="1293028"/>
          </a:xfrm>
        </p:spPr>
        <p:txBody>
          <a:bodyPr/>
          <a:lstStyle/>
          <a:p>
            <a:r>
              <a:rPr lang="en-US" dirty="0"/>
              <a:t>Version Vectors</a:t>
            </a:r>
          </a:p>
        </p:txBody>
      </p:sp>
      <p:sp>
        <p:nvSpPr>
          <p:cNvPr id="3" name="Content Placeholder 2">
            <a:extLst>
              <a:ext uri="{FF2B5EF4-FFF2-40B4-BE49-F238E27FC236}">
                <a16:creationId xmlns:a16="http://schemas.microsoft.com/office/drawing/2014/main" id="{CB91CA11-9268-4B50-8C83-CEF395DD3F0C}"/>
              </a:ext>
            </a:extLst>
          </p:cNvPr>
          <p:cNvSpPr>
            <a:spLocks noGrp="1"/>
          </p:cNvSpPr>
          <p:nvPr>
            <p:ph idx="1"/>
          </p:nvPr>
        </p:nvSpPr>
        <p:spPr>
          <a:xfrm>
            <a:off x="386862" y="1981200"/>
            <a:ext cx="6068506" cy="4237485"/>
          </a:xfrm>
        </p:spPr>
        <p:txBody>
          <a:bodyPr>
            <a:normAutofit lnSpcReduction="10000"/>
          </a:bodyPr>
          <a:lstStyle/>
          <a:p>
            <a:r>
              <a:rPr lang="en-US" dirty="0"/>
              <a:t>Dave has two conflicting objects:</a:t>
            </a:r>
          </a:p>
          <a:p>
            <a:endParaRPr lang="en-US" dirty="0"/>
          </a:p>
          <a:p>
            <a:r>
              <a:rPr lang="en-US" dirty="0"/>
              <a:t>date = Tuesday</a:t>
            </a:r>
          </a:p>
          <a:p>
            <a:r>
              <a:rPr lang="en-US" dirty="0" err="1"/>
              <a:t>vclock</a:t>
            </a:r>
            <a:r>
              <a:rPr lang="en-US" dirty="0"/>
              <a:t> = Alice:1, Ben:1, Dave:1</a:t>
            </a:r>
          </a:p>
          <a:p>
            <a:pPr marL="0" indent="0">
              <a:buNone/>
            </a:pPr>
            <a:r>
              <a:rPr lang="en-US" sz="2400" b="1" dirty="0"/>
              <a:t>      and</a:t>
            </a:r>
          </a:p>
          <a:p>
            <a:r>
              <a:rPr lang="en-US" dirty="0"/>
              <a:t>date = Thursday</a:t>
            </a:r>
          </a:p>
          <a:p>
            <a:r>
              <a:rPr lang="en-US" dirty="0" err="1"/>
              <a:t>vclock</a:t>
            </a:r>
            <a:r>
              <a:rPr lang="en-US" dirty="0"/>
              <a:t> = Alice:1, Cathy:1</a:t>
            </a:r>
          </a:p>
          <a:p>
            <a:pPr marL="0" indent="0">
              <a:buNone/>
            </a:pPr>
            <a:endParaRPr lang="en-US" dirty="0"/>
          </a:p>
          <a:p>
            <a:r>
              <a:rPr lang="en-US" b="1" dirty="0">
                <a:solidFill>
                  <a:schemeClr val="accent4">
                    <a:lumMod val="75000"/>
                  </a:schemeClr>
                </a:solidFill>
              </a:rPr>
              <a:t>date = Thursday</a:t>
            </a:r>
          </a:p>
          <a:p>
            <a:r>
              <a:rPr lang="en-US" b="1" dirty="0" err="1">
                <a:solidFill>
                  <a:schemeClr val="accent4">
                    <a:lumMod val="75000"/>
                  </a:schemeClr>
                </a:solidFill>
              </a:rPr>
              <a:t>vclock</a:t>
            </a:r>
            <a:r>
              <a:rPr lang="en-US" b="1" dirty="0">
                <a:solidFill>
                  <a:schemeClr val="accent4">
                    <a:lumMod val="75000"/>
                  </a:schemeClr>
                </a:solidFill>
              </a:rPr>
              <a:t> = Alice:1, Ben:1, Cathy:1, Dave:2</a:t>
            </a:r>
          </a:p>
        </p:txBody>
      </p:sp>
      <p:sp>
        <p:nvSpPr>
          <p:cNvPr id="4" name="Footer Placeholder 3">
            <a:extLst>
              <a:ext uri="{FF2B5EF4-FFF2-40B4-BE49-F238E27FC236}">
                <a16:creationId xmlns:a16="http://schemas.microsoft.com/office/drawing/2014/main" id="{0102D804-5CF7-444A-80D4-7229DACBBBEC}"/>
              </a:ext>
            </a:extLst>
          </p:cNvPr>
          <p:cNvSpPr>
            <a:spLocks noGrp="1"/>
          </p:cNvSpPr>
          <p:nvPr>
            <p:ph type="ftr" sz="quarter" idx="11"/>
          </p:nvPr>
        </p:nvSpPr>
        <p:spPr/>
        <p:txBody>
          <a:bodyPr/>
          <a:lstStyle/>
          <a:p>
            <a:r>
              <a:rPr lang="en-US"/>
              <a:t>Prof. Tim Wood &amp; Prof. Roozbeh Haghnazar</a:t>
            </a:r>
          </a:p>
        </p:txBody>
      </p:sp>
      <p:pic>
        <p:nvPicPr>
          <p:cNvPr id="16" name="Picture 15">
            <a:extLst>
              <a:ext uri="{FF2B5EF4-FFF2-40B4-BE49-F238E27FC236}">
                <a16:creationId xmlns:a16="http://schemas.microsoft.com/office/drawing/2014/main" id="{FE8BD61B-8A9E-DD24-5B7C-DA81838AB087}"/>
              </a:ext>
            </a:extLst>
          </p:cNvPr>
          <p:cNvPicPr>
            <a:picLocks noChangeAspect="1"/>
          </p:cNvPicPr>
          <p:nvPr/>
        </p:nvPicPr>
        <p:blipFill>
          <a:blip r:embed="rId2"/>
          <a:srcRect/>
          <a:stretch/>
        </p:blipFill>
        <p:spPr>
          <a:xfrm>
            <a:off x="6455368" y="1490770"/>
            <a:ext cx="5736632" cy="4382492"/>
          </a:xfrm>
          <a:prstGeom prst="rect">
            <a:avLst/>
          </a:prstGeom>
        </p:spPr>
      </p:pic>
    </p:spTree>
    <p:extLst>
      <p:ext uri="{BB962C8B-B14F-4D97-AF65-F5344CB8AC3E}">
        <p14:creationId xmlns:p14="http://schemas.microsoft.com/office/powerpoint/2010/main" val="144566706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774D3E-91C5-423B-917E-B2F054521743}"/>
              </a:ext>
            </a:extLst>
          </p:cNvPr>
          <p:cNvSpPr>
            <a:spLocks noGrp="1"/>
          </p:cNvSpPr>
          <p:nvPr>
            <p:ph type="title"/>
          </p:nvPr>
        </p:nvSpPr>
        <p:spPr>
          <a:xfrm>
            <a:off x="2450123" y="558644"/>
            <a:ext cx="8610600" cy="1293028"/>
          </a:xfrm>
        </p:spPr>
        <p:txBody>
          <a:bodyPr/>
          <a:lstStyle/>
          <a:p>
            <a:r>
              <a:rPr lang="en-US" dirty="0"/>
              <a:t>Version Vectors</a:t>
            </a:r>
          </a:p>
        </p:txBody>
      </p:sp>
      <p:sp>
        <p:nvSpPr>
          <p:cNvPr id="3" name="Content Placeholder 2">
            <a:extLst>
              <a:ext uri="{FF2B5EF4-FFF2-40B4-BE49-F238E27FC236}">
                <a16:creationId xmlns:a16="http://schemas.microsoft.com/office/drawing/2014/main" id="{CB91CA11-9268-4B50-8C83-CEF395DD3F0C}"/>
              </a:ext>
            </a:extLst>
          </p:cNvPr>
          <p:cNvSpPr>
            <a:spLocks noGrp="1"/>
          </p:cNvSpPr>
          <p:nvPr>
            <p:ph idx="1"/>
          </p:nvPr>
        </p:nvSpPr>
        <p:spPr>
          <a:xfrm>
            <a:off x="442546" y="1851671"/>
            <a:ext cx="4015154" cy="4024125"/>
          </a:xfrm>
        </p:spPr>
        <p:txBody>
          <a:bodyPr>
            <a:normAutofit fontScale="92500" lnSpcReduction="20000"/>
          </a:bodyPr>
          <a:lstStyle/>
          <a:p>
            <a:r>
              <a:rPr lang="en-US" dirty="0"/>
              <a:t>So now when Alice asks Ben and Cathy for the latest decision, the replies she receives are, from Ben:</a:t>
            </a:r>
          </a:p>
          <a:p>
            <a:endParaRPr lang="en-US" dirty="0"/>
          </a:p>
          <a:p>
            <a:r>
              <a:rPr lang="en-US" dirty="0"/>
              <a:t>date = Tuesday</a:t>
            </a:r>
          </a:p>
          <a:p>
            <a:r>
              <a:rPr lang="en-US" dirty="0" err="1"/>
              <a:t>vclock</a:t>
            </a:r>
            <a:r>
              <a:rPr lang="en-US" dirty="0"/>
              <a:t> = Alice:1, Ben:1, Dave:1</a:t>
            </a:r>
          </a:p>
          <a:p>
            <a:endParaRPr lang="en-US" dirty="0"/>
          </a:p>
          <a:p>
            <a:r>
              <a:rPr lang="en-US" dirty="0"/>
              <a:t>and from Cathy:</a:t>
            </a:r>
          </a:p>
          <a:p>
            <a:r>
              <a:rPr lang="en-US"/>
              <a:t>date </a:t>
            </a:r>
            <a:r>
              <a:rPr lang="en-US" dirty="0"/>
              <a:t>= Thursday</a:t>
            </a:r>
          </a:p>
          <a:p>
            <a:r>
              <a:rPr lang="en-US" dirty="0" err="1"/>
              <a:t>vclock</a:t>
            </a:r>
            <a:r>
              <a:rPr lang="en-US" dirty="0"/>
              <a:t> = Alice:1, Ben:1, Cathy:1, Dave:2</a:t>
            </a:r>
          </a:p>
        </p:txBody>
      </p:sp>
      <p:sp>
        <p:nvSpPr>
          <p:cNvPr id="4" name="Footer Placeholder 3">
            <a:extLst>
              <a:ext uri="{FF2B5EF4-FFF2-40B4-BE49-F238E27FC236}">
                <a16:creationId xmlns:a16="http://schemas.microsoft.com/office/drawing/2014/main" id="{0102D804-5CF7-444A-80D4-7229DACBBBEC}"/>
              </a:ext>
            </a:extLst>
          </p:cNvPr>
          <p:cNvSpPr>
            <a:spLocks noGrp="1"/>
          </p:cNvSpPr>
          <p:nvPr>
            <p:ph type="ftr" sz="quarter" idx="11"/>
          </p:nvPr>
        </p:nvSpPr>
        <p:spPr/>
        <p:txBody>
          <a:bodyPr/>
          <a:lstStyle/>
          <a:p>
            <a:r>
              <a:rPr lang="en-US"/>
              <a:t>Prof. Tim Wood &amp; Prof. Roozbeh Haghnazar</a:t>
            </a:r>
          </a:p>
        </p:txBody>
      </p:sp>
      <p:pic>
        <p:nvPicPr>
          <p:cNvPr id="14" name="Picture 13">
            <a:extLst>
              <a:ext uri="{FF2B5EF4-FFF2-40B4-BE49-F238E27FC236}">
                <a16:creationId xmlns:a16="http://schemas.microsoft.com/office/drawing/2014/main" id="{6B3C21D4-C40A-A417-01B0-5418DEA32CB1}"/>
              </a:ext>
            </a:extLst>
          </p:cNvPr>
          <p:cNvPicPr>
            <a:picLocks noChangeAspect="1"/>
          </p:cNvPicPr>
          <p:nvPr/>
        </p:nvPicPr>
        <p:blipFill>
          <a:blip r:embed="rId2"/>
          <a:srcRect/>
          <a:stretch/>
        </p:blipFill>
        <p:spPr>
          <a:xfrm>
            <a:off x="5801623" y="1710909"/>
            <a:ext cx="5792499" cy="4406261"/>
          </a:xfrm>
          <a:prstGeom prst="rect">
            <a:avLst/>
          </a:prstGeom>
        </p:spPr>
      </p:pic>
    </p:spTree>
    <p:extLst>
      <p:ext uri="{BB962C8B-B14F-4D97-AF65-F5344CB8AC3E}">
        <p14:creationId xmlns:p14="http://schemas.microsoft.com/office/powerpoint/2010/main" val="414939805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774D3E-91C5-423B-917E-B2F054521743}"/>
              </a:ext>
            </a:extLst>
          </p:cNvPr>
          <p:cNvSpPr>
            <a:spLocks noGrp="1"/>
          </p:cNvSpPr>
          <p:nvPr>
            <p:ph type="title"/>
          </p:nvPr>
        </p:nvSpPr>
        <p:spPr>
          <a:xfrm>
            <a:off x="2450123" y="558644"/>
            <a:ext cx="8610600" cy="1293028"/>
          </a:xfrm>
        </p:spPr>
        <p:txBody>
          <a:bodyPr/>
          <a:lstStyle/>
          <a:p>
            <a:r>
              <a:rPr lang="en-US" dirty="0"/>
              <a:t>Version Vectors</a:t>
            </a:r>
          </a:p>
        </p:txBody>
      </p:sp>
      <p:sp>
        <p:nvSpPr>
          <p:cNvPr id="3" name="Content Placeholder 2">
            <a:extLst>
              <a:ext uri="{FF2B5EF4-FFF2-40B4-BE49-F238E27FC236}">
                <a16:creationId xmlns:a16="http://schemas.microsoft.com/office/drawing/2014/main" id="{CB91CA11-9268-4B50-8C83-CEF395DD3F0C}"/>
              </a:ext>
            </a:extLst>
          </p:cNvPr>
          <p:cNvSpPr>
            <a:spLocks noGrp="1"/>
          </p:cNvSpPr>
          <p:nvPr>
            <p:ph idx="1"/>
          </p:nvPr>
        </p:nvSpPr>
        <p:spPr>
          <a:xfrm>
            <a:off x="442546" y="1851671"/>
            <a:ext cx="4739054" cy="3986421"/>
          </a:xfrm>
        </p:spPr>
        <p:txBody>
          <a:bodyPr>
            <a:normAutofit/>
          </a:bodyPr>
          <a:lstStyle/>
          <a:p>
            <a:r>
              <a:rPr lang="en-US" dirty="0"/>
              <a:t>From this, she can tell that Dave intended his correspondence with Cathy to override the decision he made with Ben. All Alice has to do is show Ben the vector clock from Cathy's message, and Ben will know that he has been overruled.</a:t>
            </a:r>
          </a:p>
        </p:txBody>
      </p:sp>
      <p:sp>
        <p:nvSpPr>
          <p:cNvPr id="4" name="Footer Placeholder 3">
            <a:extLst>
              <a:ext uri="{FF2B5EF4-FFF2-40B4-BE49-F238E27FC236}">
                <a16:creationId xmlns:a16="http://schemas.microsoft.com/office/drawing/2014/main" id="{0102D804-5CF7-444A-80D4-7229DACBBBEC}"/>
              </a:ext>
            </a:extLst>
          </p:cNvPr>
          <p:cNvSpPr>
            <a:spLocks noGrp="1"/>
          </p:cNvSpPr>
          <p:nvPr>
            <p:ph type="ftr" sz="quarter" idx="11"/>
          </p:nvPr>
        </p:nvSpPr>
        <p:spPr/>
        <p:txBody>
          <a:bodyPr/>
          <a:lstStyle/>
          <a:p>
            <a:r>
              <a:rPr lang="en-US"/>
              <a:t>Prof. Tim Wood &amp; Prof. Roozbeh Haghnazar</a:t>
            </a:r>
          </a:p>
        </p:txBody>
      </p:sp>
      <p:pic>
        <p:nvPicPr>
          <p:cNvPr id="14" name="Picture 13">
            <a:extLst>
              <a:ext uri="{FF2B5EF4-FFF2-40B4-BE49-F238E27FC236}">
                <a16:creationId xmlns:a16="http://schemas.microsoft.com/office/drawing/2014/main" id="{6B3C21D4-C40A-A417-01B0-5418DEA32CB1}"/>
              </a:ext>
            </a:extLst>
          </p:cNvPr>
          <p:cNvPicPr>
            <a:picLocks noChangeAspect="1"/>
          </p:cNvPicPr>
          <p:nvPr/>
        </p:nvPicPr>
        <p:blipFill>
          <a:blip r:embed="rId2"/>
          <a:srcRect/>
          <a:stretch/>
        </p:blipFill>
        <p:spPr>
          <a:xfrm>
            <a:off x="5801623" y="1711172"/>
            <a:ext cx="5792499" cy="4405735"/>
          </a:xfrm>
          <a:prstGeom prst="rect">
            <a:avLst/>
          </a:prstGeom>
        </p:spPr>
      </p:pic>
    </p:spTree>
    <p:extLst>
      <p:ext uri="{BB962C8B-B14F-4D97-AF65-F5344CB8AC3E}">
        <p14:creationId xmlns:p14="http://schemas.microsoft.com/office/powerpoint/2010/main" val="425357391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D6A44F-4EBE-4069-A946-B82F32719FE8}"/>
              </a:ext>
            </a:extLst>
          </p:cNvPr>
          <p:cNvSpPr>
            <a:spLocks noGrp="1"/>
          </p:cNvSpPr>
          <p:nvPr>
            <p:ph type="title"/>
          </p:nvPr>
        </p:nvSpPr>
        <p:spPr/>
        <p:txBody>
          <a:bodyPr/>
          <a:lstStyle/>
          <a:p>
            <a:r>
              <a:rPr lang="en-US"/>
              <a:t>Dependencies</a:t>
            </a:r>
          </a:p>
        </p:txBody>
      </p:sp>
      <p:sp>
        <p:nvSpPr>
          <p:cNvPr id="3" name="Content Placeholder 2">
            <a:extLst>
              <a:ext uri="{FF2B5EF4-FFF2-40B4-BE49-F238E27FC236}">
                <a16:creationId xmlns:a16="http://schemas.microsoft.com/office/drawing/2014/main" id="{2B4517A2-DD05-464C-89D1-23A18CA2CAE5}"/>
              </a:ext>
            </a:extLst>
          </p:cNvPr>
          <p:cNvSpPr>
            <a:spLocks noGrp="1"/>
          </p:cNvSpPr>
          <p:nvPr>
            <p:ph idx="1"/>
          </p:nvPr>
        </p:nvSpPr>
        <p:spPr/>
        <p:txBody>
          <a:bodyPr/>
          <a:lstStyle/>
          <a:p>
            <a:r>
              <a:rPr lang="en-US" dirty="0"/>
              <a:t>Vector clocks also help understand the dependency between different events and processes</a:t>
            </a:r>
          </a:p>
          <a:p>
            <a:r>
              <a:rPr lang="en-US" dirty="0"/>
              <a:t>Combination of DAG, and Vector Clocks or Version clock can be very powerful to solve the conflicts also</a:t>
            </a:r>
          </a:p>
        </p:txBody>
      </p:sp>
      <p:sp>
        <p:nvSpPr>
          <p:cNvPr id="4" name="Footer Placeholder 3">
            <a:extLst>
              <a:ext uri="{FF2B5EF4-FFF2-40B4-BE49-F238E27FC236}">
                <a16:creationId xmlns:a16="http://schemas.microsoft.com/office/drawing/2014/main" id="{0CE8647B-B75E-4A4B-B1EB-4B3E8EF15951}"/>
              </a:ext>
            </a:extLst>
          </p:cNvPr>
          <p:cNvSpPr>
            <a:spLocks noGrp="1"/>
          </p:cNvSpPr>
          <p:nvPr>
            <p:ph type="ftr" sz="quarter" idx="11"/>
          </p:nvPr>
        </p:nvSpPr>
        <p:spPr/>
        <p:txBody>
          <a:bodyPr/>
          <a:lstStyle/>
          <a:p>
            <a:r>
              <a:rPr lang="en-US"/>
              <a:t>Prof. Tim Wood &amp; Prof. Roozbeh Haghnazar</a:t>
            </a:r>
          </a:p>
        </p:txBody>
      </p:sp>
      <p:grpSp>
        <p:nvGrpSpPr>
          <p:cNvPr id="5" name="Group 4">
            <a:extLst>
              <a:ext uri="{FF2B5EF4-FFF2-40B4-BE49-F238E27FC236}">
                <a16:creationId xmlns:a16="http://schemas.microsoft.com/office/drawing/2014/main" id="{9C8FE769-681C-490E-A18B-E850BE46433F}"/>
              </a:ext>
            </a:extLst>
          </p:cNvPr>
          <p:cNvGrpSpPr/>
          <p:nvPr/>
        </p:nvGrpSpPr>
        <p:grpSpPr>
          <a:xfrm>
            <a:off x="2460546" y="3979148"/>
            <a:ext cx="7270907" cy="4211399"/>
            <a:chOff x="1030882" y="3338194"/>
            <a:chExt cx="9841348" cy="4211399"/>
          </a:xfrm>
        </p:grpSpPr>
        <p:sp>
          <p:nvSpPr>
            <p:cNvPr id="6" name="Line">
              <a:extLst>
                <a:ext uri="{FF2B5EF4-FFF2-40B4-BE49-F238E27FC236}">
                  <a16:creationId xmlns:a16="http://schemas.microsoft.com/office/drawing/2014/main" id="{71681D94-1CA6-4933-B4E6-00885655965B}"/>
                </a:ext>
              </a:extLst>
            </p:cNvPr>
            <p:cNvSpPr/>
            <p:nvPr/>
          </p:nvSpPr>
          <p:spPr>
            <a:xfrm>
              <a:off x="1806920" y="4809489"/>
              <a:ext cx="9065310" cy="1"/>
            </a:xfrm>
            <a:prstGeom prst="line">
              <a:avLst/>
            </a:prstGeom>
            <a:ln w="25400">
              <a:solidFill>
                <a:srgbClr val="000000"/>
              </a:solidFill>
              <a:miter lim="400000"/>
              <a:tailEnd type="triangle"/>
            </a:ln>
          </p:spPr>
          <p:txBody>
            <a:bodyPr lIns="0" tIns="0" rIns="0" bIns="0"/>
            <a:lstStyle/>
            <a:p>
              <a:pPr algn="ctr" defTabSz="584200" hangingPunct="0">
                <a:defRPr sz="3200">
                  <a:solidFill>
                    <a:srgbClr val="FFFFFF"/>
                  </a:solidFill>
                  <a:latin typeface="Helvetica Neue Light"/>
                  <a:ea typeface="Helvetica Neue Light"/>
                  <a:cs typeface="Helvetica Neue Light"/>
                  <a:sym typeface="Helvetica Neue Light"/>
                </a:defRPr>
              </a:pPr>
              <a:endParaRPr sz="2400" kern="0">
                <a:solidFill>
                  <a:srgbClr val="FFFFFF"/>
                </a:solidFill>
                <a:latin typeface="Helvetica Neue Light"/>
                <a:ea typeface="Helvetica Neue Light"/>
                <a:cs typeface="Helvetica Neue Light"/>
                <a:sym typeface="Helvetica Neue Light"/>
              </a:endParaRPr>
            </a:p>
          </p:txBody>
        </p:sp>
        <p:sp>
          <p:nvSpPr>
            <p:cNvPr id="7" name="Line">
              <a:extLst>
                <a:ext uri="{FF2B5EF4-FFF2-40B4-BE49-F238E27FC236}">
                  <a16:creationId xmlns:a16="http://schemas.microsoft.com/office/drawing/2014/main" id="{AA6E5EAB-0111-42C7-B75F-CB9BAC5E9B2F}"/>
                </a:ext>
              </a:extLst>
            </p:cNvPr>
            <p:cNvSpPr/>
            <p:nvPr/>
          </p:nvSpPr>
          <p:spPr>
            <a:xfrm>
              <a:off x="1806920" y="3666489"/>
              <a:ext cx="9065310" cy="1"/>
            </a:xfrm>
            <a:prstGeom prst="line">
              <a:avLst/>
            </a:prstGeom>
            <a:ln w="25400">
              <a:solidFill>
                <a:srgbClr val="000000"/>
              </a:solidFill>
              <a:miter lim="400000"/>
              <a:tailEnd type="triangle"/>
            </a:ln>
          </p:spPr>
          <p:txBody>
            <a:bodyPr lIns="0" tIns="0" rIns="0" bIns="0"/>
            <a:lstStyle/>
            <a:p>
              <a:pPr algn="ctr" defTabSz="584200" hangingPunct="0">
                <a:defRPr sz="3200">
                  <a:solidFill>
                    <a:srgbClr val="FFFFFF"/>
                  </a:solidFill>
                  <a:latin typeface="Helvetica Neue Light"/>
                  <a:ea typeface="Helvetica Neue Light"/>
                  <a:cs typeface="Helvetica Neue Light"/>
                  <a:sym typeface="Helvetica Neue Light"/>
                </a:defRPr>
              </a:pPr>
              <a:endParaRPr sz="2400" kern="0">
                <a:solidFill>
                  <a:srgbClr val="FFFFFF"/>
                </a:solidFill>
                <a:latin typeface="Helvetica Neue Light"/>
                <a:ea typeface="Helvetica Neue Light"/>
                <a:cs typeface="Helvetica Neue Light"/>
                <a:sym typeface="Helvetica Neue Light"/>
              </a:endParaRPr>
            </a:p>
          </p:txBody>
        </p:sp>
        <p:sp>
          <p:nvSpPr>
            <p:cNvPr id="8" name="Line">
              <a:extLst>
                <a:ext uri="{FF2B5EF4-FFF2-40B4-BE49-F238E27FC236}">
                  <a16:creationId xmlns:a16="http://schemas.microsoft.com/office/drawing/2014/main" id="{4CF7805D-CCCE-4DC9-9B0F-57C927DA9A58}"/>
                </a:ext>
              </a:extLst>
            </p:cNvPr>
            <p:cNvSpPr/>
            <p:nvPr/>
          </p:nvSpPr>
          <p:spPr>
            <a:xfrm>
              <a:off x="1806920" y="5952489"/>
              <a:ext cx="9065310" cy="1"/>
            </a:xfrm>
            <a:prstGeom prst="line">
              <a:avLst/>
            </a:prstGeom>
            <a:ln w="25400">
              <a:solidFill>
                <a:srgbClr val="000000"/>
              </a:solidFill>
              <a:miter lim="400000"/>
              <a:tailEnd type="triangle"/>
            </a:ln>
          </p:spPr>
          <p:txBody>
            <a:bodyPr lIns="0" tIns="0" rIns="0" bIns="0"/>
            <a:lstStyle/>
            <a:p>
              <a:pPr algn="ctr" defTabSz="584200" hangingPunct="0">
                <a:defRPr sz="3200">
                  <a:solidFill>
                    <a:srgbClr val="FFFFFF"/>
                  </a:solidFill>
                  <a:latin typeface="Helvetica Neue Light"/>
                  <a:ea typeface="Helvetica Neue Light"/>
                  <a:cs typeface="Helvetica Neue Light"/>
                  <a:sym typeface="Helvetica Neue Light"/>
                </a:defRPr>
              </a:pPr>
              <a:endParaRPr sz="2400" kern="0">
                <a:solidFill>
                  <a:srgbClr val="FFFFFF"/>
                </a:solidFill>
                <a:latin typeface="Helvetica Neue Light"/>
                <a:ea typeface="Helvetica Neue Light"/>
                <a:cs typeface="Helvetica Neue Light"/>
                <a:sym typeface="Helvetica Neue Light"/>
              </a:endParaRPr>
            </a:p>
          </p:txBody>
        </p:sp>
        <p:sp>
          <p:nvSpPr>
            <p:cNvPr id="9" name="P1">
              <a:extLst>
                <a:ext uri="{FF2B5EF4-FFF2-40B4-BE49-F238E27FC236}">
                  <a16:creationId xmlns:a16="http://schemas.microsoft.com/office/drawing/2014/main" id="{C1E8BF06-2927-4780-9188-8A6DD1C19DCA}"/>
                </a:ext>
              </a:extLst>
            </p:cNvPr>
            <p:cNvSpPr txBox="1"/>
            <p:nvPr/>
          </p:nvSpPr>
          <p:spPr>
            <a:xfrm>
              <a:off x="1030882" y="3338194"/>
              <a:ext cx="666849" cy="65659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50800" tIns="50800" rIns="50800" bIns="50800" anchor="ctr">
              <a:spAutoFit/>
            </a:bodyPr>
            <a:lstStyle/>
            <a:p>
              <a:pPr algn="ctr" defTabSz="584200" hangingPunct="0"/>
              <a:r>
                <a:rPr sz="3600" kern="0">
                  <a:solidFill>
                    <a:srgbClr val="000000"/>
                  </a:solidFill>
                  <a:latin typeface="Helvetica"/>
                  <a:cs typeface="Helvetica"/>
                  <a:sym typeface="Helvetica"/>
                </a:rPr>
                <a:t>P1</a:t>
              </a:r>
            </a:p>
          </p:txBody>
        </p:sp>
        <p:sp>
          <p:nvSpPr>
            <p:cNvPr id="10" name="P2">
              <a:extLst>
                <a:ext uri="{FF2B5EF4-FFF2-40B4-BE49-F238E27FC236}">
                  <a16:creationId xmlns:a16="http://schemas.microsoft.com/office/drawing/2014/main" id="{A4F77848-7EAA-4F7E-8161-2B0147378FD7}"/>
                </a:ext>
              </a:extLst>
            </p:cNvPr>
            <p:cNvSpPr txBox="1"/>
            <p:nvPr/>
          </p:nvSpPr>
          <p:spPr>
            <a:xfrm>
              <a:off x="1030882" y="4417694"/>
              <a:ext cx="666849" cy="65659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50800" tIns="50800" rIns="50800" bIns="50800" anchor="ctr">
              <a:spAutoFit/>
            </a:bodyPr>
            <a:lstStyle/>
            <a:p>
              <a:pPr algn="ctr" defTabSz="584200" hangingPunct="0"/>
              <a:r>
                <a:rPr sz="3600" kern="0">
                  <a:solidFill>
                    <a:srgbClr val="000000"/>
                  </a:solidFill>
                  <a:latin typeface="Helvetica"/>
                  <a:cs typeface="Helvetica"/>
                  <a:sym typeface="Helvetica"/>
                </a:rPr>
                <a:t>P2</a:t>
              </a:r>
            </a:p>
          </p:txBody>
        </p:sp>
        <p:sp>
          <p:nvSpPr>
            <p:cNvPr id="11" name="P3">
              <a:extLst>
                <a:ext uri="{FF2B5EF4-FFF2-40B4-BE49-F238E27FC236}">
                  <a16:creationId xmlns:a16="http://schemas.microsoft.com/office/drawing/2014/main" id="{18B25E60-7B04-4E28-A033-1590B87DB890}"/>
                </a:ext>
              </a:extLst>
            </p:cNvPr>
            <p:cNvSpPr txBox="1"/>
            <p:nvPr/>
          </p:nvSpPr>
          <p:spPr>
            <a:xfrm>
              <a:off x="1030882" y="5571478"/>
              <a:ext cx="666849" cy="65659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50800" tIns="50800" rIns="50800" bIns="50800" anchor="ctr">
              <a:spAutoFit/>
            </a:bodyPr>
            <a:lstStyle/>
            <a:p>
              <a:pPr algn="ctr" defTabSz="584200" hangingPunct="0"/>
              <a:r>
                <a:rPr sz="3600" kern="0">
                  <a:solidFill>
                    <a:srgbClr val="000000"/>
                  </a:solidFill>
                  <a:latin typeface="Helvetica"/>
                  <a:cs typeface="Helvetica"/>
                  <a:sym typeface="Helvetica"/>
                </a:rPr>
                <a:t>P3</a:t>
              </a:r>
            </a:p>
          </p:txBody>
        </p:sp>
        <p:sp>
          <p:nvSpPr>
            <p:cNvPr id="12" name="Line">
              <a:extLst>
                <a:ext uri="{FF2B5EF4-FFF2-40B4-BE49-F238E27FC236}">
                  <a16:creationId xmlns:a16="http://schemas.microsoft.com/office/drawing/2014/main" id="{F3296F75-BC09-4263-BD57-4ACCA7B824FC}"/>
                </a:ext>
              </a:extLst>
            </p:cNvPr>
            <p:cNvSpPr/>
            <p:nvPr/>
          </p:nvSpPr>
          <p:spPr>
            <a:xfrm>
              <a:off x="3704145" y="3642425"/>
              <a:ext cx="704919" cy="1079677"/>
            </a:xfrm>
            <a:prstGeom prst="line">
              <a:avLst/>
            </a:prstGeom>
            <a:ln w="38100">
              <a:solidFill>
                <a:srgbClr val="000000"/>
              </a:solidFill>
              <a:miter lim="400000"/>
              <a:headEnd type="oval"/>
              <a:tailEnd type="triangle"/>
            </a:ln>
          </p:spPr>
          <p:txBody>
            <a:bodyPr lIns="0" tIns="0" rIns="0" bIns="0"/>
            <a:lstStyle/>
            <a:p>
              <a:pPr algn="ctr" defTabSz="584200" hangingPunct="0">
                <a:defRPr sz="3200">
                  <a:solidFill>
                    <a:srgbClr val="FFFFFF"/>
                  </a:solidFill>
                  <a:latin typeface="Helvetica Neue Light"/>
                  <a:ea typeface="Helvetica Neue Light"/>
                  <a:cs typeface="Helvetica Neue Light"/>
                  <a:sym typeface="Helvetica Neue Light"/>
                </a:defRPr>
              </a:pPr>
              <a:endParaRPr sz="2400" kern="0">
                <a:solidFill>
                  <a:srgbClr val="FFFFFF"/>
                </a:solidFill>
                <a:latin typeface="Helvetica Neue Light"/>
                <a:ea typeface="Helvetica Neue Light"/>
                <a:cs typeface="Helvetica Neue Light"/>
                <a:sym typeface="Helvetica Neue Light"/>
              </a:endParaRPr>
            </a:p>
          </p:txBody>
        </p:sp>
        <p:sp>
          <p:nvSpPr>
            <p:cNvPr id="13" name="Circle">
              <a:extLst>
                <a:ext uri="{FF2B5EF4-FFF2-40B4-BE49-F238E27FC236}">
                  <a16:creationId xmlns:a16="http://schemas.microsoft.com/office/drawing/2014/main" id="{ED4545EB-3B45-4D1A-9DFD-4C97C32BEEBC}"/>
                </a:ext>
              </a:extLst>
            </p:cNvPr>
            <p:cNvSpPr/>
            <p:nvPr/>
          </p:nvSpPr>
          <p:spPr>
            <a:xfrm>
              <a:off x="2644520" y="3605529"/>
              <a:ext cx="121921" cy="121921"/>
            </a:xfrm>
            <a:prstGeom prst="ellipse">
              <a:avLst/>
            </a:prstGeom>
            <a:solidFill>
              <a:srgbClr val="000000"/>
            </a:solidFill>
            <a:ln w="25400">
              <a:solidFill>
                <a:srgbClr val="000000"/>
              </a:solidFill>
              <a:miter lim="400000"/>
            </a:ln>
          </p:spPr>
          <p:txBody>
            <a:bodyPr lIns="50800" tIns="50800" rIns="50800" bIns="50800" anchor="ctr"/>
            <a:lstStyle/>
            <a:p>
              <a:pPr algn="ctr" defTabSz="584200" hangingPunct="0">
                <a:defRPr sz="3200">
                  <a:solidFill>
                    <a:srgbClr val="FFFFFF"/>
                  </a:solidFill>
                  <a:latin typeface="Helvetica Neue Light"/>
                  <a:ea typeface="Helvetica Neue Light"/>
                  <a:cs typeface="Helvetica Neue Light"/>
                  <a:sym typeface="Helvetica Neue Light"/>
                </a:defRPr>
              </a:pPr>
              <a:endParaRPr sz="2400" kern="0">
                <a:solidFill>
                  <a:srgbClr val="FFFFFF"/>
                </a:solidFill>
                <a:latin typeface="Helvetica Neue Light"/>
                <a:ea typeface="Helvetica Neue Light"/>
                <a:cs typeface="Helvetica Neue Light"/>
                <a:sym typeface="Helvetica Neue Light"/>
              </a:endParaRPr>
            </a:p>
          </p:txBody>
        </p:sp>
        <p:sp>
          <p:nvSpPr>
            <p:cNvPr id="14" name="Circle">
              <a:extLst>
                <a:ext uri="{FF2B5EF4-FFF2-40B4-BE49-F238E27FC236}">
                  <a16:creationId xmlns:a16="http://schemas.microsoft.com/office/drawing/2014/main" id="{0A6FECDA-40BF-49AE-B5F1-BB47A615B3B9}"/>
                </a:ext>
              </a:extLst>
            </p:cNvPr>
            <p:cNvSpPr/>
            <p:nvPr/>
          </p:nvSpPr>
          <p:spPr>
            <a:xfrm>
              <a:off x="4383158" y="4735829"/>
              <a:ext cx="121921" cy="121921"/>
            </a:xfrm>
            <a:prstGeom prst="ellipse">
              <a:avLst/>
            </a:prstGeom>
            <a:solidFill>
              <a:srgbClr val="000000"/>
            </a:solidFill>
            <a:ln w="25400">
              <a:solidFill>
                <a:srgbClr val="000000"/>
              </a:solidFill>
              <a:miter lim="400000"/>
            </a:ln>
          </p:spPr>
          <p:txBody>
            <a:bodyPr lIns="50800" tIns="50800" rIns="50800" bIns="50800" anchor="ctr"/>
            <a:lstStyle/>
            <a:p>
              <a:pPr algn="ctr" defTabSz="584200" hangingPunct="0">
                <a:defRPr sz="3200">
                  <a:solidFill>
                    <a:srgbClr val="FFFFFF"/>
                  </a:solidFill>
                  <a:latin typeface="Helvetica Neue Light"/>
                  <a:ea typeface="Helvetica Neue Light"/>
                  <a:cs typeface="Helvetica Neue Light"/>
                  <a:sym typeface="Helvetica Neue Light"/>
                </a:defRPr>
              </a:pPr>
              <a:endParaRPr sz="2400" kern="0">
                <a:solidFill>
                  <a:srgbClr val="FFFFFF"/>
                </a:solidFill>
                <a:latin typeface="Helvetica Neue Light"/>
                <a:ea typeface="Helvetica Neue Light"/>
                <a:cs typeface="Helvetica Neue Light"/>
                <a:sym typeface="Helvetica Neue Light"/>
              </a:endParaRPr>
            </a:p>
          </p:txBody>
        </p:sp>
        <p:sp>
          <p:nvSpPr>
            <p:cNvPr id="15" name="Circle">
              <a:extLst>
                <a:ext uri="{FF2B5EF4-FFF2-40B4-BE49-F238E27FC236}">
                  <a16:creationId xmlns:a16="http://schemas.microsoft.com/office/drawing/2014/main" id="{0511EE0A-0ABA-47EB-A274-8C06A787EA2C}"/>
                </a:ext>
              </a:extLst>
            </p:cNvPr>
            <p:cNvSpPr/>
            <p:nvPr/>
          </p:nvSpPr>
          <p:spPr>
            <a:xfrm>
              <a:off x="2770866" y="5891529"/>
              <a:ext cx="121921" cy="121921"/>
            </a:xfrm>
            <a:prstGeom prst="ellipse">
              <a:avLst/>
            </a:prstGeom>
            <a:solidFill>
              <a:srgbClr val="000000"/>
            </a:solidFill>
            <a:ln w="25400">
              <a:solidFill>
                <a:srgbClr val="000000"/>
              </a:solidFill>
              <a:miter lim="400000"/>
            </a:ln>
          </p:spPr>
          <p:txBody>
            <a:bodyPr lIns="50800" tIns="50800" rIns="50800" bIns="50800" anchor="ctr"/>
            <a:lstStyle/>
            <a:p>
              <a:pPr algn="ctr" defTabSz="584200" hangingPunct="0">
                <a:defRPr sz="3200">
                  <a:solidFill>
                    <a:srgbClr val="FFFFFF"/>
                  </a:solidFill>
                  <a:latin typeface="Helvetica Neue Light"/>
                  <a:ea typeface="Helvetica Neue Light"/>
                  <a:cs typeface="Helvetica Neue Light"/>
                  <a:sym typeface="Helvetica Neue Light"/>
                </a:defRPr>
              </a:pPr>
              <a:endParaRPr sz="2400" kern="0">
                <a:solidFill>
                  <a:srgbClr val="FFFFFF"/>
                </a:solidFill>
                <a:latin typeface="Helvetica Neue Light"/>
                <a:ea typeface="Helvetica Neue Light"/>
                <a:cs typeface="Helvetica Neue Light"/>
                <a:sym typeface="Helvetica Neue Light"/>
              </a:endParaRPr>
            </a:p>
          </p:txBody>
        </p:sp>
        <p:sp>
          <p:nvSpPr>
            <p:cNvPr id="16" name="Circle">
              <a:extLst>
                <a:ext uri="{FF2B5EF4-FFF2-40B4-BE49-F238E27FC236}">
                  <a16:creationId xmlns:a16="http://schemas.microsoft.com/office/drawing/2014/main" id="{8D987298-9DA3-4123-B650-D1A7C3DE360E}"/>
                </a:ext>
              </a:extLst>
            </p:cNvPr>
            <p:cNvSpPr/>
            <p:nvPr/>
          </p:nvSpPr>
          <p:spPr>
            <a:xfrm>
              <a:off x="4541417" y="5904229"/>
              <a:ext cx="121921" cy="121921"/>
            </a:xfrm>
            <a:prstGeom prst="ellipse">
              <a:avLst/>
            </a:prstGeom>
            <a:solidFill>
              <a:srgbClr val="000000"/>
            </a:solidFill>
            <a:ln w="25400">
              <a:solidFill>
                <a:srgbClr val="000000"/>
              </a:solidFill>
              <a:miter lim="400000"/>
            </a:ln>
          </p:spPr>
          <p:txBody>
            <a:bodyPr lIns="50800" tIns="50800" rIns="50800" bIns="50800" anchor="ctr"/>
            <a:lstStyle/>
            <a:p>
              <a:pPr algn="ctr" defTabSz="584200" hangingPunct="0">
                <a:defRPr sz="3200">
                  <a:solidFill>
                    <a:srgbClr val="FFFFFF"/>
                  </a:solidFill>
                  <a:latin typeface="Helvetica Neue Light"/>
                  <a:ea typeface="Helvetica Neue Light"/>
                  <a:cs typeface="Helvetica Neue Light"/>
                  <a:sym typeface="Helvetica Neue Light"/>
                </a:defRPr>
              </a:pPr>
              <a:endParaRPr sz="2400" kern="0">
                <a:solidFill>
                  <a:srgbClr val="FFFFFF"/>
                </a:solidFill>
                <a:latin typeface="Helvetica Neue Light"/>
                <a:ea typeface="Helvetica Neue Light"/>
                <a:cs typeface="Helvetica Neue Light"/>
                <a:sym typeface="Helvetica Neue Light"/>
              </a:endParaRPr>
            </a:p>
          </p:txBody>
        </p:sp>
        <p:sp>
          <p:nvSpPr>
            <p:cNvPr id="17" name="Circle">
              <a:extLst>
                <a:ext uri="{FF2B5EF4-FFF2-40B4-BE49-F238E27FC236}">
                  <a16:creationId xmlns:a16="http://schemas.microsoft.com/office/drawing/2014/main" id="{A850863A-0552-48C3-9BD6-72134B8E8A7E}"/>
                </a:ext>
              </a:extLst>
            </p:cNvPr>
            <p:cNvSpPr/>
            <p:nvPr/>
          </p:nvSpPr>
          <p:spPr>
            <a:xfrm>
              <a:off x="5578610" y="4761229"/>
              <a:ext cx="121921" cy="121921"/>
            </a:xfrm>
            <a:prstGeom prst="ellipse">
              <a:avLst/>
            </a:prstGeom>
            <a:solidFill>
              <a:srgbClr val="000000"/>
            </a:solidFill>
            <a:ln w="25400">
              <a:solidFill>
                <a:srgbClr val="000000"/>
              </a:solidFill>
              <a:miter lim="400000"/>
            </a:ln>
          </p:spPr>
          <p:txBody>
            <a:bodyPr lIns="50800" tIns="50800" rIns="50800" bIns="50800" anchor="ctr"/>
            <a:lstStyle/>
            <a:p>
              <a:pPr algn="ctr" defTabSz="584200" hangingPunct="0">
                <a:defRPr sz="3200">
                  <a:solidFill>
                    <a:srgbClr val="FFFFFF"/>
                  </a:solidFill>
                  <a:latin typeface="Helvetica Neue Light"/>
                  <a:ea typeface="Helvetica Neue Light"/>
                  <a:cs typeface="Helvetica Neue Light"/>
                  <a:sym typeface="Helvetica Neue Light"/>
                </a:defRPr>
              </a:pPr>
              <a:endParaRPr sz="2400" kern="0">
                <a:solidFill>
                  <a:srgbClr val="FFFFFF"/>
                </a:solidFill>
                <a:latin typeface="Helvetica Neue Light"/>
                <a:ea typeface="Helvetica Neue Light"/>
                <a:cs typeface="Helvetica Neue Light"/>
                <a:sym typeface="Helvetica Neue Light"/>
              </a:endParaRPr>
            </a:p>
          </p:txBody>
        </p:sp>
        <p:sp>
          <p:nvSpPr>
            <p:cNvPr id="18" name="Circle">
              <a:extLst>
                <a:ext uri="{FF2B5EF4-FFF2-40B4-BE49-F238E27FC236}">
                  <a16:creationId xmlns:a16="http://schemas.microsoft.com/office/drawing/2014/main" id="{97B6791E-6727-4C16-BA93-75FD04435636}"/>
                </a:ext>
              </a:extLst>
            </p:cNvPr>
            <p:cNvSpPr/>
            <p:nvPr/>
          </p:nvSpPr>
          <p:spPr>
            <a:xfrm>
              <a:off x="6278615" y="3605529"/>
              <a:ext cx="121921" cy="121921"/>
            </a:xfrm>
            <a:prstGeom prst="ellipse">
              <a:avLst/>
            </a:prstGeom>
            <a:solidFill>
              <a:srgbClr val="000000"/>
            </a:solidFill>
            <a:ln w="25400">
              <a:solidFill>
                <a:srgbClr val="000000"/>
              </a:solidFill>
              <a:miter lim="400000"/>
            </a:ln>
          </p:spPr>
          <p:txBody>
            <a:bodyPr lIns="50800" tIns="50800" rIns="50800" bIns="50800" anchor="ctr"/>
            <a:lstStyle/>
            <a:p>
              <a:pPr algn="ctr" defTabSz="584200" hangingPunct="0">
                <a:defRPr sz="3200">
                  <a:solidFill>
                    <a:srgbClr val="FFFFFF"/>
                  </a:solidFill>
                  <a:latin typeface="Helvetica Neue Light"/>
                  <a:ea typeface="Helvetica Neue Light"/>
                  <a:cs typeface="Helvetica Neue Light"/>
                  <a:sym typeface="Helvetica Neue Light"/>
                </a:defRPr>
              </a:pPr>
              <a:endParaRPr sz="2400" kern="0">
                <a:solidFill>
                  <a:srgbClr val="FFFFFF"/>
                </a:solidFill>
                <a:latin typeface="Helvetica Neue Light"/>
                <a:ea typeface="Helvetica Neue Light"/>
                <a:cs typeface="Helvetica Neue Light"/>
                <a:sym typeface="Helvetica Neue Light"/>
              </a:endParaRPr>
            </a:p>
          </p:txBody>
        </p:sp>
        <p:sp>
          <p:nvSpPr>
            <p:cNvPr id="19" name="Circle">
              <a:extLst>
                <a:ext uri="{FF2B5EF4-FFF2-40B4-BE49-F238E27FC236}">
                  <a16:creationId xmlns:a16="http://schemas.microsoft.com/office/drawing/2014/main" id="{3CD4B85B-78FB-42F1-A4A5-37CE5A842449}"/>
                </a:ext>
              </a:extLst>
            </p:cNvPr>
            <p:cNvSpPr/>
            <p:nvPr/>
          </p:nvSpPr>
          <p:spPr>
            <a:xfrm>
              <a:off x="6934939" y="5891529"/>
              <a:ext cx="121921" cy="121921"/>
            </a:xfrm>
            <a:prstGeom prst="ellipse">
              <a:avLst/>
            </a:prstGeom>
            <a:solidFill>
              <a:srgbClr val="000000"/>
            </a:solidFill>
            <a:ln w="25400">
              <a:solidFill>
                <a:srgbClr val="000000"/>
              </a:solidFill>
              <a:miter lim="400000"/>
            </a:ln>
          </p:spPr>
          <p:txBody>
            <a:bodyPr lIns="50800" tIns="50800" rIns="50800" bIns="50800" anchor="ctr"/>
            <a:lstStyle/>
            <a:p>
              <a:pPr algn="ctr" defTabSz="584200" hangingPunct="0">
                <a:defRPr sz="3200">
                  <a:solidFill>
                    <a:srgbClr val="FFFFFF"/>
                  </a:solidFill>
                  <a:latin typeface="Helvetica Neue Light"/>
                  <a:ea typeface="Helvetica Neue Light"/>
                  <a:cs typeface="Helvetica Neue Light"/>
                  <a:sym typeface="Helvetica Neue Light"/>
                </a:defRPr>
              </a:pPr>
              <a:endParaRPr sz="2400" kern="0">
                <a:solidFill>
                  <a:srgbClr val="FFFFFF"/>
                </a:solidFill>
                <a:latin typeface="Helvetica Neue Light"/>
                <a:ea typeface="Helvetica Neue Light"/>
                <a:cs typeface="Helvetica Neue Light"/>
                <a:sym typeface="Helvetica Neue Light"/>
              </a:endParaRPr>
            </a:p>
          </p:txBody>
        </p:sp>
        <p:sp>
          <p:nvSpPr>
            <p:cNvPr id="20" name="Circle">
              <a:extLst>
                <a:ext uri="{FF2B5EF4-FFF2-40B4-BE49-F238E27FC236}">
                  <a16:creationId xmlns:a16="http://schemas.microsoft.com/office/drawing/2014/main" id="{FCD14310-EEF1-4EC9-BAC6-B354EC5FD2C9}"/>
                </a:ext>
              </a:extLst>
            </p:cNvPr>
            <p:cNvSpPr/>
            <p:nvPr/>
          </p:nvSpPr>
          <p:spPr>
            <a:xfrm>
              <a:off x="9727381" y="3605529"/>
              <a:ext cx="121921" cy="121921"/>
            </a:xfrm>
            <a:prstGeom prst="ellipse">
              <a:avLst/>
            </a:prstGeom>
            <a:solidFill>
              <a:srgbClr val="000000"/>
            </a:solidFill>
            <a:ln w="25400">
              <a:solidFill>
                <a:srgbClr val="000000"/>
              </a:solidFill>
              <a:miter lim="400000"/>
            </a:ln>
          </p:spPr>
          <p:txBody>
            <a:bodyPr lIns="50800" tIns="50800" rIns="50800" bIns="50800" anchor="ctr"/>
            <a:lstStyle/>
            <a:p>
              <a:pPr algn="ctr" defTabSz="584200" hangingPunct="0">
                <a:defRPr sz="3200">
                  <a:solidFill>
                    <a:srgbClr val="FFFFFF"/>
                  </a:solidFill>
                  <a:latin typeface="Helvetica Neue Light"/>
                  <a:ea typeface="Helvetica Neue Light"/>
                  <a:cs typeface="Helvetica Neue Light"/>
                  <a:sym typeface="Helvetica Neue Light"/>
                </a:defRPr>
              </a:pPr>
              <a:endParaRPr sz="2400" kern="0">
                <a:solidFill>
                  <a:srgbClr val="FFFFFF"/>
                </a:solidFill>
                <a:latin typeface="Helvetica Neue Light"/>
                <a:ea typeface="Helvetica Neue Light"/>
                <a:cs typeface="Helvetica Neue Light"/>
                <a:sym typeface="Helvetica Neue Light"/>
              </a:endParaRPr>
            </a:p>
          </p:txBody>
        </p:sp>
        <p:sp>
          <p:nvSpPr>
            <p:cNvPr id="21" name="Line">
              <a:extLst>
                <a:ext uri="{FF2B5EF4-FFF2-40B4-BE49-F238E27FC236}">
                  <a16:creationId xmlns:a16="http://schemas.microsoft.com/office/drawing/2014/main" id="{DABED226-D6E8-4169-BCA0-9581079E9998}"/>
                </a:ext>
              </a:extLst>
            </p:cNvPr>
            <p:cNvSpPr/>
            <p:nvPr/>
          </p:nvSpPr>
          <p:spPr>
            <a:xfrm>
              <a:off x="5693573" y="4908224"/>
              <a:ext cx="1278367" cy="960516"/>
            </a:xfrm>
            <a:prstGeom prst="line">
              <a:avLst/>
            </a:prstGeom>
            <a:ln w="38100">
              <a:solidFill>
                <a:srgbClr val="000000"/>
              </a:solidFill>
              <a:miter lim="400000"/>
              <a:tailEnd type="triangle"/>
            </a:ln>
          </p:spPr>
          <p:txBody>
            <a:bodyPr lIns="0" tIns="0" rIns="0" bIns="0"/>
            <a:lstStyle/>
            <a:p>
              <a:pPr algn="ctr" defTabSz="584200" hangingPunct="0">
                <a:defRPr sz="3200">
                  <a:solidFill>
                    <a:srgbClr val="FFFFFF"/>
                  </a:solidFill>
                  <a:latin typeface="Helvetica Neue Light"/>
                  <a:ea typeface="Helvetica Neue Light"/>
                  <a:cs typeface="Helvetica Neue Light"/>
                  <a:sym typeface="Helvetica Neue Light"/>
                </a:defRPr>
              </a:pPr>
              <a:endParaRPr sz="2400" kern="0">
                <a:solidFill>
                  <a:srgbClr val="FFFFFF"/>
                </a:solidFill>
                <a:latin typeface="Helvetica Neue Light"/>
                <a:ea typeface="Helvetica Neue Light"/>
                <a:cs typeface="Helvetica Neue Light"/>
                <a:sym typeface="Helvetica Neue Light"/>
              </a:endParaRPr>
            </a:p>
          </p:txBody>
        </p:sp>
        <p:sp>
          <p:nvSpPr>
            <p:cNvPr id="22" name="Circle">
              <a:extLst>
                <a:ext uri="{FF2B5EF4-FFF2-40B4-BE49-F238E27FC236}">
                  <a16:creationId xmlns:a16="http://schemas.microsoft.com/office/drawing/2014/main" id="{51C50776-AD75-4F1C-9BF9-B9F69C6C3124}"/>
                </a:ext>
              </a:extLst>
            </p:cNvPr>
            <p:cNvSpPr/>
            <p:nvPr/>
          </p:nvSpPr>
          <p:spPr>
            <a:xfrm>
              <a:off x="8585939" y="5891529"/>
              <a:ext cx="121921" cy="121921"/>
            </a:xfrm>
            <a:prstGeom prst="ellipse">
              <a:avLst/>
            </a:prstGeom>
            <a:solidFill>
              <a:srgbClr val="000000"/>
            </a:solidFill>
            <a:ln w="25400">
              <a:solidFill>
                <a:srgbClr val="000000"/>
              </a:solidFill>
              <a:miter lim="400000"/>
            </a:ln>
          </p:spPr>
          <p:txBody>
            <a:bodyPr lIns="50800" tIns="50800" rIns="50800" bIns="50800" anchor="ctr"/>
            <a:lstStyle/>
            <a:p>
              <a:pPr algn="ctr" defTabSz="584200" hangingPunct="0">
                <a:defRPr sz="3200">
                  <a:solidFill>
                    <a:srgbClr val="FFFFFF"/>
                  </a:solidFill>
                  <a:latin typeface="Helvetica Neue Light"/>
                  <a:ea typeface="Helvetica Neue Light"/>
                  <a:cs typeface="Helvetica Neue Light"/>
                  <a:sym typeface="Helvetica Neue Light"/>
                </a:defRPr>
              </a:pPr>
              <a:endParaRPr sz="2400" kern="0">
                <a:solidFill>
                  <a:srgbClr val="FFFFFF"/>
                </a:solidFill>
                <a:latin typeface="Helvetica Neue Light"/>
                <a:ea typeface="Helvetica Neue Light"/>
                <a:cs typeface="Helvetica Neue Light"/>
                <a:sym typeface="Helvetica Neue Light"/>
              </a:endParaRPr>
            </a:p>
          </p:txBody>
        </p:sp>
        <p:sp>
          <p:nvSpPr>
            <p:cNvPr id="23" name="Line">
              <a:extLst>
                <a:ext uri="{FF2B5EF4-FFF2-40B4-BE49-F238E27FC236}">
                  <a16:creationId xmlns:a16="http://schemas.microsoft.com/office/drawing/2014/main" id="{2E226793-5866-41C4-976D-4A6A0C214818}"/>
                </a:ext>
              </a:extLst>
            </p:cNvPr>
            <p:cNvSpPr/>
            <p:nvPr/>
          </p:nvSpPr>
          <p:spPr>
            <a:xfrm flipV="1">
              <a:off x="8660885" y="3716368"/>
              <a:ext cx="1102343" cy="2190392"/>
            </a:xfrm>
            <a:prstGeom prst="line">
              <a:avLst/>
            </a:prstGeom>
            <a:ln w="38100">
              <a:solidFill>
                <a:srgbClr val="000000"/>
              </a:solidFill>
              <a:miter lim="400000"/>
              <a:tailEnd type="triangle"/>
            </a:ln>
          </p:spPr>
          <p:txBody>
            <a:bodyPr lIns="0" tIns="0" rIns="0" bIns="0"/>
            <a:lstStyle/>
            <a:p>
              <a:pPr algn="ctr" defTabSz="584200" hangingPunct="0">
                <a:defRPr sz="3200">
                  <a:solidFill>
                    <a:srgbClr val="FFFFFF"/>
                  </a:solidFill>
                  <a:latin typeface="Helvetica Neue Light"/>
                  <a:ea typeface="Helvetica Neue Light"/>
                  <a:cs typeface="Helvetica Neue Light"/>
                  <a:sym typeface="Helvetica Neue Light"/>
                </a:defRPr>
              </a:pPr>
              <a:endParaRPr sz="2400" kern="0">
                <a:solidFill>
                  <a:srgbClr val="FFFFFF"/>
                </a:solidFill>
                <a:latin typeface="Helvetica Neue Light"/>
                <a:ea typeface="Helvetica Neue Light"/>
                <a:cs typeface="Helvetica Neue Light"/>
                <a:sym typeface="Helvetica Neue Light"/>
              </a:endParaRPr>
            </a:p>
          </p:txBody>
        </p:sp>
        <p:sp>
          <p:nvSpPr>
            <p:cNvPr id="24" name="a">
              <a:extLst>
                <a:ext uri="{FF2B5EF4-FFF2-40B4-BE49-F238E27FC236}">
                  <a16:creationId xmlns:a16="http://schemas.microsoft.com/office/drawing/2014/main" id="{8E108954-E2FE-478F-83EB-9F184576F3B9}"/>
                </a:ext>
              </a:extLst>
            </p:cNvPr>
            <p:cNvSpPr txBox="1"/>
            <p:nvPr/>
          </p:nvSpPr>
          <p:spPr>
            <a:xfrm>
              <a:off x="2585563" y="3634024"/>
              <a:ext cx="245259" cy="41036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50800" tIns="50800" rIns="50800" bIns="50800" anchor="ctr">
              <a:spAutoFit/>
            </a:bodyPr>
            <a:lstStyle>
              <a:lvl1pPr>
                <a:defRPr sz="2700" i="1">
                  <a:solidFill>
                    <a:schemeClr val="accent5"/>
                  </a:solidFill>
                </a:defRPr>
              </a:lvl1pPr>
            </a:lstStyle>
            <a:p>
              <a:pPr algn="ctr" defTabSz="584200" hangingPunct="0"/>
              <a:r>
                <a:rPr sz="2000" kern="0">
                  <a:solidFill>
                    <a:srgbClr val="C82506"/>
                  </a:solidFill>
                  <a:latin typeface="Helvetica"/>
                  <a:cs typeface="Helvetica"/>
                  <a:sym typeface="Helvetica"/>
                </a:rPr>
                <a:t>a</a:t>
              </a:r>
            </a:p>
          </p:txBody>
        </p:sp>
        <p:sp>
          <p:nvSpPr>
            <p:cNvPr id="25" name="b">
              <a:extLst>
                <a:ext uri="{FF2B5EF4-FFF2-40B4-BE49-F238E27FC236}">
                  <a16:creationId xmlns:a16="http://schemas.microsoft.com/office/drawing/2014/main" id="{685B9AF9-D8AE-4DC7-B37F-93F3048AC498}"/>
                </a:ext>
              </a:extLst>
            </p:cNvPr>
            <p:cNvSpPr txBox="1"/>
            <p:nvPr/>
          </p:nvSpPr>
          <p:spPr>
            <a:xfrm>
              <a:off x="2712563" y="5996224"/>
              <a:ext cx="245259" cy="41036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50800" tIns="50800" rIns="50800" bIns="50800" anchor="ctr">
              <a:spAutoFit/>
            </a:bodyPr>
            <a:lstStyle>
              <a:lvl1pPr>
                <a:defRPr sz="2700" i="1">
                  <a:solidFill>
                    <a:schemeClr val="accent5"/>
                  </a:solidFill>
                </a:defRPr>
              </a:lvl1pPr>
            </a:lstStyle>
            <a:p>
              <a:pPr algn="ctr" defTabSz="584200" hangingPunct="0"/>
              <a:r>
                <a:rPr sz="2000" kern="0">
                  <a:solidFill>
                    <a:srgbClr val="C82506"/>
                  </a:solidFill>
                  <a:latin typeface="Helvetica"/>
                  <a:cs typeface="Helvetica"/>
                  <a:sym typeface="Helvetica"/>
                </a:rPr>
                <a:t>b</a:t>
              </a:r>
            </a:p>
          </p:txBody>
        </p:sp>
        <p:sp>
          <p:nvSpPr>
            <p:cNvPr id="26" name="c">
              <a:extLst>
                <a:ext uri="{FF2B5EF4-FFF2-40B4-BE49-F238E27FC236}">
                  <a16:creationId xmlns:a16="http://schemas.microsoft.com/office/drawing/2014/main" id="{E10883C2-A3CA-43C3-B3DD-026129647CBB}"/>
                </a:ext>
              </a:extLst>
            </p:cNvPr>
            <p:cNvSpPr txBox="1"/>
            <p:nvPr/>
          </p:nvSpPr>
          <p:spPr>
            <a:xfrm>
              <a:off x="3537064" y="3619096"/>
              <a:ext cx="230832" cy="41036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50800" tIns="50800" rIns="50800" bIns="50800" anchor="ctr">
              <a:spAutoFit/>
            </a:bodyPr>
            <a:lstStyle>
              <a:lvl1pPr>
                <a:defRPr sz="2700" i="1">
                  <a:solidFill>
                    <a:schemeClr val="accent5"/>
                  </a:solidFill>
                </a:defRPr>
              </a:lvl1pPr>
            </a:lstStyle>
            <a:p>
              <a:pPr algn="ctr" defTabSz="584200" hangingPunct="0"/>
              <a:r>
                <a:rPr sz="2000" kern="0">
                  <a:solidFill>
                    <a:srgbClr val="C82506"/>
                  </a:solidFill>
                  <a:latin typeface="Helvetica"/>
                  <a:cs typeface="Helvetica"/>
                  <a:sym typeface="Helvetica"/>
                </a:rPr>
                <a:t>c</a:t>
              </a:r>
            </a:p>
          </p:txBody>
        </p:sp>
        <p:sp>
          <p:nvSpPr>
            <p:cNvPr id="27" name="d">
              <a:extLst>
                <a:ext uri="{FF2B5EF4-FFF2-40B4-BE49-F238E27FC236}">
                  <a16:creationId xmlns:a16="http://schemas.microsoft.com/office/drawing/2014/main" id="{0443374B-84FA-434D-B16B-9BE0940B5675}"/>
                </a:ext>
              </a:extLst>
            </p:cNvPr>
            <p:cNvSpPr txBox="1"/>
            <p:nvPr/>
          </p:nvSpPr>
          <p:spPr>
            <a:xfrm>
              <a:off x="4479748" y="5996224"/>
              <a:ext cx="245259" cy="41036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50800" tIns="50800" rIns="50800" bIns="50800" anchor="ctr">
              <a:spAutoFit/>
            </a:bodyPr>
            <a:lstStyle>
              <a:lvl1pPr>
                <a:defRPr sz="2700" i="1">
                  <a:solidFill>
                    <a:schemeClr val="accent5"/>
                  </a:solidFill>
                </a:defRPr>
              </a:lvl1pPr>
            </a:lstStyle>
            <a:p>
              <a:pPr algn="ctr" defTabSz="584200" hangingPunct="0"/>
              <a:r>
                <a:rPr sz="2000" kern="0">
                  <a:solidFill>
                    <a:srgbClr val="C82506"/>
                  </a:solidFill>
                  <a:latin typeface="Helvetica"/>
                  <a:cs typeface="Helvetica"/>
                  <a:sym typeface="Helvetica"/>
                </a:rPr>
                <a:t>d</a:t>
              </a:r>
            </a:p>
          </p:txBody>
        </p:sp>
        <p:sp>
          <p:nvSpPr>
            <p:cNvPr id="28" name="e">
              <a:extLst>
                <a:ext uri="{FF2B5EF4-FFF2-40B4-BE49-F238E27FC236}">
                  <a16:creationId xmlns:a16="http://schemas.microsoft.com/office/drawing/2014/main" id="{B73E5DDA-2A5A-4EC4-95E7-FE3089CF9EB3}"/>
                </a:ext>
              </a:extLst>
            </p:cNvPr>
            <p:cNvSpPr txBox="1"/>
            <p:nvPr/>
          </p:nvSpPr>
          <p:spPr>
            <a:xfrm>
              <a:off x="4327245" y="4797344"/>
              <a:ext cx="245259" cy="41036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50800" tIns="50800" rIns="50800" bIns="50800" anchor="ctr">
              <a:spAutoFit/>
            </a:bodyPr>
            <a:lstStyle>
              <a:lvl1pPr>
                <a:defRPr sz="2700" i="1">
                  <a:solidFill>
                    <a:schemeClr val="accent5"/>
                  </a:solidFill>
                </a:defRPr>
              </a:lvl1pPr>
            </a:lstStyle>
            <a:p>
              <a:pPr algn="ctr" defTabSz="584200" hangingPunct="0"/>
              <a:r>
                <a:rPr sz="2000" kern="0">
                  <a:solidFill>
                    <a:srgbClr val="C82506"/>
                  </a:solidFill>
                  <a:latin typeface="Helvetica"/>
                  <a:cs typeface="Helvetica"/>
                  <a:sym typeface="Helvetica"/>
                </a:rPr>
                <a:t>e</a:t>
              </a:r>
            </a:p>
          </p:txBody>
        </p:sp>
        <p:sp>
          <p:nvSpPr>
            <p:cNvPr id="29" name="f">
              <a:extLst>
                <a:ext uri="{FF2B5EF4-FFF2-40B4-BE49-F238E27FC236}">
                  <a16:creationId xmlns:a16="http://schemas.microsoft.com/office/drawing/2014/main" id="{FBE4B30B-81E2-4E8E-8C06-3A9961B0D053}"/>
                </a:ext>
              </a:extLst>
            </p:cNvPr>
            <p:cNvSpPr txBox="1"/>
            <p:nvPr/>
          </p:nvSpPr>
          <p:spPr>
            <a:xfrm>
              <a:off x="5365110" y="4792888"/>
              <a:ext cx="173124" cy="41036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50800" tIns="50800" rIns="50800" bIns="50800" anchor="ctr">
              <a:spAutoFit/>
            </a:bodyPr>
            <a:lstStyle>
              <a:lvl1pPr>
                <a:defRPr sz="2700" i="1">
                  <a:solidFill>
                    <a:schemeClr val="accent5"/>
                  </a:solidFill>
                </a:defRPr>
              </a:lvl1pPr>
            </a:lstStyle>
            <a:p>
              <a:pPr algn="ctr" defTabSz="584200" hangingPunct="0"/>
              <a:r>
                <a:rPr sz="2000" kern="0">
                  <a:solidFill>
                    <a:srgbClr val="C82506"/>
                  </a:solidFill>
                  <a:latin typeface="Helvetica"/>
                  <a:cs typeface="Helvetica"/>
                  <a:sym typeface="Helvetica"/>
                </a:rPr>
                <a:t>f</a:t>
              </a:r>
            </a:p>
          </p:txBody>
        </p:sp>
        <p:sp>
          <p:nvSpPr>
            <p:cNvPr id="30" name="g">
              <a:extLst>
                <a:ext uri="{FF2B5EF4-FFF2-40B4-BE49-F238E27FC236}">
                  <a16:creationId xmlns:a16="http://schemas.microsoft.com/office/drawing/2014/main" id="{AFB55856-56AA-4D7E-B68C-8715F25AFA4D}"/>
                </a:ext>
              </a:extLst>
            </p:cNvPr>
            <p:cNvSpPr txBox="1"/>
            <p:nvPr/>
          </p:nvSpPr>
          <p:spPr>
            <a:xfrm>
              <a:off x="6165058" y="3646724"/>
              <a:ext cx="245259" cy="41036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50800" tIns="50800" rIns="50800" bIns="50800" anchor="ctr">
              <a:spAutoFit/>
            </a:bodyPr>
            <a:lstStyle>
              <a:lvl1pPr>
                <a:defRPr sz="2700" i="1">
                  <a:solidFill>
                    <a:schemeClr val="accent5"/>
                  </a:solidFill>
                </a:defRPr>
              </a:lvl1pPr>
            </a:lstStyle>
            <a:p>
              <a:pPr algn="ctr" defTabSz="584200" hangingPunct="0"/>
              <a:r>
                <a:rPr sz="2000" kern="0">
                  <a:solidFill>
                    <a:srgbClr val="C82506"/>
                  </a:solidFill>
                  <a:latin typeface="Helvetica"/>
                  <a:cs typeface="Helvetica"/>
                  <a:sym typeface="Helvetica"/>
                </a:rPr>
                <a:t>g</a:t>
              </a:r>
            </a:p>
          </p:txBody>
        </p:sp>
        <p:sp>
          <p:nvSpPr>
            <p:cNvPr id="31" name="h">
              <a:extLst>
                <a:ext uri="{FF2B5EF4-FFF2-40B4-BE49-F238E27FC236}">
                  <a16:creationId xmlns:a16="http://schemas.microsoft.com/office/drawing/2014/main" id="{79AB35EA-F250-4C54-9234-3E65DB1BE7F9}"/>
                </a:ext>
              </a:extLst>
            </p:cNvPr>
            <p:cNvSpPr txBox="1"/>
            <p:nvPr/>
          </p:nvSpPr>
          <p:spPr>
            <a:xfrm>
              <a:off x="6873269" y="5996224"/>
              <a:ext cx="245259" cy="41036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50800" tIns="50800" rIns="50800" bIns="50800" anchor="ctr">
              <a:spAutoFit/>
            </a:bodyPr>
            <a:lstStyle>
              <a:lvl1pPr>
                <a:defRPr sz="2700" i="1">
                  <a:solidFill>
                    <a:schemeClr val="accent5"/>
                  </a:solidFill>
                </a:defRPr>
              </a:lvl1pPr>
            </a:lstStyle>
            <a:p>
              <a:pPr algn="ctr" defTabSz="584200" hangingPunct="0"/>
              <a:r>
                <a:rPr sz="2000" kern="0">
                  <a:solidFill>
                    <a:srgbClr val="C82506"/>
                  </a:solidFill>
                  <a:latin typeface="Helvetica"/>
                  <a:cs typeface="Helvetica"/>
                  <a:sym typeface="Helvetica"/>
                </a:rPr>
                <a:t>h</a:t>
              </a:r>
            </a:p>
          </p:txBody>
        </p:sp>
        <p:sp>
          <p:nvSpPr>
            <p:cNvPr id="32" name="i">
              <a:extLst>
                <a:ext uri="{FF2B5EF4-FFF2-40B4-BE49-F238E27FC236}">
                  <a16:creationId xmlns:a16="http://schemas.microsoft.com/office/drawing/2014/main" id="{D68745DB-841D-4C36-BCF8-374C446449C8}"/>
                </a:ext>
              </a:extLst>
            </p:cNvPr>
            <p:cNvSpPr txBox="1"/>
            <p:nvPr/>
          </p:nvSpPr>
          <p:spPr>
            <a:xfrm>
              <a:off x="8566749" y="5996224"/>
              <a:ext cx="160300" cy="41036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50800" tIns="50800" rIns="50800" bIns="50800" anchor="ctr">
              <a:spAutoFit/>
            </a:bodyPr>
            <a:lstStyle>
              <a:lvl1pPr>
                <a:defRPr sz="2700" i="1">
                  <a:solidFill>
                    <a:schemeClr val="accent5"/>
                  </a:solidFill>
                </a:defRPr>
              </a:lvl1pPr>
            </a:lstStyle>
            <a:p>
              <a:pPr algn="ctr" defTabSz="584200" hangingPunct="0"/>
              <a:r>
                <a:rPr sz="2000" kern="0">
                  <a:solidFill>
                    <a:srgbClr val="C82506"/>
                  </a:solidFill>
                  <a:latin typeface="Helvetica"/>
                  <a:cs typeface="Helvetica"/>
                  <a:sym typeface="Helvetica"/>
                </a:rPr>
                <a:t>i</a:t>
              </a:r>
            </a:p>
          </p:txBody>
        </p:sp>
        <p:sp>
          <p:nvSpPr>
            <p:cNvPr id="33" name="j">
              <a:extLst>
                <a:ext uri="{FF2B5EF4-FFF2-40B4-BE49-F238E27FC236}">
                  <a16:creationId xmlns:a16="http://schemas.microsoft.com/office/drawing/2014/main" id="{9FD842F7-A158-4756-9258-3CCCDDC3DBEC}"/>
                </a:ext>
              </a:extLst>
            </p:cNvPr>
            <p:cNvSpPr txBox="1"/>
            <p:nvPr/>
          </p:nvSpPr>
          <p:spPr>
            <a:xfrm>
              <a:off x="9729772" y="3825194"/>
              <a:ext cx="160300" cy="41036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50800" tIns="50800" rIns="50800" bIns="50800" anchor="ctr">
              <a:spAutoFit/>
            </a:bodyPr>
            <a:lstStyle>
              <a:lvl1pPr>
                <a:defRPr sz="2700" i="1">
                  <a:solidFill>
                    <a:schemeClr val="accent5"/>
                  </a:solidFill>
                </a:defRPr>
              </a:lvl1pPr>
            </a:lstStyle>
            <a:p>
              <a:pPr algn="ctr" defTabSz="584200" hangingPunct="0"/>
              <a:r>
                <a:rPr sz="2000" kern="0">
                  <a:solidFill>
                    <a:srgbClr val="C82506"/>
                  </a:solidFill>
                  <a:latin typeface="Helvetica"/>
                  <a:cs typeface="Helvetica"/>
                  <a:sym typeface="Helvetica"/>
                </a:rPr>
                <a:t>j</a:t>
              </a:r>
            </a:p>
          </p:txBody>
        </p:sp>
        <p:sp>
          <p:nvSpPr>
            <p:cNvPr id="34" name="Line">
              <a:extLst>
                <a:ext uri="{FF2B5EF4-FFF2-40B4-BE49-F238E27FC236}">
                  <a16:creationId xmlns:a16="http://schemas.microsoft.com/office/drawing/2014/main" id="{2DCAD9C6-E591-48EB-9BB8-63C8DDA1AD14}"/>
                </a:ext>
              </a:extLst>
            </p:cNvPr>
            <p:cNvSpPr/>
            <p:nvPr/>
          </p:nvSpPr>
          <p:spPr>
            <a:xfrm>
              <a:off x="1806920" y="7095489"/>
              <a:ext cx="9065310" cy="1"/>
            </a:xfrm>
            <a:prstGeom prst="line">
              <a:avLst/>
            </a:prstGeom>
            <a:ln w="25400">
              <a:solidFill>
                <a:srgbClr val="000000"/>
              </a:solidFill>
              <a:miter lim="400000"/>
              <a:tailEnd type="triangle"/>
            </a:ln>
          </p:spPr>
          <p:txBody>
            <a:bodyPr lIns="0" tIns="0" rIns="0" bIns="0"/>
            <a:lstStyle/>
            <a:p>
              <a:pPr algn="ctr" defTabSz="584200" hangingPunct="0">
                <a:defRPr sz="3200">
                  <a:solidFill>
                    <a:srgbClr val="FFFFFF"/>
                  </a:solidFill>
                  <a:latin typeface="Helvetica Neue Light"/>
                  <a:ea typeface="Helvetica Neue Light"/>
                  <a:cs typeface="Helvetica Neue Light"/>
                  <a:sym typeface="Helvetica Neue Light"/>
                </a:defRPr>
              </a:pPr>
              <a:endParaRPr sz="2400" kern="0">
                <a:solidFill>
                  <a:srgbClr val="FFFFFF"/>
                </a:solidFill>
                <a:latin typeface="Helvetica Neue Light"/>
                <a:ea typeface="Helvetica Neue Light"/>
                <a:cs typeface="Helvetica Neue Light"/>
                <a:sym typeface="Helvetica Neue Light"/>
              </a:endParaRPr>
            </a:p>
          </p:txBody>
        </p:sp>
        <p:sp>
          <p:nvSpPr>
            <p:cNvPr id="35" name="P4">
              <a:extLst>
                <a:ext uri="{FF2B5EF4-FFF2-40B4-BE49-F238E27FC236}">
                  <a16:creationId xmlns:a16="http://schemas.microsoft.com/office/drawing/2014/main" id="{A687163C-91A3-466D-8EFF-D6673376E036}"/>
                </a:ext>
              </a:extLst>
            </p:cNvPr>
            <p:cNvSpPr txBox="1"/>
            <p:nvPr/>
          </p:nvSpPr>
          <p:spPr>
            <a:xfrm>
              <a:off x="1030882" y="6714478"/>
              <a:ext cx="666849" cy="65659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50800" tIns="50800" rIns="50800" bIns="50800" anchor="ctr">
              <a:spAutoFit/>
            </a:bodyPr>
            <a:lstStyle/>
            <a:p>
              <a:pPr algn="ctr" defTabSz="584200" hangingPunct="0"/>
              <a:r>
                <a:rPr sz="3600" kern="0">
                  <a:solidFill>
                    <a:srgbClr val="000000"/>
                  </a:solidFill>
                  <a:latin typeface="Helvetica"/>
                  <a:cs typeface="Helvetica"/>
                  <a:sym typeface="Helvetica"/>
                </a:rPr>
                <a:t>P4</a:t>
              </a:r>
            </a:p>
          </p:txBody>
        </p:sp>
        <p:sp>
          <p:nvSpPr>
            <p:cNvPr id="36" name="Circle">
              <a:extLst>
                <a:ext uri="{FF2B5EF4-FFF2-40B4-BE49-F238E27FC236}">
                  <a16:creationId xmlns:a16="http://schemas.microsoft.com/office/drawing/2014/main" id="{03F1DBD5-961C-4CA1-9C5B-AE1EAACB055D}"/>
                </a:ext>
              </a:extLst>
            </p:cNvPr>
            <p:cNvSpPr/>
            <p:nvPr/>
          </p:nvSpPr>
          <p:spPr>
            <a:xfrm>
              <a:off x="2770866" y="7034530"/>
              <a:ext cx="121921" cy="121921"/>
            </a:xfrm>
            <a:prstGeom prst="ellipse">
              <a:avLst/>
            </a:prstGeom>
            <a:solidFill>
              <a:srgbClr val="000000"/>
            </a:solidFill>
            <a:ln w="25400">
              <a:solidFill>
                <a:srgbClr val="000000"/>
              </a:solidFill>
              <a:miter lim="400000"/>
            </a:ln>
          </p:spPr>
          <p:txBody>
            <a:bodyPr lIns="50800" tIns="50800" rIns="50800" bIns="50800" anchor="ctr"/>
            <a:lstStyle/>
            <a:p>
              <a:pPr algn="ctr" defTabSz="584200" hangingPunct="0">
                <a:defRPr sz="3200">
                  <a:solidFill>
                    <a:srgbClr val="FFFFFF"/>
                  </a:solidFill>
                  <a:latin typeface="Helvetica Neue Light"/>
                  <a:ea typeface="Helvetica Neue Light"/>
                  <a:cs typeface="Helvetica Neue Light"/>
                  <a:sym typeface="Helvetica Neue Light"/>
                </a:defRPr>
              </a:pPr>
              <a:endParaRPr sz="2400" kern="0">
                <a:solidFill>
                  <a:srgbClr val="FFFFFF"/>
                </a:solidFill>
                <a:latin typeface="Helvetica Neue Light"/>
                <a:ea typeface="Helvetica Neue Light"/>
                <a:cs typeface="Helvetica Neue Light"/>
                <a:sym typeface="Helvetica Neue Light"/>
              </a:endParaRPr>
            </a:p>
          </p:txBody>
        </p:sp>
        <p:sp>
          <p:nvSpPr>
            <p:cNvPr id="37" name="Circle">
              <a:extLst>
                <a:ext uri="{FF2B5EF4-FFF2-40B4-BE49-F238E27FC236}">
                  <a16:creationId xmlns:a16="http://schemas.microsoft.com/office/drawing/2014/main" id="{737CB472-5884-4484-8EE2-F8BADECD29BF}"/>
                </a:ext>
              </a:extLst>
            </p:cNvPr>
            <p:cNvSpPr/>
            <p:nvPr/>
          </p:nvSpPr>
          <p:spPr>
            <a:xfrm>
              <a:off x="3697246" y="7021829"/>
              <a:ext cx="121921" cy="121921"/>
            </a:xfrm>
            <a:prstGeom prst="ellipse">
              <a:avLst/>
            </a:prstGeom>
            <a:solidFill>
              <a:srgbClr val="000000"/>
            </a:solidFill>
            <a:ln w="25400">
              <a:solidFill>
                <a:srgbClr val="000000"/>
              </a:solidFill>
              <a:miter lim="400000"/>
            </a:ln>
          </p:spPr>
          <p:txBody>
            <a:bodyPr lIns="50800" tIns="50800" rIns="50800" bIns="50800" anchor="ctr"/>
            <a:lstStyle/>
            <a:p>
              <a:pPr algn="ctr" defTabSz="584200" hangingPunct="0">
                <a:defRPr sz="3200">
                  <a:solidFill>
                    <a:srgbClr val="FFFFFF"/>
                  </a:solidFill>
                  <a:latin typeface="Helvetica Neue Light"/>
                  <a:ea typeface="Helvetica Neue Light"/>
                  <a:cs typeface="Helvetica Neue Light"/>
                  <a:sym typeface="Helvetica Neue Light"/>
                </a:defRPr>
              </a:pPr>
              <a:endParaRPr sz="2400" kern="0">
                <a:solidFill>
                  <a:srgbClr val="FFFFFF"/>
                </a:solidFill>
                <a:latin typeface="Helvetica Neue Light"/>
                <a:ea typeface="Helvetica Neue Light"/>
                <a:cs typeface="Helvetica Neue Light"/>
                <a:sym typeface="Helvetica Neue Light"/>
              </a:endParaRPr>
            </a:p>
          </p:txBody>
        </p:sp>
        <p:sp>
          <p:nvSpPr>
            <p:cNvPr id="38" name="Circle">
              <a:extLst>
                <a:ext uri="{FF2B5EF4-FFF2-40B4-BE49-F238E27FC236}">
                  <a16:creationId xmlns:a16="http://schemas.microsoft.com/office/drawing/2014/main" id="{2A9C7AA3-E1AB-4107-8507-B9379AD76831}"/>
                </a:ext>
              </a:extLst>
            </p:cNvPr>
            <p:cNvSpPr/>
            <p:nvPr/>
          </p:nvSpPr>
          <p:spPr>
            <a:xfrm>
              <a:off x="6934939" y="7034530"/>
              <a:ext cx="121921" cy="121921"/>
            </a:xfrm>
            <a:prstGeom prst="ellipse">
              <a:avLst/>
            </a:prstGeom>
            <a:solidFill>
              <a:srgbClr val="000000"/>
            </a:solidFill>
            <a:ln w="25400">
              <a:solidFill>
                <a:srgbClr val="000000"/>
              </a:solidFill>
              <a:miter lim="400000"/>
            </a:ln>
          </p:spPr>
          <p:txBody>
            <a:bodyPr lIns="50800" tIns="50800" rIns="50800" bIns="50800" anchor="ctr"/>
            <a:lstStyle/>
            <a:p>
              <a:pPr algn="ctr" defTabSz="584200" hangingPunct="0">
                <a:defRPr sz="3200">
                  <a:solidFill>
                    <a:srgbClr val="FFFFFF"/>
                  </a:solidFill>
                  <a:latin typeface="Helvetica Neue Light"/>
                  <a:ea typeface="Helvetica Neue Light"/>
                  <a:cs typeface="Helvetica Neue Light"/>
                  <a:sym typeface="Helvetica Neue Light"/>
                </a:defRPr>
              </a:pPr>
              <a:endParaRPr sz="2400" kern="0">
                <a:solidFill>
                  <a:srgbClr val="FFFFFF"/>
                </a:solidFill>
                <a:latin typeface="Helvetica Neue Light"/>
                <a:ea typeface="Helvetica Neue Light"/>
                <a:cs typeface="Helvetica Neue Light"/>
                <a:sym typeface="Helvetica Neue Light"/>
              </a:endParaRPr>
            </a:p>
          </p:txBody>
        </p:sp>
        <p:sp>
          <p:nvSpPr>
            <p:cNvPr id="39" name="Circle">
              <a:extLst>
                <a:ext uri="{FF2B5EF4-FFF2-40B4-BE49-F238E27FC236}">
                  <a16:creationId xmlns:a16="http://schemas.microsoft.com/office/drawing/2014/main" id="{A52FC4FF-D095-4621-949D-1E057316A63D}"/>
                </a:ext>
              </a:extLst>
            </p:cNvPr>
            <p:cNvSpPr/>
            <p:nvPr/>
          </p:nvSpPr>
          <p:spPr>
            <a:xfrm>
              <a:off x="8585939" y="7034530"/>
              <a:ext cx="121921" cy="121921"/>
            </a:xfrm>
            <a:prstGeom prst="ellipse">
              <a:avLst/>
            </a:prstGeom>
            <a:solidFill>
              <a:srgbClr val="000000"/>
            </a:solidFill>
            <a:ln w="25400">
              <a:solidFill>
                <a:srgbClr val="000000"/>
              </a:solidFill>
              <a:miter lim="400000"/>
            </a:ln>
          </p:spPr>
          <p:txBody>
            <a:bodyPr lIns="50800" tIns="50800" rIns="50800" bIns="50800" anchor="ctr"/>
            <a:lstStyle/>
            <a:p>
              <a:pPr algn="ctr" defTabSz="584200" hangingPunct="0">
                <a:defRPr sz="3200">
                  <a:solidFill>
                    <a:srgbClr val="FFFFFF"/>
                  </a:solidFill>
                  <a:latin typeface="Helvetica Neue Light"/>
                  <a:ea typeface="Helvetica Neue Light"/>
                  <a:cs typeface="Helvetica Neue Light"/>
                  <a:sym typeface="Helvetica Neue Light"/>
                </a:defRPr>
              </a:pPr>
              <a:endParaRPr sz="2400" kern="0">
                <a:solidFill>
                  <a:srgbClr val="FFFFFF"/>
                </a:solidFill>
                <a:latin typeface="Helvetica Neue Light"/>
                <a:ea typeface="Helvetica Neue Light"/>
                <a:cs typeface="Helvetica Neue Light"/>
                <a:sym typeface="Helvetica Neue Light"/>
              </a:endParaRPr>
            </a:p>
          </p:txBody>
        </p:sp>
        <p:sp>
          <p:nvSpPr>
            <p:cNvPr id="40" name="k">
              <a:extLst>
                <a:ext uri="{FF2B5EF4-FFF2-40B4-BE49-F238E27FC236}">
                  <a16:creationId xmlns:a16="http://schemas.microsoft.com/office/drawing/2014/main" id="{41411BAC-CD22-4470-A7E0-10D75E9D5810}"/>
                </a:ext>
              </a:extLst>
            </p:cNvPr>
            <p:cNvSpPr txBox="1"/>
            <p:nvPr/>
          </p:nvSpPr>
          <p:spPr>
            <a:xfrm>
              <a:off x="2719777" y="7139224"/>
              <a:ext cx="230832" cy="41036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50800" tIns="50800" rIns="50800" bIns="50800" anchor="ctr">
              <a:spAutoFit/>
            </a:bodyPr>
            <a:lstStyle>
              <a:lvl1pPr>
                <a:defRPr sz="2700" i="1">
                  <a:solidFill>
                    <a:schemeClr val="accent5"/>
                  </a:solidFill>
                </a:defRPr>
              </a:lvl1pPr>
            </a:lstStyle>
            <a:p>
              <a:pPr algn="ctr" defTabSz="584200" hangingPunct="0"/>
              <a:r>
                <a:rPr sz="2000" kern="0">
                  <a:solidFill>
                    <a:srgbClr val="C82506"/>
                  </a:solidFill>
                  <a:latin typeface="Helvetica"/>
                  <a:cs typeface="Helvetica"/>
                  <a:sym typeface="Helvetica"/>
                </a:rPr>
                <a:t>k</a:t>
              </a:r>
            </a:p>
          </p:txBody>
        </p:sp>
        <p:sp>
          <p:nvSpPr>
            <p:cNvPr id="41" name="l">
              <a:extLst>
                <a:ext uri="{FF2B5EF4-FFF2-40B4-BE49-F238E27FC236}">
                  <a16:creationId xmlns:a16="http://schemas.microsoft.com/office/drawing/2014/main" id="{F2B8346E-80C8-4B0B-A74B-D17F8EB5FE3A}"/>
                </a:ext>
              </a:extLst>
            </p:cNvPr>
            <p:cNvSpPr txBox="1"/>
            <p:nvPr/>
          </p:nvSpPr>
          <p:spPr>
            <a:xfrm>
              <a:off x="3678056" y="7139224"/>
              <a:ext cx="160300" cy="41036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50800" tIns="50800" rIns="50800" bIns="50800" anchor="ctr">
              <a:spAutoFit/>
            </a:bodyPr>
            <a:lstStyle>
              <a:lvl1pPr>
                <a:defRPr sz="2700" i="1">
                  <a:solidFill>
                    <a:schemeClr val="accent5"/>
                  </a:solidFill>
                </a:defRPr>
              </a:lvl1pPr>
            </a:lstStyle>
            <a:p>
              <a:pPr algn="ctr" defTabSz="584200" hangingPunct="0"/>
              <a:r>
                <a:rPr sz="2000" kern="0">
                  <a:solidFill>
                    <a:srgbClr val="C82506"/>
                  </a:solidFill>
                  <a:latin typeface="Helvetica"/>
                  <a:cs typeface="Helvetica"/>
                  <a:sym typeface="Helvetica"/>
                </a:rPr>
                <a:t>l</a:t>
              </a:r>
            </a:p>
          </p:txBody>
        </p:sp>
        <p:sp>
          <p:nvSpPr>
            <p:cNvPr id="42" name="m">
              <a:extLst>
                <a:ext uri="{FF2B5EF4-FFF2-40B4-BE49-F238E27FC236}">
                  <a16:creationId xmlns:a16="http://schemas.microsoft.com/office/drawing/2014/main" id="{10020520-6AB6-4D9A-AA4E-7B5AE03C690E}"/>
                </a:ext>
              </a:extLst>
            </p:cNvPr>
            <p:cNvSpPr txBox="1"/>
            <p:nvPr/>
          </p:nvSpPr>
          <p:spPr>
            <a:xfrm>
              <a:off x="6838003" y="7139224"/>
              <a:ext cx="315792" cy="41036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50800" tIns="50800" rIns="50800" bIns="50800" anchor="ctr">
              <a:spAutoFit/>
            </a:bodyPr>
            <a:lstStyle>
              <a:lvl1pPr>
                <a:defRPr sz="2700" i="1">
                  <a:solidFill>
                    <a:schemeClr val="accent5"/>
                  </a:solidFill>
                </a:defRPr>
              </a:lvl1pPr>
            </a:lstStyle>
            <a:p>
              <a:pPr algn="ctr" defTabSz="584200" hangingPunct="0"/>
              <a:r>
                <a:rPr sz="2000" kern="0">
                  <a:solidFill>
                    <a:srgbClr val="C82506"/>
                  </a:solidFill>
                  <a:latin typeface="Helvetica"/>
                  <a:cs typeface="Helvetica"/>
                  <a:sym typeface="Helvetica"/>
                </a:rPr>
                <a:t>m</a:t>
              </a:r>
            </a:p>
          </p:txBody>
        </p:sp>
        <p:sp>
          <p:nvSpPr>
            <p:cNvPr id="43" name="n">
              <a:extLst>
                <a:ext uri="{FF2B5EF4-FFF2-40B4-BE49-F238E27FC236}">
                  <a16:creationId xmlns:a16="http://schemas.microsoft.com/office/drawing/2014/main" id="{23CDE434-0D98-4E29-A1BD-91F2BD02A468}"/>
                </a:ext>
              </a:extLst>
            </p:cNvPr>
            <p:cNvSpPr txBox="1"/>
            <p:nvPr/>
          </p:nvSpPr>
          <p:spPr>
            <a:xfrm>
              <a:off x="8524269" y="7139224"/>
              <a:ext cx="245259" cy="41036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50800" tIns="50800" rIns="50800" bIns="50800" anchor="ctr">
              <a:spAutoFit/>
            </a:bodyPr>
            <a:lstStyle>
              <a:lvl1pPr>
                <a:defRPr sz="2700" i="1">
                  <a:solidFill>
                    <a:schemeClr val="accent5"/>
                  </a:solidFill>
                </a:defRPr>
              </a:lvl1pPr>
            </a:lstStyle>
            <a:p>
              <a:pPr algn="ctr" defTabSz="584200" hangingPunct="0"/>
              <a:r>
                <a:rPr sz="2000" kern="0">
                  <a:solidFill>
                    <a:srgbClr val="C82506"/>
                  </a:solidFill>
                  <a:latin typeface="Helvetica"/>
                  <a:cs typeface="Helvetica"/>
                  <a:sym typeface="Helvetica"/>
                </a:rPr>
                <a:t>n</a:t>
              </a:r>
            </a:p>
          </p:txBody>
        </p:sp>
      </p:grpSp>
    </p:spTree>
    <p:extLst>
      <p:ext uri="{BB962C8B-B14F-4D97-AF65-F5344CB8AC3E}">
        <p14:creationId xmlns:p14="http://schemas.microsoft.com/office/powerpoint/2010/main" val="201035491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4483A2-91D1-4BC2-BD60-81E1B14D58EC}"/>
              </a:ext>
            </a:extLst>
          </p:cNvPr>
          <p:cNvSpPr>
            <a:spLocks noGrp="1"/>
          </p:cNvSpPr>
          <p:nvPr>
            <p:ph type="title"/>
          </p:nvPr>
        </p:nvSpPr>
        <p:spPr/>
        <p:txBody>
          <a:bodyPr/>
          <a:lstStyle/>
          <a:p>
            <a:r>
              <a:rPr lang="en-US"/>
              <a:t>Time and Clocks</a:t>
            </a:r>
          </a:p>
        </p:txBody>
      </p:sp>
      <p:sp>
        <p:nvSpPr>
          <p:cNvPr id="3" name="Content Placeholder 2">
            <a:extLst>
              <a:ext uri="{FF2B5EF4-FFF2-40B4-BE49-F238E27FC236}">
                <a16:creationId xmlns:a16="http://schemas.microsoft.com/office/drawing/2014/main" id="{D6429257-908B-4AB8-ABC7-5C2ACEB4EF74}"/>
              </a:ext>
            </a:extLst>
          </p:cNvPr>
          <p:cNvSpPr>
            <a:spLocks noGrp="1"/>
          </p:cNvSpPr>
          <p:nvPr>
            <p:ph idx="1"/>
          </p:nvPr>
        </p:nvSpPr>
        <p:spPr/>
        <p:txBody>
          <a:bodyPr/>
          <a:lstStyle/>
          <a:p>
            <a:r>
              <a:rPr lang="en-US"/>
              <a:t>Synchronizing clocks is difficult</a:t>
            </a:r>
          </a:p>
          <a:p>
            <a:r>
              <a:rPr lang="en-US"/>
              <a:t>But often, knowing an order of events is more important than knowing the “wall clock” time!</a:t>
            </a:r>
          </a:p>
          <a:p>
            <a:r>
              <a:rPr lang="en-US" err="1"/>
              <a:t>Lamport</a:t>
            </a:r>
            <a:r>
              <a:rPr lang="en-US"/>
              <a:t> and Vector Clocks provide ways of determining a consistent ordering of events</a:t>
            </a:r>
          </a:p>
          <a:p>
            <a:pPr lvl="1"/>
            <a:r>
              <a:rPr lang="en-US"/>
              <a:t>But some events might be treated as concurrent!</a:t>
            </a:r>
          </a:p>
          <a:p>
            <a:r>
              <a:rPr lang="en-US"/>
              <a:t>The concept of vector clocks or version vectors is commonly used in real distributed systems</a:t>
            </a:r>
          </a:p>
          <a:p>
            <a:pPr lvl="1"/>
            <a:r>
              <a:rPr lang="en-US"/>
              <a:t>Track </a:t>
            </a:r>
            <a:r>
              <a:rPr lang="en-US" b="1"/>
              <a:t>ordering</a:t>
            </a:r>
            <a:r>
              <a:rPr lang="en-US"/>
              <a:t> of events and </a:t>
            </a:r>
            <a:r>
              <a:rPr lang="en-US" b="1"/>
              <a:t>dependencies</a:t>
            </a:r>
            <a:r>
              <a:rPr lang="en-US"/>
              <a:t> between them</a:t>
            </a:r>
          </a:p>
          <a:p>
            <a:pPr marL="0" indent="0">
              <a:buNone/>
            </a:pPr>
            <a:endParaRPr lang="en-US"/>
          </a:p>
        </p:txBody>
      </p:sp>
      <p:sp>
        <p:nvSpPr>
          <p:cNvPr id="4" name="Footer Placeholder 3">
            <a:extLst>
              <a:ext uri="{FF2B5EF4-FFF2-40B4-BE49-F238E27FC236}">
                <a16:creationId xmlns:a16="http://schemas.microsoft.com/office/drawing/2014/main" id="{94776AE1-C6E8-4BC3-8042-91D4DD0F0C0D}"/>
              </a:ext>
            </a:extLst>
          </p:cNvPr>
          <p:cNvSpPr>
            <a:spLocks noGrp="1"/>
          </p:cNvSpPr>
          <p:nvPr>
            <p:ph type="ftr" sz="quarter" idx="11"/>
          </p:nvPr>
        </p:nvSpPr>
        <p:spPr/>
        <p:txBody>
          <a:bodyPr/>
          <a:lstStyle/>
          <a:p>
            <a:r>
              <a:rPr lang="en-US"/>
              <a:t>Prof. Tim Wood &amp; Prof. Roozbeh Haghnazar</a:t>
            </a:r>
          </a:p>
        </p:txBody>
      </p:sp>
    </p:spTree>
    <p:extLst>
      <p:ext uri="{BB962C8B-B14F-4D97-AF65-F5344CB8AC3E}">
        <p14:creationId xmlns:p14="http://schemas.microsoft.com/office/powerpoint/2010/main" val="8698454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3C498480-BF3B-49B4-BAC1-61859985F9AE}"/>
              </a:ext>
            </a:extLst>
          </p:cNvPr>
          <p:cNvSpPr>
            <a:spLocks noGrp="1"/>
          </p:cNvSpPr>
          <p:nvPr>
            <p:ph type="ftr" sz="quarter" idx="11"/>
          </p:nvPr>
        </p:nvSpPr>
        <p:spPr>
          <a:xfrm>
            <a:off x="6309360" y="6492875"/>
            <a:ext cx="6400800" cy="365125"/>
          </a:xfrm>
        </p:spPr>
        <p:txBody>
          <a:bodyPr/>
          <a:lstStyle/>
          <a:p>
            <a:r>
              <a:rPr lang="en-US"/>
              <a:t>Includes material adapted from Van Steen and Tanenbaum’s Distributed Systems book</a:t>
            </a:r>
          </a:p>
        </p:txBody>
      </p:sp>
      <p:sp>
        <p:nvSpPr>
          <p:cNvPr id="9" name="Distributed  Coordination">
            <a:extLst>
              <a:ext uri="{FF2B5EF4-FFF2-40B4-BE49-F238E27FC236}">
                <a16:creationId xmlns:a16="http://schemas.microsoft.com/office/drawing/2014/main" id="{0BF4DD7B-CDB3-47E6-A5B8-44D78C2849D2}"/>
              </a:ext>
            </a:extLst>
          </p:cNvPr>
          <p:cNvSpPr txBox="1">
            <a:spLocks/>
          </p:cNvSpPr>
          <p:nvPr/>
        </p:nvSpPr>
        <p:spPr>
          <a:xfrm>
            <a:off x="863600" y="2057400"/>
            <a:ext cx="10464800" cy="1869048"/>
          </a:xfrm>
          <a:prstGeom prst="rect">
            <a:avLst/>
          </a:prstGeom>
        </p:spPr>
        <p:txBody>
          <a:bodyPr vert="horz" lIns="91440" tIns="45720" rIns="91440" bIns="45720" rtlCol="0" anchor="b">
            <a:normAutofit fontScale="85000" lnSpcReduction="20000"/>
          </a:bodyPr>
          <a:lstStyle>
            <a:lvl1pPr algn="l" defTabSz="914400" rtl="0" eaLnBrk="1" latinLnBrk="0" hangingPunct="1">
              <a:lnSpc>
                <a:spcPct val="90000"/>
              </a:lnSpc>
              <a:spcBef>
                <a:spcPct val="0"/>
              </a:spcBef>
              <a:buNone/>
              <a:defRPr sz="6000" kern="1200" cap="small" baseline="0">
                <a:solidFill>
                  <a:schemeClr val="tx1"/>
                </a:solidFill>
                <a:latin typeface="+mj-lt"/>
                <a:ea typeface="+mj-ea"/>
                <a:cs typeface="+mj-cs"/>
              </a:defRPr>
            </a:lvl1pPr>
          </a:lstStyle>
          <a:p>
            <a:pPr algn="ctr"/>
            <a:r>
              <a:rPr lang="en-US"/>
              <a:t>Distributed </a:t>
            </a:r>
          </a:p>
          <a:p>
            <a:pPr algn="ctr">
              <a:defRPr b="1"/>
            </a:pPr>
            <a:r>
              <a:rPr lang="en-US" b="1"/>
              <a:t>Coordination</a:t>
            </a:r>
          </a:p>
          <a:p>
            <a:pPr algn="ctr">
              <a:defRPr b="1"/>
            </a:pPr>
            <a:r>
              <a:rPr lang="en-US" b="1"/>
              <a:t>(Mutual Exclusion, Consensus)</a:t>
            </a:r>
          </a:p>
        </p:txBody>
      </p:sp>
    </p:spTree>
    <p:extLst>
      <p:ext uri="{BB962C8B-B14F-4D97-AF65-F5344CB8AC3E}">
        <p14:creationId xmlns:p14="http://schemas.microsoft.com/office/powerpoint/2010/main" val="42463364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9F8140-E859-CA42-8CC2-3BB6228C63E2}"/>
              </a:ext>
            </a:extLst>
          </p:cNvPr>
          <p:cNvSpPr>
            <a:spLocks noGrp="1"/>
          </p:cNvSpPr>
          <p:nvPr>
            <p:ph type="title"/>
          </p:nvPr>
        </p:nvSpPr>
        <p:spPr/>
        <p:txBody>
          <a:bodyPr/>
          <a:lstStyle/>
          <a:p>
            <a:r>
              <a:rPr lang="en-US"/>
              <a:t>Survey Feedback</a:t>
            </a:r>
          </a:p>
        </p:txBody>
      </p:sp>
      <p:sp>
        <p:nvSpPr>
          <p:cNvPr id="3" name="Content Placeholder 2">
            <a:extLst>
              <a:ext uri="{FF2B5EF4-FFF2-40B4-BE49-F238E27FC236}">
                <a16:creationId xmlns:a16="http://schemas.microsoft.com/office/drawing/2014/main" id="{15406FBA-6AE3-5B4F-83E8-56319641F374}"/>
              </a:ext>
            </a:extLst>
          </p:cNvPr>
          <p:cNvSpPr>
            <a:spLocks noGrp="1"/>
          </p:cNvSpPr>
          <p:nvPr>
            <p:ph idx="1"/>
          </p:nvPr>
        </p:nvSpPr>
        <p:spPr/>
        <p:txBody>
          <a:bodyPr/>
          <a:lstStyle/>
          <a:p>
            <a:r>
              <a:rPr lang="en-US"/>
              <a:t>Breadth vs Depth</a:t>
            </a:r>
          </a:p>
          <a:p>
            <a:r>
              <a:rPr lang="en-US"/>
              <a:t>Example Use Cases</a:t>
            </a:r>
          </a:p>
          <a:p>
            <a:r>
              <a:rPr lang="en-US"/>
              <a:t>Project Difficulty</a:t>
            </a:r>
          </a:p>
          <a:p>
            <a:r>
              <a:rPr lang="en-US"/>
              <a:t>Using cloud trial version – hybrid + on premise VMs </a:t>
            </a:r>
          </a:p>
          <a:p>
            <a:r>
              <a:rPr lang="en-US"/>
              <a:t>Programming Language - Go</a:t>
            </a:r>
          </a:p>
        </p:txBody>
      </p:sp>
      <p:sp>
        <p:nvSpPr>
          <p:cNvPr id="4" name="Footer Placeholder 3">
            <a:extLst>
              <a:ext uri="{FF2B5EF4-FFF2-40B4-BE49-F238E27FC236}">
                <a16:creationId xmlns:a16="http://schemas.microsoft.com/office/drawing/2014/main" id="{1E6E9E7E-6C34-E541-8A83-E7EC5A39399F}"/>
              </a:ext>
            </a:extLst>
          </p:cNvPr>
          <p:cNvSpPr>
            <a:spLocks noGrp="1"/>
          </p:cNvSpPr>
          <p:nvPr>
            <p:ph type="ftr" sz="quarter" idx="11"/>
          </p:nvPr>
        </p:nvSpPr>
        <p:spPr/>
        <p:txBody>
          <a:bodyPr/>
          <a:lstStyle/>
          <a:p>
            <a:r>
              <a:rPr lang="en-US"/>
              <a:t>Prof. Tim Wood &amp; Prof. Roozbeh Haghnazar</a:t>
            </a:r>
          </a:p>
        </p:txBody>
      </p:sp>
    </p:spTree>
    <p:extLst>
      <p:ext uri="{BB962C8B-B14F-4D97-AF65-F5344CB8AC3E}">
        <p14:creationId xmlns:p14="http://schemas.microsoft.com/office/powerpoint/2010/main" val="3001577419"/>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827656-00E9-9142-B196-4BEE713CAD42}"/>
              </a:ext>
            </a:extLst>
          </p:cNvPr>
          <p:cNvSpPr>
            <a:spLocks noGrp="1"/>
          </p:cNvSpPr>
          <p:nvPr>
            <p:ph type="title"/>
          </p:nvPr>
        </p:nvSpPr>
        <p:spPr/>
        <p:txBody>
          <a:bodyPr>
            <a:normAutofit fontScale="90000"/>
          </a:bodyPr>
          <a:lstStyle/>
          <a:p>
            <a:r>
              <a:rPr lang="en-US"/>
              <a:t>This Week: Distributed Coordination</a:t>
            </a:r>
          </a:p>
        </p:txBody>
      </p:sp>
      <p:sp>
        <p:nvSpPr>
          <p:cNvPr id="3" name="Content Placeholder 2">
            <a:extLst>
              <a:ext uri="{FF2B5EF4-FFF2-40B4-BE49-F238E27FC236}">
                <a16:creationId xmlns:a16="http://schemas.microsoft.com/office/drawing/2014/main" id="{A1F13B4E-3CB5-3443-942A-B59A97EDA0EA}"/>
              </a:ext>
            </a:extLst>
          </p:cNvPr>
          <p:cNvSpPr>
            <a:spLocks noGrp="1"/>
          </p:cNvSpPr>
          <p:nvPr>
            <p:ph idx="1"/>
          </p:nvPr>
        </p:nvSpPr>
        <p:spPr/>
        <p:txBody>
          <a:bodyPr/>
          <a:lstStyle/>
          <a:p>
            <a:r>
              <a:rPr lang="en-US"/>
              <a:t>Distributed Locking</a:t>
            </a:r>
          </a:p>
          <a:p>
            <a:r>
              <a:rPr lang="en-US"/>
              <a:t>Consensus</a:t>
            </a:r>
          </a:p>
          <a:p>
            <a:r>
              <a:rPr lang="en-US"/>
              <a:t>Elections</a:t>
            </a:r>
          </a:p>
          <a:p>
            <a:r>
              <a:rPr lang="en-US"/>
              <a:t>State Machine Replication</a:t>
            </a:r>
          </a:p>
          <a:p>
            <a:r>
              <a:rPr lang="en-US"/>
              <a:t>Blockchain</a:t>
            </a:r>
          </a:p>
        </p:txBody>
      </p:sp>
      <p:sp>
        <p:nvSpPr>
          <p:cNvPr id="4" name="Footer Placeholder 3">
            <a:extLst>
              <a:ext uri="{FF2B5EF4-FFF2-40B4-BE49-F238E27FC236}">
                <a16:creationId xmlns:a16="http://schemas.microsoft.com/office/drawing/2014/main" id="{857A2446-6296-834D-B4A4-61F7036E0BFB}"/>
              </a:ext>
            </a:extLst>
          </p:cNvPr>
          <p:cNvSpPr>
            <a:spLocks noGrp="1"/>
          </p:cNvSpPr>
          <p:nvPr>
            <p:ph type="ftr" sz="quarter" idx="11"/>
          </p:nvPr>
        </p:nvSpPr>
        <p:spPr/>
        <p:txBody>
          <a:bodyPr/>
          <a:lstStyle/>
          <a:p>
            <a:r>
              <a:rPr lang="en-US"/>
              <a:t>Prof. Tim Wood &amp; Prof. Roozbeh Haghnazar</a:t>
            </a:r>
          </a:p>
        </p:txBody>
      </p:sp>
    </p:spTree>
    <p:extLst>
      <p:ext uri="{BB962C8B-B14F-4D97-AF65-F5344CB8AC3E}">
        <p14:creationId xmlns:p14="http://schemas.microsoft.com/office/powerpoint/2010/main" val="1351215068"/>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38F4B7-267C-F941-99A0-8EFFC7AFCAB1}"/>
              </a:ext>
            </a:extLst>
          </p:cNvPr>
          <p:cNvSpPr>
            <a:spLocks noGrp="1"/>
          </p:cNvSpPr>
          <p:nvPr>
            <p:ph type="title"/>
          </p:nvPr>
        </p:nvSpPr>
        <p:spPr/>
        <p:txBody>
          <a:bodyPr/>
          <a:lstStyle/>
          <a:p>
            <a:r>
              <a:rPr lang="en-US"/>
              <a:t>Why Lock?</a:t>
            </a:r>
          </a:p>
        </p:txBody>
      </p:sp>
      <p:sp>
        <p:nvSpPr>
          <p:cNvPr id="3" name="Content Placeholder 2">
            <a:extLst>
              <a:ext uri="{FF2B5EF4-FFF2-40B4-BE49-F238E27FC236}">
                <a16:creationId xmlns:a16="http://schemas.microsoft.com/office/drawing/2014/main" id="{1040E221-EF66-3945-A2E6-9A5EBDC67645}"/>
              </a:ext>
            </a:extLst>
          </p:cNvPr>
          <p:cNvSpPr>
            <a:spLocks noGrp="1"/>
          </p:cNvSpPr>
          <p:nvPr>
            <p:ph idx="1"/>
          </p:nvPr>
        </p:nvSpPr>
        <p:spPr>
          <a:xfrm>
            <a:off x="685800" y="2194560"/>
            <a:ext cx="4301297" cy="4024125"/>
          </a:xfrm>
        </p:spPr>
        <p:txBody>
          <a:bodyPr>
            <a:normAutofit/>
          </a:bodyPr>
          <a:lstStyle/>
          <a:p>
            <a:r>
              <a:rPr lang="en-US"/>
              <a:t>Locks let us protect a </a:t>
            </a:r>
            <a:r>
              <a:rPr lang="en-US" b="1"/>
              <a:t>shared</a:t>
            </a:r>
            <a:r>
              <a:rPr lang="en-US"/>
              <a:t> resource</a:t>
            </a:r>
          </a:p>
          <a:p>
            <a:pPr lvl="1"/>
            <a:r>
              <a:rPr lang="en-US"/>
              <a:t>A database, values in shared memory, files on a shared file system, throttle control on a drone, </a:t>
            </a:r>
            <a:r>
              <a:rPr lang="en-US" err="1"/>
              <a:t>etc</a:t>
            </a:r>
            <a:endParaRPr lang="en-US"/>
          </a:p>
          <a:p>
            <a:pPr lvl="1"/>
            <a:endParaRPr lang="en-US"/>
          </a:p>
          <a:p>
            <a:r>
              <a:rPr lang="en-US"/>
              <a:t>How to manage a lock in a distributed environment?</a:t>
            </a:r>
          </a:p>
          <a:p>
            <a:r>
              <a:rPr lang="en-US"/>
              <a:t>How do locks limit scalability?</a:t>
            </a:r>
          </a:p>
          <a:p>
            <a:endParaRPr lang="en-US"/>
          </a:p>
        </p:txBody>
      </p:sp>
      <p:sp>
        <p:nvSpPr>
          <p:cNvPr id="4" name="Footer Placeholder 3">
            <a:extLst>
              <a:ext uri="{FF2B5EF4-FFF2-40B4-BE49-F238E27FC236}">
                <a16:creationId xmlns:a16="http://schemas.microsoft.com/office/drawing/2014/main" id="{39313C47-259A-1340-BDFC-568395B7C0E3}"/>
              </a:ext>
            </a:extLst>
          </p:cNvPr>
          <p:cNvSpPr>
            <a:spLocks noGrp="1"/>
          </p:cNvSpPr>
          <p:nvPr>
            <p:ph type="ftr" sz="quarter" idx="11"/>
          </p:nvPr>
        </p:nvSpPr>
        <p:spPr/>
        <p:txBody>
          <a:bodyPr/>
          <a:lstStyle/>
          <a:p>
            <a:r>
              <a:rPr lang="en-US"/>
              <a:t>Prof. Tim Wood &amp; Prof. Roozbeh Haghnazar</a:t>
            </a:r>
          </a:p>
        </p:txBody>
      </p:sp>
      <p:grpSp>
        <p:nvGrpSpPr>
          <p:cNvPr id="5" name="Group 4">
            <a:extLst>
              <a:ext uri="{FF2B5EF4-FFF2-40B4-BE49-F238E27FC236}">
                <a16:creationId xmlns:a16="http://schemas.microsoft.com/office/drawing/2014/main" id="{C4664D93-1232-9249-A33F-8E7FD3EEED12}"/>
              </a:ext>
            </a:extLst>
          </p:cNvPr>
          <p:cNvGrpSpPr/>
          <p:nvPr/>
        </p:nvGrpSpPr>
        <p:grpSpPr>
          <a:xfrm>
            <a:off x="5253392" y="1922967"/>
            <a:ext cx="6805856" cy="4170660"/>
            <a:chOff x="5055272" y="1895139"/>
            <a:chExt cx="6805856" cy="4170660"/>
          </a:xfrm>
        </p:grpSpPr>
        <p:sp>
          <p:nvSpPr>
            <p:cNvPr id="6" name="TextBox 5">
              <a:extLst>
                <a:ext uri="{FF2B5EF4-FFF2-40B4-BE49-F238E27FC236}">
                  <a16:creationId xmlns:a16="http://schemas.microsoft.com/office/drawing/2014/main" id="{F02EA64C-BD90-5B4D-886B-B87B6A9E85E3}"/>
                </a:ext>
              </a:extLst>
            </p:cNvPr>
            <p:cNvSpPr txBox="1"/>
            <p:nvPr/>
          </p:nvSpPr>
          <p:spPr>
            <a:xfrm>
              <a:off x="5055272" y="1895139"/>
              <a:ext cx="1636295" cy="584775"/>
            </a:xfrm>
            <a:prstGeom prst="rect">
              <a:avLst/>
            </a:prstGeom>
            <a:noFill/>
          </p:spPr>
          <p:txBody>
            <a:bodyPr wrap="square" rtlCol="0">
              <a:spAutoFit/>
            </a:bodyPr>
            <a:lstStyle/>
            <a:p>
              <a:pPr algn="ctr"/>
              <a:r>
                <a:rPr lang="en-US" sz="1600" b="1" u="sng"/>
                <a:t>Exec. Process1</a:t>
              </a:r>
            </a:p>
          </p:txBody>
        </p:sp>
        <p:pic>
          <p:nvPicPr>
            <p:cNvPr id="7" name="Picture 6" descr="A desktop computer monitor sitting on top of a desk&#10;&#10;Description automatically generated">
              <a:extLst>
                <a:ext uri="{FF2B5EF4-FFF2-40B4-BE49-F238E27FC236}">
                  <a16:creationId xmlns:a16="http://schemas.microsoft.com/office/drawing/2014/main" id="{F5435762-2C2F-1040-8921-3EE71B66161F}"/>
                </a:ext>
              </a:extLst>
            </p:cNvPr>
            <p:cNvPicPr>
              <a:picLocks noChangeAspect="1"/>
            </p:cNvPicPr>
            <p:nvPr/>
          </p:nvPicPr>
          <p:blipFill>
            <a:blip r:embed="rId2"/>
            <a:stretch>
              <a:fillRect/>
            </a:stretch>
          </p:blipFill>
          <p:spPr>
            <a:xfrm>
              <a:off x="5475151" y="2441107"/>
              <a:ext cx="903186" cy="657705"/>
            </a:xfrm>
            <a:prstGeom prst="rect">
              <a:avLst/>
            </a:prstGeom>
          </p:spPr>
        </p:pic>
        <p:sp>
          <p:nvSpPr>
            <p:cNvPr id="8" name="Flowchart: Magnetic Disk 4">
              <a:extLst>
                <a:ext uri="{FF2B5EF4-FFF2-40B4-BE49-F238E27FC236}">
                  <a16:creationId xmlns:a16="http://schemas.microsoft.com/office/drawing/2014/main" id="{622EC5E7-DFDE-F14F-BE9A-C4D6D0EF6332}"/>
                </a:ext>
              </a:extLst>
            </p:cNvPr>
            <p:cNvSpPr/>
            <p:nvPr/>
          </p:nvSpPr>
          <p:spPr>
            <a:xfrm>
              <a:off x="7806493" y="2405189"/>
              <a:ext cx="1163053" cy="662029"/>
            </a:xfrm>
            <a:prstGeom prst="flowChartMagneticDisk">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US" sz="1400"/>
                <a:t>$500</a:t>
              </a:r>
            </a:p>
          </p:txBody>
        </p:sp>
        <p:sp>
          <p:nvSpPr>
            <p:cNvPr id="9" name="TextBox 8">
              <a:extLst>
                <a:ext uri="{FF2B5EF4-FFF2-40B4-BE49-F238E27FC236}">
                  <a16:creationId xmlns:a16="http://schemas.microsoft.com/office/drawing/2014/main" id="{FF3D3179-3154-9646-87C6-DC715CECFF2E}"/>
                </a:ext>
              </a:extLst>
            </p:cNvPr>
            <p:cNvSpPr txBox="1"/>
            <p:nvPr/>
          </p:nvSpPr>
          <p:spPr>
            <a:xfrm>
              <a:off x="7722269" y="1906122"/>
              <a:ext cx="1267326" cy="338554"/>
            </a:xfrm>
            <a:prstGeom prst="rect">
              <a:avLst/>
            </a:prstGeom>
            <a:noFill/>
          </p:spPr>
          <p:txBody>
            <a:bodyPr wrap="square" rtlCol="0">
              <a:spAutoFit/>
            </a:bodyPr>
            <a:lstStyle/>
            <a:p>
              <a:pPr algn="ctr"/>
              <a:r>
                <a:rPr lang="en-US" sz="1600" b="1" u="sng"/>
                <a:t>Database</a:t>
              </a:r>
            </a:p>
          </p:txBody>
        </p:sp>
        <p:sp>
          <p:nvSpPr>
            <p:cNvPr id="10" name="TextBox 9">
              <a:extLst>
                <a:ext uri="{FF2B5EF4-FFF2-40B4-BE49-F238E27FC236}">
                  <a16:creationId xmlns:a16="http://schemas.microsoft.com/office/drawing/2014/main" id="{71DD0637-F060-1E43-8D8D-5CB34E46F81A}"/>
                </a:ext>
              </a:extLst>
            </p:cNvPr>
            <p:cNvSpPr txBox="1"/>
            <p:nvPr/>
          </p:nvSpPr>
          <p:spPr>
            <a:xfrm>
              <a:off x="10028324" y="1906122"/>
              <a:ext cx="1636295" cy="324566"/>
            </a:xfrm>
            <a:prstGeom prst="rect">
              <a:avLst/>
            </a:prstGeom>
            <a:noFill/>
          </p:spPr>
          <p:txBody>
            <a:bodyPr wrap="square" rtlCol="0">
              <a:spAutoFit/>
            </a:bodyPr>
            <a:lstStyle/>
            <a:p>
              <a:pPr algn="ctr"/>
              <a:r>
                <a:rPr lang="en-US" sz="1600" b="1" u="sng"/>
                <a:t>Exec. Process2</a:t>
              </a:r>
            </a:p>
          </p:txBody>
        </p:sp>
        <p:sp>
          <p:nvSpPr>
            <p:cNvPr id="11" name="TextBox 10">
              <a:extLst>
                <a:ext uri="{FF2B5EF4-FFF2-40B4-BE49-F238E27FC236}">
                  <a16:creationId xmlns:a16="http://schemas.microsoft.com/office/drawing/2014/main" id="{1CB68F29-DD6B-C84B-85B2-D18F93F3F2CC}"/>
                </a:ext>
              </a:extLst>
            </p:cNvPr>
            <p:cNvSpPr txBox="1"/>
            <p:nvPr/>
          </p:nvSpPr>
          <p:spPr>
            <a:xfrm>
              <a:off x="5055272" y="3386792"/>
              <a:ext cx="1636295" cy="324566"/>
            </a:xfrm>
            <a:prstGeom prst="rect">
              <a:avLst/>
            </a:prstGeom>
            <a:noFill/>
          </p:spPr>
          <p:txBody>
            <a:bodyPr wrap="square" rtlCol="0">
              <a:spAutoFit/>
            </a:bodyPr>
            <a:lstStyle/>
            <a:p>
              <a:pPr algn="ctr"/>
              <a:r>
                <a:rPr lang="en-US" sz="1600"/>
                <a:t>READ balance</a:t>
              </a:r>
            </a:p>
          </p:txBody>
        </p:sp>
        <p:sp>
          <p:nvSpPr>
            <p:cNvPr id="12" name="TextBox 11">
              <a:extLst>
                <a:ext uri="{FF2B5EF4-FFF2-40B4-BE49-F238E27FC236}">
                  <a16:creationId xmlns:a16="http://schemas.microsoft.com/office/drawing/2014/main" id="{13C8D9C9-50E3-0940-B264-C8A406614FEF}"/>
                </a:ext>
              </a:extLst>
            </p:cNvPr>
            <p:cNvSpPr txBox="1"/>
            <p:nvPr/>
          </p:nvSpPr>
          <p:spPr>
            <a:xfrm>
              <a:off x="10224833" y="3381800"/>
              <a:ext cx="1636295" cy="324566"/>
            </a:xfrm>
            <a:prstGeom prst="rect">
              <a:avLst/>
            </a:prstGeom>
            <a:noFill/>
          </p:spPr>
          <p:txBody>
            <a:bodyPr wrap="square" rtlCol="0">
              <a:spAutoFit/>
            </a:bodyPr>
            <a:lstStyle/>
            <a:p>
              <a:pPr algn="ctr"/>
              <a:r>
                <a:rPr lang="en-US" sz="1600"/>
                <a:t>READ balance</a:t>
              </a:r>
            </a:p>
          </p:txBody>
        </p:sp>
        <p:sp>
          <p:nvSpPr>
            <p:cNvPr id="13" name="TextBox 12">
              <a:extLst>
                <a:ext uri="{FF2B5EF4-FFF2-40B4-BE49-F238E27FC236}">
                  <a16:creationId xmlns:a16="http://schemas.microsoft.com/office/drawing/2014/main" id="{16399620-02AF-9340-931F-93453B550490}"/>
                </a:ext>
              </a:extLst>
            </p:cNvPr>
            <p:cNvSpPr txBox="1"/>
            <p:nvPr/>
          </p:nvSpPr>
          <p:spPr>
            <a:xfrm>
              <a:off x="6611355" y="3386792"/>
              <a:ext cx="1034716" cy="324566"/>
            </a:xfrm>
            <a:prstGeom prst="rect">
              <a:avLst/>
            </a:prstGeom>
          </p:spPr>
          <p:style>
            <a:lnRef idx="1">
              <a:schemeClr val="accent5"/>
            </a:lnRef>
            <a:fillRef idx="2">
              <a:schemeClr val="accent5"/>
            </a:fillRef>
            <a:effectRef idx="1">
              <a:schemeClr val="accent5"/>
            </a:effectRef>
            <a:fontRef idx="minor">
              <a:schemeClr val="dk1"/>
            </a:fontRef>
          </p:style>
          <p:txBody>
            <a:bodyPr wrap="square" rtlCol="0">
              <a:spAutoFit/>
            </a:bodyPr>
            <a:lstStyle/>
            <a:p>
              <a:pPr algn="ctr"/>
              <a:r>
                <a:rPr lang="en-US" sz="1600">
                  <a:solidFill>
                    <a:srgbClr val="FF0000"/>
                  </a:solidFill>
                </a:rPr>
                <a:t>$500</a:t>
              </a:r>
            </a:p>
          </p:txBody>
        </p:sp>
        <p:sp>
          <p:nvSpPr>
            <p:cNvPr id="14" name="TextBox 13">
              <a:extLst>
                <a:ext uri="{FF2B5EF4-FFF2-40B4-BE49-F238E27FC236}">
                  <a16:creationId xmlns:a16="http://schemas.microsoft.com/office/drawing/2014/main" id="{8A64BD00-95AD-6240-8657-4972D0FE3250}"/>
                </a:ext>
              </a:extLst>
            </p:cNvPr>
            <p:cNvSpPr txBox="1"/>
            <p:nvPr/>
          </p:nvSpPr>
          <p:spPr>
            <a:xfrm>
              <a:off x="9202154" y="3381800"/>
              <a:ext cx="1034716" cy="324566"/>
            </a:xfrm>
            <a:prstGeom prst="rect">
              <a:avLst/>
            </a:prstGeom>
          </p:spPr>
          <p:style>
            <a:lnRef idx="1">
              <a:schemeClr val="accent5"/>
            </a:lnRef>
            <a:fillRef idx="2">
              <a:schemeClr val="accent5"/>
            </a:fillRef>
            <a:effectRef idx="1">
              <a:schemeClr val="accent5"/>
            </a:effectRef>
            <a:fontRef idx="minor">
              <a:schemeClr val="dk1"/>
            </a:fontRef>
          </p:style>
          <p:txBody>
            <a:bodyPr wrap="square" rtlCol="0">
              <a:spAutoFit/>
            </a:bodyPr>
            <a:lstStyle/>
            <a:p>
              <a:pPr algn="ctr"/>
              <a:r>
                <a:rPr lang="en-US" sz="1600">
                  <a:solidFill>
                    <a:srgbClr val="FF0000"/>
                  </a:solidFill>
                </a:rPr>
                <a:t>$500</a:t>
              </a:r>
            </a:p>
          </p:txBody>
        </p:sp>
        <p:cxnSp>
          <p:nvCxnSpPr>
            <p:cNvPr id="15" name="Straight Arrow Connector 14">
              <a:extLst>
                <a:ext uri="{FF2B5EF4-FFF2-40B4-BE49-F238E27FC236}">
                  <a16:creationId xmlns:a16="http://schemas.microsoft.com/office/drawing/2014/main" id="{F3BCF445-27D9-AB43-AC79-38E6F6D41BAC}"/>
                </a:ext>
              </a:extLst>
            </p:cNvPr>
            <p:cNvCxnSpPr>
              <a:stCxn id="8" idx="2"/>
            </p:cNvCxnSpPr>
            <p:nvPr/>
          </p:nvCxnSpPr>
          <p:spPr>
            <a:xfrm flipH="1">
              <a:off x="7128714" y="2736204"/>
              <a:ext cx="677779" cy="650588"/>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6" name="Straight Arrow Connector 15">
              <a:extLst>
                <a:ext uri="{FF2B5EF4-FFF2-40B4-BE49-F238E27FC236}">
                  <a16:creationId xmlns:a16="http://schemas.microsoft.com/office/drawing/2014/main" id="{5C426DF2-60C2-6544-B784-CC5E02FFFCFB}"/>
                </a:ext>
              </a:extLst>
            </p:cNvPr>
            <p:cNvCxnSpPr>
              <a:stCxn id="8" idx="4"/>
              <a:endCxn id="14" idx="0"/>
            </p:cNvCxnSpPr>
            <p:nvPr/>
          </p:nvCxnSpPr>
          <p:spPr>
            <a:xfrm>
              <a:off x="8969546" y="2736204"/>
              <a:ext cx="749966" cy="645596"/>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7" name="TextBox 16">
              <a:extLst>
                <a:ext uri="{FF2B5EF4-FFF2-40B4-BE49-F238E27FC236}">
                  <a16:creationId xmlns:a16="http://schemas.microsoft.com/office/drawing/2014/main" id="{D686FA09-8F5C-C645-8F2A-78AF6E934E56}"/>
                </a:ext>
              </a:extLst>
            </p:cNvPr>
            <p:cNvSpPr txBox="1"/>
            <p:nvPr/>
          </p:nvSpPr>
          <p:spPr>
            <a:xfrm>
              <a:off x="5055272" y="4037381"/>
              <a:ext cx="1636295" cy="324566"/>
            </a:xfrm>
            <a:prstGeom prst="rect">
              <a:avLst/>
            </a:prstGeom>
            <a:noFill/>
          </p:spPr>
          <p:txBody>
            <a:bodyPr wrap="square" rtlCol="0">
              <a:spAutoFit/>
            </a:bodyPr>
            <a:lstStyle/>
            <a:p>
              <a:pPr algn="ctr"/>
              <a:r>
                <a:rPr lang="en-US" sz="1600"/>
                <a:t>Add $100</a:t>
              </a:r>
            </a:p>
          </p:txBody>
        </p:sp>
        <p:sp>
          <p:nvSpPr>
            <p:cNvPr id="18" name="TextBox 17">
              <a:extLst>
                <a:ext uri="{FF2B5EF4-FFF2-40B4-BE49-F238E27FC236}">
                  <a16:creationId xmlns:a16="http://schemas.microsoft.com/office/drawing/2014/main" id="{491AD478-0215-8342-A884-E5AA1433FFC7}"/>
                </a:ext>
              </a:extLst>
            </p:cNvPr>
            <p:cNvSpPr txBox="1"/>
            <p:nvPr/>
          </p:nvSpPr>
          <p:spPr>
            <a:xfrm>
              <a:off x="10028324" y="4037381"/>
              <a:ext cx="1636295" cy="324566"/>
            </a:xfrm>
            <a:prstGeom prst="rect">
              <a:avLst/>
            </a:prstGeom>
            <a:noFill/>
          </p:spPr>
          <p:txBody>
            <a:bodyPr wrap="square" rtlCol="0">
              <a:spAutoFit/>
            </a:bodyPr>
            <a:lstStyle/>
            <a:p>
              <a:pPr algn="ctr"/>
              <a:r>
                <a:rPr lang="en-US" sz="1600"/>
                <a:t>Add $200</a:t>
              </a:r>
            </a:p>
          </p:txBody>
        </p:sp>
        <p:sp>
          <p:nvSpPr>
            <p:cNvPr id="19" name="TextBox 18">
              <a:extLst>
                <a:ext uri="{FF2B5EF4-FFF2-40B4-BE49-F238E27FC236}">
                  <a16:creationId xmlns:a16="http://schemas.microsoft.com/office/drawing/2014/main" id="{949CCEE2-CB70-3149-B8C9-5C87D70A721C}"/>
                </a:ext>
              </a:extLst>
            </p:cNvPr>
            <p:cNvSpPr txBox="1"/>
            <p:nvPr/>
          </p:nvSpPr>
          <p:spPr>
            <a:xfrm>
              <a:off x="6601329" y="4037381"/>
              <a:ext cx="1034716" cy="324566"/>
            </a:xfrm>
            <a:prstGeom prst="rect">
              <a:avLst/>
            </a:prstGeom>
          </p:spPr>
          <p:style>
            <a:lnRef idx="1">
              <a:schemeClr val="accent5"/>
            </a:lnRef>
            <a:fillRef idx="2">
              <a:schemeClr val="accent5"/>
            </a:fillRef>
            <a:effectRef idx="1">
              <a:schemeClr val="accent5"/>
            </a:effectRef>
            <a:fontRef idx="minor">
              <a:schemeClr val="dk1"/>
            </a:fontRef>
          </p:style>
          <p:txBody>
            <a:bodyPr wrap="square" rtlCol="0">
              <a:spAutoFit/>
            </a:bodyPr>
            <a:lstStyle/>
            <a:p>
              <a:pPr algn="ctr"/>
              <a:r>
                <a:rPr lang="en-US" sz="1600">
                  <a:solidFill>
                    <a:srgbClr val="FF0000"/>
                  </a:solidFill>
                </a:rPr>
                <a:t>$600</a:t>
              </a:r>
            </a:p>
          </p:txBody>
        </p:sp>
        <p:sp>
          <p:nvSpPr>
            <p:cNvPr id="20" name="TextBox 19">
              <a:extLst>
                <a:ext uri="{FF2B5EF4-FFF2-40B4-BE49-F238E27FC236}">
                  <a16:creationId xmlns:a16="http://schemas.microsoft.com/office/drawing/2014/main" id="{8A78A58B-4289-254E-94A3-2A36CE546B3C}"/>
                </a:ext>
              </a:extLst>
            </p:cNvPr>
            <p:cNvSpPr txBox="1"/>
            <p:nvPr/>
          </p:nvSpPr>
          <p:spPr>
            <a:xfrm>
              <a:off x="9202154" y="4037381"/>
              <a:ext cx="1034716" cy="324566"/>
            </a:xfrm>
            <a:prstGeom prst="rect">
              <a:avLst/>
            </a:prstGeom>
          </p:spPr>
          <p:style>
            <a:lnRef idx="1">
              <a:schemeClr val="accent5"/>
            </a:lnRef>
            <a:fillRef idx="2">
              <a:schemeClr val="accent5"/>
            </a:fillRef>
            <a:effectRef idx="1">
              <a:schemeClr val="accent5"/>
            </a:effectRef>
            <a:fontRef idx="minor">
              <a:schemeClr val="dk1"/>
            </a:fontRef>
          </p:style>
          <p:txBody>
            <a:bodyPr wrap="square" rtlCol="0">
              <a:spAutoFit/>
            </a:bodyPr>
            <a:lstStyle/>
            <a:p>
              <a:pPr algn="ctr"/>
              <a:r>
                <a:rPr lang="en-US" sz="1600">
                  <a:solidFill>
                    <a:srgbClr val="FF0000"/>
                  </a:solidFill>
                </a:rPr>
                <a:t>$700</a:t>
              </a:r>
            </a:p>
          </p:txBody>
        </p:sp>
        <p:sp>
          <p:nvSpPr>
            <p:cNvPr id="21" name="Flowchart: Magnetic Disk 31">
              <a:extLst>
                <a:ext uri="{FF2B5EF4-FFF2-40B4-BE49-F238E27FC236}">
                  <a16:creationId xmlns:a16="http://schemas.microsoft.com/office/drawing/2014/main" id="{9059616F-DD56-5748-BC45-C180C387F81E}"/>
                </a:ext>
              </a:extLst>
            </p:cNvPr>
            <p:cNvSpPr/>
            <p:nvPr/>
          </p:nvSpPr>
          <p:spPr>
            <a:xfrm>
              <a:off x="7806493" y="4660868"/>
              <a:ext cx="1163053" cy="662029"/>
            </a:xfrm>
            <a:prstGeom prst="flowChartMagneticDisk">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US" sz="1400"/>
                <a:t>$600</a:t>
              </a:r>
            </a:p>
          </p:txBody>
        </p:sp>
        <p:sp>
          <p:nvSpPr>
            <p:cNvPr id="22" name="Flowchart: Magnetic Disk 33">
              <a:extLst>
                <a:ext uri="{FF2B5EF4-FFF2-40B4-BE49-F238E27FC236}">
                  <a16:creationId xmlns:a16="http://schemas.microsoft.com/office/drawing/2014/main" id="{161DA71E-9BE6-8E44-A761-69E6CD20223D}"/>
                </a:ext>
              </a:extLst>
            </p:cNvPr>
            <p:cNvSpPr/>
            <p:nvPr/>
          </p:nvSpPr>
          <p:spPr>
            <a:xfrm>
              <a:off x="7806492" y="5403770"/>
              <a:ext cx="1163053" cy="662029"/>
            </a:xfrm>
            <a:prstGeom prst="flowChartMagneticDisk">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US" sz="1400"/>
                <a:t>$700</a:t>
              </a:r>
            </a:p>
          </p:txBody>
        </p:sp>
        <p:cxnSp>
          <p:nvCxnSpPr>
            <p:cNvPr id="23" name="Straight Arrow Connector 22">
              <a:extLst>
                <a:ext uri="{FF2B5EF4-FFF2-40B4-BE49-F238E27FC236}">
                  <a16:creationId xmlns:a16="http://schemas.microsoft.com/office/drawing/2014/main" id="{CF3E46BE-0347-E94E-A7E3-2B08E46CB103}"/>
                </a:ext>
              </a:extLst>
            </p:cNvPr>
            <p:cNvCxnSpPr>
              <a:stCxn id="13" idx="2"/>
            </p:cNvCxnSpPr>
            <p:nvPr/>
          </p:nvCxnSpPr>
          <p:spPr>
            <a:xfrm>
              <a:off x="7128714" y="3711358"/>
              <a:ext cx="0" cy="32602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4" name="Straight Arrow Connector 23">
              <a:extLst>
                <a:ext uri="{FF2B5EF4-FFF2-40B4-BE49-F238E27FC236}">
                  <a16:creationId xmlns:a16="http://schemas.microsoft.com/office/drawing/2014/main" id="{BE1C836B-F2B7-B44A-B6CC-91DDD8180C17}"/>
                </a:ext>
              </a:extLst>
            </p:cNvPr>
            <p:cNvCxnSpPr>
              <a:stCxn id="19" idx="2"/>
              <a:endCxn id="21" idx="2"/>
            </p:cNvCxnSpPr>
            <p:nvPr/>
          </p:nvCxnSpPr>
          <p:spPr>
            <a:xfrm>
              <a:off x="7118687" y="4361947"/>
              <a:ext cx="687807" cy="629936"/>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5" name="Straight Arrow Connector 24">
              <a:extLst>
                <a:ext uri="{FF2B5EF4-FFF2-40B4-BE49-F238E27FC236}">
                  <a16:creationId xmlns:a16="http://schemas.microsoft.com/office/drawing/2014/main" id="{74FF96EA-C17E-3245-AB28-E3BDEF4ACC1F}"/>
                </a:ext>
              </a:extLst>
            </p:cNvPr>
            <p:cNvCxnSpPr>
              <a:stCxn id="14" idx="2"/>
              <a:endCxn id="20" idx="0"/>
            </p:cNvCxnSpPr>
            <p:nvPr/>
          </p:nvCxnSpPr>
          <p:spPr>
            <a:xfrm>
              <a:off x="9719512" y="3706366"/>
              <a:ext cx="0" cy="33101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6" name="Straight Arrow Connector 25">
              <a:extLst>
                <a:ext uri="{FF2B5EF4-FFF2-40B4-BE49-F238E27FC236}">
                  <a16:creationId xmlns:a16="http://schemas.microsoft.com/office/drawing/2014/main" id="{DA6AB8A7-163E-5346-8F52-D879CE3CC41A}"/>
                </a:ext>
              </a:extLst>
            </p:cNvPr>
            <p:cNvCxnSpPr>
              <a:stCxn id="20" idx="2"/>
              <a:endCxn id="22" idx="4"/>
            </p:cNvCxnSpPr>
            <p:nvPr/>
          </p:nvCxnSpPr>
          <p:spPr>
            <a:xfrm flipH="1">
              <a:off x="8969545" y="4361947"/>
              <a:ext cx="749967" cy="1372838"/>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pic>
          <p:nvPicPr>
            <p:cNvPr id="27" name="Picture 26" descr="A desktop computer monitor sitting on top of a desk&#10;&#10;Description automatically generated">
              <a:extLst>
                <a:ext uri="{FF2B5EF4-FFF2-40B4-BE49-F238E27FC236}">
                  <a16:creationId xmlns:a16="http://schemas.microsoft.com/office/drawing/2014/main" id="{40721AE2-A5B8-7E4B-B127-31302BB04C25}"/>
                </a:ext>
              </a:extLst>
            </p:cNvPr>
            <p:cNvPicPr>
              <a:picLocks noChangeAspect="1"/>
            </p:cNvPicPr>
            <p:nvPr/>
          </p:nvPicPr>
          <p:blipFill>
            <a:blip r:embed="rId2"/>
            <a:stretch>
              <a:fillRect/>
            </a:stretch>
          </p:blipFill>
          <p:spPr>
            <a:xfrm>
              <a:off x="10430972" y="2443415"/>
              <a:ext cx="903186" cy="657705"/>
            </a:xfrm>
            <a:prstGeom prst="rect">
              <a:avLst/>
            </a:prstGeom>
          </p:spPr>
        </p:pic>
      </p:grpSp>
    </p:spTree>
    <p:extLst>
      <p:ext uri="{BB962C8B-B14F-4D97-AF65-F5344CB8AC3E}">
        <p14:creationId xmlns:p14="http://schemas.microsoft.com/office/powerpoint/2010/main" val="3409565062"/>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A8F0E9-3FF2-4555-9C5A-44CC2D163D9B}"/>
              </a:ext>
            </a:extLst>
          </p:cNvPr>
          <p:cNvSpPr>
            <a:spLocks noGrp="1"/>
          </p:cNvSpPr>
          <p:nvPr>
            <p:ph type="title"/>
          </p:nvPr>
        </p:nvSpPr>
        <p:spPr/>
        <p:txBody>
          <a:bodyPr/>
          <a:lstStyle/>
          <a:p>
            <a:r>
              <a:rPr lang="en-US"/>
              <a:t>Centralized Approach</a:t>
            </a:r>
          </a:p>
        </p:txBody>
      </p:sp>
      <p:sp>
        <p:nvSpPr>
          <p:cNvPr id="3" name="Content Placeholder 2">
            <a:extLst>
              <a:ext uri="{FF2B5EF4-FFF2-40B4-BE49-F238E27FC236}">
                <a16:creationId xmlns:a16="http://schemas.microsoft.com/office/drawing/2014/main" id="{EC842D3C-1482-4F63-A1C3-341196421BE5}"/>
              </a:ext>
            </a:extLst>
          </p:cNvPr>
          <p:cNvSpPr>
            <a:spLocks noGrp="1"/>
          </p:cNvSpPr>
          <p:nvPr>
            <p:ph idx="1"/>
          </p:nvPr>
        </p:nvSpPr>
        <p:spPr/>
        <p:txBody>
          <a:bodyPr/>
          <a:lstStyle/>
          <a:p>
            <a:r>
              <a:rPr lang="en-US"/>
              <a:t>Simplest approach: put one node in charge</a:t>
            </a:r>
          </a:p>
          <a:p>
            <a:r>
              <a:rPr lang="en-US"/>
              <a:t>Other nodes ask coordinator for each lock</a:t>
            </a:r>
          </a:p>
          <a:p>
            <a:pPr lvl="1"/>
            <a:r>
              <a:rPr lang="en-US"/>
              <a:t>Block until they are granted the lock</a:t>
            </a:r>
          </a:p>
          <a:p>
            <a:pPr lvl="1"/>
            <a:r>
              <a:rPr lang="en-US"/>
              <a:t>Send release message when done</a:t>
            </a:r>
          </a:p>
          <a:p>
            <a:r>
              <a:rPr lang="en-US"/>
              <a:t>Coordinator can decide</a:t>
            </a:r>
            <a:br>
              <a:rPr lang="en-US"/>
            </a:br>
            <a:r>
              <a:rPr lang="en-US"/>
              <a:t>what order to grant lock</a:t>
            </a:r>
          </a:p>
          <a:p>
            <a:r>
              <a:rPr lang="en-US"/>
              <a:t>Do we get:</a:t>
            </a:r>
          </a:p>
          <a:p>
            <a:pPr lvl="1"/>
            <a:r>
              <a:rPr lang="en-US"/>
              <a:t>Mutual exclusion?</a:t>
            </a:r>
          </a:p>
          <a:p>
            <a:pPr lvl="1"/>
            <a:r>
              <a:rPr lang="en-US"/>
              <a:t>Progress?</a:t>
            </a:r>
          </a:p>
          <a:p>
            <a:pPr lvl="1"/>
            <a:r>
              <a:rPr lang="en-US"/>
              <a:t>Resilience to failures?</a:t>
            </a:r>
          </a:p>
          <a:p>
            <a:pPr lvl="1"/>
            <a:r>
              <a:rPr lang="en-US"/>
              <a:t>Balanced load?</a:t>
            </a:r>
          </a:p>
        </p:txBody>
      </p:sp>
      <p:sp>
        <p:nvSpPr>
          <p:cNvPr id="4" name="Footer Placeholder 3">
            <a:extLst>
              <a:ext uri="{FF2B5EF4-FFF2-40B4-BE49-F238E27FC236}">
                <a16:creationId xmlns:a16="http://schemas.microsoft.com/office/drawing/2014/main" id="{852AE781-1AE6-47AE-974B-05B8428FB5E8}"/>
              </a:ext>
            </a:extLst>
          </p:cNvPr>
          <p:cNvSpPr>
            <a:spLocks noGrp="1"/>
          </p:cNvSpPr>
          <p:nvPr>
            <p:ph type="ftr" sz="quarter" idx="11"/>
          </p:nvPr>
        </p:nvSpPr>
        <p:spPr/>
        <p:txBody>
          <a:bodyPr/>
          <a:lstStyle/>
          <a:p>
            <a:r>
              <a:rPr lang="en-US"/>
              <a:t>Prof. Tim Wood &amp; Prof. Roozbeh Haghnazar</a:t>
            </a:r>
          </a:p>
        </p:txBody>
      </p:sp>
      <p:grpSp>
        <p:nvGrpSpPr>
          <p:cNvPr id="19" name="Group 18">
            <a:extLst>
              <a:ext uri="{FF2B5EF4-FFF2-40B4-BE49-F238E27FC236}">
                <a16:creationId xmlns:a16="http://schemas.microsoft.com/office/drawing/2014/main" id="{8CE75F2E-ED15-409A-8F53-7F9EF0936826}"/>
              </a:ext>
            </a:extLst>
          </p:cNvPr>
          <p:cNvGrpSpPr/>
          <p:nvPr/>
        </p:nvGrpSpPr>
        <p:grpSpPr>
          <a:xfrm>
            <a:off x="6404981" y="887712"/>
            <a:ext cx="4967165" cy="5468177"/>
            <a:chOff x="6637610" y="1990682"/>
            <a:chExt cx="6354490" cy="6995435"/>
          </a:xfrm>
        </p:grpSpPr>
        <p:sp>
          <p:nvSpPr>
            <p:cNvPr id="20" name="C">
              <a:extLst>
                <a:ext uri="{FF2B5EF4-FFF2-40B4-BE49-F238E27FC236}">
                  <a16:creationId xmlns:a16="http://schemas.microsoft.com/office/drawing/2014/main" id="{DA1A353E-923A-40ED-99E4-FC380DB47365}"/>
                </a:ext>
              </a:extLst>
            </p:cNvPr>
            <p:cNvSpPr/>
            <p:nvPr/>
          </p:nvSpPr>
          <p:spPr>
            <a:xfrm>
              <a:off x="11112500" y="7099300"/>
              <a:ext cx="1270000" cy="1270000"/>
            </a:xfrm>
            <a:prstGeom prst="ellipse">
              <a:avLst/>
            </a:prstGeom>
            <a:solidFill>
              <a:srgbClr val="D4E3FE"/>
            </a:solidFill>
            <a:ln w="25400">
              <a:solidFill>
                <a:srgbClr val="000000"/>
              </a:solidFill>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chor="ctr"/>
            <a:lstStyle>
              <a:lvl1pPr>
                <a:defRPr sz="3600" b="1">
                  <a:latin typeface="Courier"/>
                  <a:ea typeface="Courier"/>
                  <a:cs typeface="Courier"/>
                  <a:sym typeface="Courier"/>
                </a:defRPr>
              </a:lvl1pPr>
            </a:lstStyle>
            <a:p>
              <a:pPr marL="0" marR="0" lvl="0" indent="0" algn="ctr" defTabSz="584200" eaLnBrk="1" fontAlgn="auto" latinLnBrk="0" hangingPunct="0">
                <a:lnSpc>
                  <a:spcPct val="100000"/>
                </a:lnSpc>
                <a:spcBef>
                  <a:spcPts val="0"/>
                </a:spcBef>
                <a:spcAft>
                  <a:spcPts val="0"/>
                </a:spcAft>
                <a:buClrTx/>
                <a:buSzTx/>
                <a:buFontTx/>
                <a:buNone/>
                <a:tabLst/>
                <a:defRPr/>
              </a:pPr>
              <a:r>
                <a:rPr kumimoji="0" sz="1800" b="1" i="0" u="none" strike="noStrike" kern="0" cap="none" spc="0" normalizeH="0" baseline="0" noProof="0">
                  <a:ln>
                    <a:noFill/>
                  </a:ln>
                  <a:solidFill>
                    <a:srgbClr val="000000"/>
                  </a:solidFill>
                  <a:effectLst/>
                  <a:uLnTx/>
                  <a:uFillTx/>
                  <a:latin typeface="Courier"/>
                  <a:sym typeface="Courier"/>
                </a:rPr>
                <a:t>C</a:t>
              </a:r>
            </a:p>
          </p:txBody>
        </p:sp>
        <p:sp>
          <p:nvSpPr>
            <p:cNvPr id="21" name="A">
              <a:extLst>
                <a:ext uri="{FF2B5EF4-FFF2-40B4-BE49-F238E27FC236}">
                  <a16:creationId xmlns:a16="http://schemas.microsoft.com/office/drawing/2014/main" id="{A938A705-B7FF-442D-AB1A-C69B0143E17B}"/>
                </a:ext>
              </a:extLst>
            </p:cNvPr>
            <p:cNvSpPr/>
            <p:nvPr/>
          </p:nvSpPr>
          <p:spPr>
            <a:xfrm>
              <a:off x="8813800" y="4140200"/>
              <a:ext cx="1270000" cy="1270000"/>
            </a:xfrm>
            <a:prstGeom prst="ellipse">
              <a:avLst/>
            </a:prstGeom>
            <a:solidFill>
              <a:srgbClr val="96D35F"/>
            </a:solidFill>
            <a:ln w="25400">
              <a:solidFill>
                <a:srgbClr val="000000"/>
              </a:solidFill>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chor="ctr"/>
            <a:lstStyle>
              <a:lvl1pPr>
                <a:defRPr sz="3600" b="1">
                  <a:solidFill>
                    <a:srgbClr val="FFFFFF"/>
                  </a:solidFill>
                  <a:latin typeface="Courier"/>
                  <a:ea typeface="Courier"/>
                  <a:cs typeface="Courier"/>
                  <a:sym typeface="Courier"/>
                </a:defRPr>
              </a:lvl1pPr>
            </a:lstStyle>
            <a:p>
              <a:pPr marL="0" marR="0" lvl="0" indent="0" algn="ctr" defTabSz="584200" eaLnBrk="1" fontAlgn="auto" latinLnBrk="0" hangingPunct="0">
                <a:lnSpc>
                  <a:spcPct val="100000"/>
                </a:lnSpc>
                <a:spcBef>
                  <a:spcPts val="0"/>
                </a:spcBef>
                <a:spcAft>
                  <a:spcPts val="0"/>
                </a:spcAft>
                <a:buClrTx/>
                <a:buSzTx/>
                <a:buFontTx/>
                <a:buNone/>
                <a:tabLst/>
                <a:defRPr/>
              </a:pPr>
              <a:r>
                <a:rPr kumimoji="0" sz="1800" b="1" i="0" u="none" strike="noStrike" kern="0" cap="none" spc="0" normalizeH="0" baseline="0" noProof="0">
                  <a:ln>
                    <a:noFill/>
                  </a:ln>
                  <a:solidFill>
                    <a:srgbClr val="FFFFFF"/>
                  </a:solidFill>
                  <a:effectLst/>
                  <a:uLnTx/>
                  <a:uFillTx/>
                  <a:latin typeface="Courier"/>
                  <a:sym typeface="Courier"/>
                </a:rPr>
                <a:t>A</a:t>
              </a:r>
            </a:p>
          </p:txBody>
        </p:sp>
        <p:sp>
          <p:nvSpPr>
            <p:cNvPr id="22" name="B">
              <a:extLst>
                <a:ext uri="{FF2B5EF4-FFF2-40B4-BE49-F238E27FC236}">
                  <a16:creationId xmlns:a16="http://schemas.microsoft.com/office/drawing/2014/main" id="{9442DD24-1AA8-475E-8619-CA55980C8EA7}"/>
                </a:ext>
              </a:extLst>
            </p:cNvPr>
            <p:cNvSpPr/>
            <p:nvPr/>
          </p:nvSpPr>
          <p:spPr>
            <a:xfrm>
              <a:off x="6680200" y="7099300"/>
              <a:ext cx="1270000" cy="1270000"/>
            </a:xfrm>
            <a:prstGeom prst="ellipse">
              <a:avLst/>
            </a:prstGeom>
            <a:solidFill>
              <a:srgbClr val="D4E3FE"/>
            </a:solidFill>
            <a:ln w="25400">
              <a:solidFill>
                <a:srgbClr val="000000"/>
              </a:solidFill>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chor="ctr"/>
            <a:lstStyle>
              <a:lvl1pPr>
                <a:defRPr sz="3600" b="1">
                  <a:latin typeface="Courier"/>
                  <a:ea typeface="Courier"/>
                  <a:cs typeface="Courier"/>
                  <a:sym typeface="Courier"/>
                </a:defRPr>
              </a:lvl1pPr>
            </a:lstStyle>
            <a:p>
              <a:pPr marL="0" marR="0" lvl="0" indent="0" algn="ctr" defTabSz="584200" eaLnBrk="1" fontAlgn="auto" latinLnBrk="0" hangingPunct="0">
                <a:lnSpc>
                  <a:spcPct val="100000"/>
                </a:lnSpc>
                <a:spcBef>
                  <a:spcPts val="0"/>
                </a:spcBef>
                <a:spcAft>
                  <a:spcPts val="0"/>
                </a:spcAft>
                <a:buClrTx/>
                <a:buSzTx/>
                <a:buFontTx/>
                <a:buNone/>
                <a:tabLst/>
                <a:defRPr/>
              </a:pPr>
              <a:r>
                <a:rPr kumimoji="0" sz="1800" b="1" i="0" u="none" strike="noStrike" kern="0" cap="none" spc="0" normalizeH="0" baseline="0" noProof="0">
                  <a:ln>
                    <a:noFill/>
                  </a:ln>
                  <a:solidFill>
                    <a:srgbClr val="000000"/>
                  </a:solidFill>
                  <a:effectLst/>
                  <a:uLnTx/>
                  <a:uFillTx/>
                  <a:latin typeface="Courier"/>
                  <a:sym typeface="Courier"/>
                </a:rPr>
                <a:t>B</a:t>
              </a:r>
            </a:p>
          </p:txBody>
        </p:sp>
        <p:sp>
          <p:nvSpPr>
            <p:cNvPr id="23" name="Line">
              <a:extLst>
                <a:ext uri="{FF2B5EF4-FFF2-40B4-BE49-F238E27FC236}">
                  <a16:creationId xmlns:a16="http://schemas.microsoft.com/office/drawing/2014/main" id="{988B00D6-CEAD-4FE1-99DB-F8A996C58BB7}"/>
                </a:ext>
              </a:extLst>
            </p:cNvPr>
            <p:cNvSpPr/>
            <p:nvPr/>
          </p:nvSpPr>
          <p:spPr>
            <a:xfrm flipH="1">
              <a:off x="7442200" y="5219700"/>
              <a:ext cx="1308100" cy="1701800"/>
            </a:xfrm>
            <a:prstGeom prst="line">
              <a:avLst/>
            </a:prstGeom>
            <a:ln w="38100">
              <a:solidFill>
                <a:srgbClr val="000000"/>
              </a:solidFill>
              <a:miter lim="400000"/>
              <a:headEnd type="stealth"/>
            </a:ln>
          </p:spPr>
          <p:txBody>
            <a:bodyPr lIns="0" tIns="0" rIns="0" bIns="0"/>
            <a:lstStyle/>
            <a:p>
              <a:pPr marL="0" marR="0" lvl="0" indent="0" defTabSz="914400" eaLnBrk="1" fontAlgn="auto" latinLnBrk="0" hangingPunct="0">
                <a:lnSpc>
                  <a:spcPct val="100000"/>
                </a:lnSpc>
                <a:spcBef>
                  <a:spcPts val="0"/>
                </a:spcBef>
                <a:spcAft>
                  <a:spcPts val="0"/>
                </a:spcAft>
                <a:buClrTx/>
                <a:buSzTx/>
                <a:buFontTx/>
                <a:buNone/>
                <a:tabLst/>
                <a:defRPr sz="1200"/>
              </a:pPr>
              <a:endParaRPr kumimoji="0" sz="800" b="0" i="0" u="none" strike="noStrike" kern="0" cap="none" spc="0" normalizeH="0" baseline="0" noProof="0">
                <a:ln>
                  <a:noFill/>
                </a:ln>
                <a:solidFill>
                  <a:srgbClr val="000000"/>
                </a:solidFill>
                <a:effectLst/>
                <a:uLnTx/>
                <a:uFillTx/>
                <a:latin typeface="Helvetica"/>
                <a:cs typeface="Helvetica"/>
                <a:sym typeface="Helvetica"/>
              </a:endParaRPr>
            </a:p>
          </p:txBody>
        </p:sp>
        <p:sp>
          <p:nvSpPr>
            <p:cNvPr id="24" name="Line">
              <a:extLst>
                <a:ext uri="{FF2B5EF4-FFF2-40B4-BE49-F238E27FC236}">
                  <a16:creationId xmlns:a16="http://schemas.microsoft.com/office/drawing/2014/main" id="{ACAD3E3E-27E6-47E2-9DCD-CEEC421B309E}"/>
                </a:ext>
              </a:extLst>
            </p:cNvPr>
            <p:cNvSpPr/>
            <p:nvPr/>
          </p:nvSpPr>
          <p:spPr>
            <a:xfrm flipH="1">
              <a:off x="7683500" y="5448300"/>
              <a:ext cx="1308100" cy="1701800"/>
            </a:xfrm>
            <a:prstGeom prst="line">
              <a:avLst/>
            </a:prstGeom>
            <a:ln w="38100">
              <a:solidFill>
                <a:srgbClr val="E32400"/>
              </a:solidFill>
              <a:miter lim="400000"/>
              <a:tailEnd type="triangle"/>
            </a:ln>
          </p:spPr>
          <p:txBody>
            <a:bodyPr lIns="0" tIns="0" rIns="0" bIns="0"/>
            <a:lstStyle/>
            <a:p>
              <a:pPr marL="0" marR="0" lvl="0" indent="0" defTabSz="914400" eaLnBrk="1" fontAlgn="auto" latinLnBrk="0" hangingPunct="0">
                <a:lnSpc>
                  <a:spcPct val="100000"/>
                </a:lnSpc>
                <a:spcBef>
                  <a:spcPts val="0"/>
                </a:spcBef>
                <a:spcAft>
                  <a:spcPts val="0"/>
                </a:spcAft>
                <a:buClrTx/>
                <a:buSzTx/>
                <a:buFontTx/>
                <a:buNone/>
                <a:tabLst/>
                <a:defRPr sz="1200"/>
              </a:pPr>
              <a:endParaRPr kumimoji="0" sz="800" b="0" i="0" u="none" strike="noStrike" kern="0" cap="none" spc="0" normalizeH="0" baseline="0" noProof="0">
                <a:ln>
                  <a:noFill/>
                </a:ln>
                <a:solidFill>
                  <a:srgbClr val="000000"/>
                </a:solidFill>
                <a:effectLst/>
                <a:uLnTx/>
                <a:uFillTx/>
                <a:latin typeface="Helvetica"/>
                <a:cs typeface="Helvetica"/>
                <a:sym typeface="Helvetica"/>
              </a:endParaRPr>
            </a:p>
          </p:txBody>
        </p:sp>
        <p:sp>
          <p:nvSpPr>
            <p:cNvPr id="25" name="Line">
              <a:extLst>
                <a:ext uri="{FF2B5EF4-FFF2-40B4-BE49-F238E27FC236}">
                  <a16:creationId xmlns:a16="http://schemas.microsoft.com/office/drawing/2014/main" id="{8B57021F-B600-4890-BB51-41411B3E1A59}"/>
                </a:ext>
              </a:extLst>
            </p:cNvPr>
            <p:cNvSpPr/>
            <p:nvPr/>
          </p:nvSpPr>
          <p:spPr>
            <a:xfrm>
              <a:off x="9994900" y="5295900"/>
              <a:ext cx="1524001" cy="1625600"/>
            </a:xfrm>
            <a:prstGeom prst="line">
              <a:avLst/>
            </a:prstGeom>
            <a:ln w="38100">
              <a:solidFill>
                <a:srgbClr val="000000"/>
              </a:solidFill>
              <a:miter lim="400000"/>
              <a:headEnd type="stealth"/>
            </a:ln>
          </p:spPr>
          <p:txBody>
            <a:bodyPr lIns="0" tIns="0" rIns="0" bIns="0"/>
            <a:lstStyle/>
            <a:p>
              <a:pPr marL="0" marR="0" lvl="0" indent="0" defTabSz="914400" eaLnBrk="1" fontAlgn="auto" latinLnBrk="0" hangingPunct="0">
                <a:lnSpc>
                  <a:spcPct val="100000"/>
                </a:lnSpc>
                <a:spcBef>
                  <a:spcPts val="0"/>
                </a:spcBef>
                <a:spcAft>
                  <a:spcPts val="0"/>
                </a:spcAft>
                <a:buClrTx/>
                <a:buSzTx/>
                <a:buFontTx/>
                <a:buNone/>
                <a:tabLst/>
                <a:defRPr sz="1200"/>
              </a:pPr>
              <a:endParaRPr kumimoji="0" sz="800" b="0" i="0" u="none" strike="noStrike" kern="0" cap="none" spc="0" normalizeH="0" baseline="0" noProof="0">
                <a:ln>
                  <a:noFill/>
                </a:ln>
                <a:solidFill>
                  <a:srgbClr val="000000"/>
                </a:solidFill>
                <a:effectLst/>
                <a:uLnTx/>
                <a:uFillTx/>
                <a:latin typeface="Helvetica"/>
                <a:cs typeface="Helvetica"/>
                <a:sym typeface="Helvetica"/>
              </a:endParaRPr>
            </a:p>
          </p:txBody>
        </p:sp>
        <p:sp>
          <p:nvSpPr>
            <p:cNvPr id="26" name="Lock">
              <a:extLst>
                <a:ext uri="{FF2B5EF4-FFF2-40B4-BE49-F238E27FC236}">
                  <a16:creationId xmlns:a16="http://schemas.microsoft.com/office/drawing/2014/main" id="{56A97DD6-B3FF-401C-AD23-B0A9542160E8}"/>
                </a:ext>
              </a:extLst>
            </p:cNvPr>
            <p:cNvSpPr txBox="1"/>
            <p:nvPr/>
          </p:nvSpPr>
          <p:spPr>
            <a:xfrm rot="18411751">
              <a:off x="7176355" y="5552832"/>
              <a:ext cx="963838" cy="603732"/>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50800" tIns="50800" rIns="50800" bIns="50800" anchor="ctr">
              <a:spAutoFit/>
            </a:bodyPr>
            <a:lstStyle/>
            <a:p>
              <a:pPr marL="0" marR="0" lvl="0" indent="0" algn="ctr" defTabSz="584200" eaLnBrk="1" fontAlgn="auto" latinLnBrk="0" hangingPunct="0">
                <a:lnSpc>
                  <a:spcPct val="100000"/>
                </a:lnSpc>
                <a:spcBef>
                  <a:spcPts val="0"/>
                </a:spcBef>
                <a:spcAft>
                  <a:spcPts val="0"/>
                </a:spcAft>
                <a:buClrTx/>
                <a:buSzTx/>
                <a:buFontTx/>
                <a:buNone/>
                <a:tabLst/>
                <a:defRPr/>
              </a:pPr>
              <a:r>
                <a:rPr kumimoji="0" sz="2400" b="0" i="0" u="none" strike="noStrike" kern="0" cap="none" spc="0" normalizeH="0" baseline="0" noProof="0">
                  <a:ln>
                    <a:noFill/>
                  </a:ln>
                  <a:solidFill>
                    <a:srgbClr val="000000"/>
                  </a:solidFill>
                  <a:effectLst/>
                  <a:uLnTx/>
                  <a:uFillTx/>
                  <a:latin typeface="Helvetica"/>
                  <a:cs typeface="Helvetica"/>
                  <a:sym typeface="Helvetica"/>
                </a:rPr>
                <a:t>Lock</a:t>
              </a:r>
            </a:p>
          </p:txBody>
        </p:sp>
        <p:sp>
          <p:nvSpPr>
            <p:cNvPr id="27" name="Grant">
              <a:extLst>
                <a:ext uri="{FF2B5EF4-FFF2-40B4-BE49-F238E27FC236}">
                  <a16:creationId xmlns:a16="http://schemas.microsoft.com/office/drawing/2014/main" id="{703B63B1-AE79-4625-B0FB-CA5810C6D802}"/>
                </a:ext>
              </a:extLst>
            </p:cNvPr>
            <p:cNvSpPr txBox="1"/>
            <p:nvPr/>
          </p:nvSpPr>
          <p:spPr>
            <a:xfrm rot="18529376">
              <a:off x="8186457" y="6137030"/>
              <a:ext cx="1115592" cy="603732"/>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50800" tIns="50800" rIns="50800" bIns="50800" anchor="ctr">
              <a:spAutoFit/>
            </a:bodyPr>
            <a:lstStyle/>
            <a:p>
              <a:pPr marL="0" marR="0" lvl="0" indent="0" algn="ctr" defTabSz="584200" eaLnBrk="1" fontAlgn="auto" latinLnBrk="0" hangingPunct="0">
                <a:lnSpc>
                  <a:spcPct val="100000"/>
                </a:lnSpc>
                <a:spcBef>
                  <a:spcPts val="0"/>
                </a:spcBef>
                <a:spcAft>
                  <a:spcPts val="0"/>
                </a:spcAft>
                <a:buClrTx/>
                <a:buSzTx/>
                <a:buFontTx/>
                <a:buNone/>
                <a:tabLst/>
                <a:defRPr/>
              </a:pPr>
              <a:r>
                <a:rPr kumimoji="0" sz="2400" b="0" i="0" u="none" strike="noStrike" kern="0" cap="none" spc="0" normalizeH="0" baseline="0" noProof="0">
                  <a:ln>
                    <a:noFill/>
                  </a:ln>
                  <a:solidFill>
                    <a:srgbClr val="000000"/>
                  </a:solidFill>
                  <a:effectLst/>
                  <a:uLnTx/>
                  <a:uFillTx/>
                  <a:latin typeface="Helvetica"/>
                  <a:cs typeface="Helvetica"/>
                  <a:sym typeface="Helvetica"/>
                </a:rPr>
                <a:t>Grant</a:t>
              </a:r>
            </a:p>
          </p:txBody>
        </p:sp>
        <p:sp>
          <p:nvSpPr>
            <p:cNvPr id="28" name="Lock">
              <a:extLst>
                <a:ext uri="{FF2B5EF4-FFF2-40B4-BE49-F238E27FC236}">
                  <a16:creationId xmlns:a16="http://schemas.microsoft.com/office/drawing/2014/main" id="{CE020CB0-8FB9-4249-9145-B74B2E37F404}"/>
                </a:ext>
              </a:extLst>
            </p:cNvPr>
            <p:cNvSpPr txBox="1"/>
            <p:nvPr/>
          </p:nvSpPr>
          <p:spPr>
            <a:xfrm rot="2782983">
              <a:off x="10626788" y="5545345"/>
              <a:ext cx="963838" cy="603732"/>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50800" tIns="50800" rIns="50800" bIns="50800" anchor="ctr">
              <a:spAutoFit/>
            </a:bodyPr>
            <a:lstStyle/>
            <a:p>
              <a:pPr marL="0" marR="0" lvl="0" indent="0" algn="ctr" defTabSz="584200" eaLnBrk="1" fontAlgn="auto" latinLnBrk="0" hangingPunct="0">
                <a:lnSpc>
                  <a:spcPct val="100000"/>
                </a:lnSpc>
                <a:spcBef>
                  <a:spcPts val="0"/>
                </a:spcBef>
                <a:spcAft>
                  <a:spcPts val="0"/>
                </a:spcAft>
                <a:buClrTx/>
                <a:buSzTx/>
                <a:buFontTx/>
                <a:buNone/>
                <a:tabLst/>
                <a:defRPr/>
              </a:pPr>
              <a:r>
                <a:rPr kumimoji="0" sz="2400" b="0" i="0" u="none" strike="noStrike" kern="0" cap="none" spc="0" normalizeH="0" baseline="0" noProof="0">
                  <a:ln>
                    <a:noFill/>
                  </a:ln>
                  <a:solidFill>
                    <a:srgbClr val="000000"/>
                  </a:solidFill>
                  <a:effectLst/>
                  <a:uLnTx/>
                  <a:uFillTx/>
                  <a:latin typeface="Helvetica"/>
                  <a:cs typeface="Helvetica"/>
                  <a:sym typeface="Helvetica"/>
                </a:rPr>
                <a:t>Lock</a:t>
              </a:r>
            </a:p>
          </p:txBody>
        </p:sp>
        <p:sp>
          <p:nvSpPr>
            <p:cNvPr id="29" name="Callout">
              <a:extLst>
                <a:ext uri="{FF2B5EF4-FFF2-40B4-BE49-F238E27FC236}">
                  <a16:creationId xmlns:a16="http://schemas.microsoft.com/office/drawing/2014/main" id="{D33DCBC2-F06A-4646-A7D5-60727B7A3175}"/>
                </a:ext>
              </a:extLst>
            </p:cNvPr>
            <p:cNvSpPr/>
            <p:nvPr/>
          </p:nvSpPr>
          <p:spPr>
            <a:xfrm>
              <a:off x="10134600" y="2476500"/>
              <a:ext cx="2806700" cy="2527300"/>
            </a:xfrm>
            <a:custGeom>
              <a:avLst/>
              <a:gdLst/>
              <a:ahLst/>
              <a:cxnLst>
                <a:cxn ang="0">
                  <a:pos x="wd2" y="hd2"/>
                </a:cxn>
                <a:cxn ang="5400000">
                  <a:pos x="wd2" y="hd2"/>
                </a:cxn>
                <a:cxn ang="10800000">
                  <a:pos x="wd2" y="hd2"/>
                </a:cxn>
                <a:cxn ang="16200000">
                  <a:pos x="wd2" y="hd2"/>
                </a:cxn>
              </a:cxnLst>
              <a:rect l="0" t="0" r="r" b="b"/>
              <a:pathLst>
                <a:path w="21600" h="21600" extrusionOk="0">
                  <a:moveTo>
                    <a:pt x="6353" y="0"/>
                  </a:moveTo>
                  <a:cubicBezTo>
                    <a:pt x="5273" y="0"/>
                    <a:pt x="4398" y="972"/>
                    <a:pt x="4398" y="2171"/>
                  </a:cubicBezTo>
                  <a:lnTo>
                    <a:pt x="4398" y="18432"/>
                  </a:lnTo>
                  <a:lnTo>
                    <a:pt x="0" y="19755"/>
                  </a:lnTo>
                  <a:lnTo>
                    <a:pt x="4752" y="20674"/>
                  </a:lnTo>
                  <a:cubicBezTo>
                    <a:pt x="5106" y="21233"/>
                    <a:pt x="5691" y="21600"/>
                    <a:pt x="6353" y="21600"/>
                  </a:cubicBezTo>
                  <a:lnTo>
                    <a:pt x="19645" y="21600"/>
                  </a:lnTo>
                  <a:cubicBezTo>
                    <a:pt x="20725" y="21600"/>
                    <a:pt x="21600" y="20628"/>
                    <a:pt x="21600" y="19429"/>
                  </a:cubicBezTo>
                  <a:lnTo>
                    <a:pt x="21600" y="2171"/>
                  </a:lnTo>
                  <a:cubicBezTo>
                    <a:pt x="21600" y="972"/>
                    <a:pt x="20725" y="0"/>
                    <a:pt x="19645" y="0"/>
                  </a:cubicBezTo>
                  <a:lnTo>
                    <a:pt x="6353" y="0"/>
                  </a:lnTo>
                  <a:close/>
                </a:path>
              </a:pathLst>
            </a:custGeom>
            <a:solidFill>
              <a:srgbClr val="FFE2D6"/>
            </a:solidFill>
            <a:ln w="25400">
              <a:solidFill>
                <a:srgbClr val="000000"/>
              </a:solidFill>
              <a:miter lim="400000"/>
            </a:ln>
          </p:spPr>
          <p:txBody>
            <a:bodyPr lIns="50800" tIns="50800" rIns="50800" bIns="50800"/>
            <a:lstStyle/>
            <a:p>
              <a:pPr marL="0" marR="0" lvl="0" indent="0" defTabSz="584200" eaLnBrk="1" fontAlgn="auto" latinLnBrk="0" hangingPunct="0">
                <a:lnSpc>
                  <a:spcPct val="100000"/>
                </a:lnSpc>
                <a:spcBef>
                  <a:spcPts val="0"/>
                </a:spcBef>
                <a:spcAft>
                  <a:spcPts val="0"/>
                </a:spcAft>
                <a:buClrTx/>
                <a:buSzTx/>
                <a:buFontTx/>
                <a:buNone/>
                <a:tabLst/>
                <a:defRPr sz="3600">
                  <a:latin typeface="Courier"/>
                  <a:ea typeface="Courier"/>
                  <a:cs typeface="Courier"/>
                  <a:sym typeface="Courier"/>
                </a:defRPr>
              </a:pPr>
              <a:endParaRPr kumimoji="0" b="0" i="0" u="none" strike="noStrike" kern="0" cap="none" spc="0" normalizeH="0" baseline="0" noProof="0">
                <a:ln>
                  <a:noFill/>
                </a:ln>
                <a:solidFill>
                  <a:srgbClr val="000000"/>
                </a:solidFill>
                <a:effectLst/>
                <a:uLnTx/>
                <a:uFillTx/>
                <a:latin typeface="Courier"/>
                <a:ea typeface="Courier"/>
                <a:cs typeface="Courier"/>
                <a:sym typeface="Courier"/>
              </a:endParaRPr>
            </a:p>
          </p:txBody>
        </p:sp>
        <p:graphicFrame>
          <p:nvGraphicFramePr>
            <p:cNvPr id="30" name="Table">
              <a:extLst>
                <a:ext uri="{FF2B5EF4-FFF2-40B4-BE49-F238E27FC236}">
                  <a16:creationId xmlns:a16="http://schemas.microsoft.com/office/drawing/2014/main" id="{7F17EC5F-F4D2-4FA0-A1E0-8A522CF54F36}"/>
                </a:ext>
              </a:extLst>
            </p:cNvPr>
            <p:cNvGraphicFramePr/>
            <p:nvPr>
              <p:extLst>
                <p:ext uri="{D42A27DB-BD31-4B8C-83A1-F6EECF244321}">
                  <p14:modId xmlns:p14="http://schemas.microsoft.com/office/powerpoint/2010/main" val="643983524"/>
                </p:ext>
              </p:extLst>
            </p:nvPr>
          </p:nvGraphicFramePr>
          <p:xfrm>
            <a:off x="10909300" y="1990682"/>
            <a:ext cx="2082800" cy="2820497"/>
          </p:xfrm>
          <a:graphic>
            <a:graphicData uri="http://schemas.openxmlformats.org/drawingml/2006/table">
              <a:tbl>
                <a:tblPr firstRow="1"/>
                <a:tblGrid>
                  <a:gridCol w="1628079">
                    <a:extLst>
                      <a:ext uri="{9D8B030D-6E8A-4147-A177-3AD203B41FA5}">
                        <a16:colId xmlns:a16="http://schemas.microsoft.com/office/drawing/2014/main" val="20000"/>
                      </a:ext>
                    </a:extLst>
                  </a:gridCol>
                </a:tblGrid>
                <a:tr h="736726">
                  <a:tc>
                    <a:txBody>
                      <a:bodyPr/>
                      <a:lstStyle>
                        <a:lvl1pPr marL="0" algn="l" defTabSz="914400" rtl="0" eaLnBrk="1" latinLnBrk="0" hangingPunct="1">
                          <a:defRPr sz="1800" kern="1200">
                            <a:solidFill>
                              <a:schemeClr val="tx1"/>
                            </a:solidFill>
                            <a:latin typeface="Helvetica"/>
                            <a:ea typeface="Helvetica"/>
                            <a:cs typeface="Helvetica"/>
                          </a:defRPr>
                        </a:lvl1pPr>
                        <a:lvl2pPr marL="457200" algn="l" defTabSz="914400" rtl="0" eaLnBrk="1" latinLnBrk="0" hangingPunct="1">
                          <a:defRPr sz="1800" kern="1200">
                            <a:solidFill>
                              <a:schemeClr val="tx1"/>
                            </a:solidFill>
                            <a:latin typeface="Helvetica"/>
                            <a:ea typeface="Helvetica"/>
                            <a:cs typeface="Helvetica"/>
                          </a:defRPr>
                        </a:lvl2pPr>
                        <a:lvl3pPr marL="914400" algn="l" defTabSz="914400" rtl="0" eaLnBrk="1" latinLnBrk="0" hangingPunct="1">
                          <a:defRPr sz="1800" kern="1200">
                            <a:solidFill>
                              <a:schemeClr val="tx1"/>
                            </a:solidFill>
                            <a:latin typeface="Helvetica"/>
                            <a:ea typeface="Helvetica"/>
                            <a:cs typeface="Helvetica"/>
                          </a:defRPr>
                        </a:lvl3pPr>
                        <a:lvl4pPr marL="1371600" algn="l" defTabSz="914400" rtl="0" eaLnBrk="1" latinLnBrk="0" hangingPunct="1">
                          <a:defRPr sz="1800" kern="1200">
                            <a:solidFill>
                              <a:schemeClr val="tx1"/>
                            </a:solidFill>
                            <a:latin typeface="Helvetica"/>
                            <a:ea typeface="Helvetica"/>
                            <a:cs typeface="Helvetica"/>
                          </a:defRPr>
                        </a:lvl4pPr>
                        <a:lvl5pPr marL="1828800" algn="l" defTabSz="914400" rtl="0" eaLnBrk="1" latinLnBrk="0" hangingPunct="1">
                          <a:defRPr sz="1800" kern="1200">
                            <a:solidFill>
                              <a:schemeClr val="tx1"/>
                            </a:solidFill>
                            <a:latin typeface="Helvetica"/>
                            <a:ea typeface="Helvetica"/>
                            <a:cs typeface="Helvetica"/>
                          </a:defRPr>
                        </a:lvl5pPr>
                        <a:lvl6pPr marL="2286000" algn="l" defTabSz="914400" rtl="0" eaLnBrk="1" latinLnBrk="0" hangingPunct="1">
                          <a:defRPr sz="1800" kern="1200">
                            <a:solidFill>
                              <a:schemeClr val="tx1"/>
                            </a:solidFill>
                            <a:latin typeface="Helvetica"/>
                            <a:ea typeface="Helvetica"/>
                            <a:cs typeface="Helvetica"/>
                          </a:defRPr>
                        </a:lvl6pPr>
                        <a:lvl7pPr marL="2743200" algn="l" defTabSz="914400" rtl="0" eaLnBrk="1" latinLnBrk="0" hangingPunct="1">
                          <a:defRPr sz="1800" kern="1200">
                            <a:solidFill>
                              <a:schemeClr val="tx1"/>
                            </a:solidFill>
                            <a:latin typeface="Helvetica"/>
                            <a:ea typeface="Helvetica"/>
                            <a:cs typeface="Helvetica"/>
                          </a:defRPr>
                        </a:lvl7pPr>
                        <a:lvl8pPr marL="3200400" algn="l" defTabSz="914400" rtl="0" eaLnBrk="1" latinLnBrk="0" hangingPunct="1">
                          <a:defRPr sz="1800" kern="1200">
                            <a:solidFill>
                              <a:schemeClr val="tx1"/>
                            </a:solidFill>
                            <a:latin typeface="Helvetica"/>
                            <a:ea typeface="Helvetica"/>
                            <a:cs typeface="Helvetica"/>
                          </a:defRPr>
                        </a:lvl8pPr>
                        <a:lvl9pPr marL="3657600" algn="l" defTabSz="914400" rtl="0" eaLnBrk="1" latinLnBrk="0" hangingPunct="1">
                          <a:defRPr sz="1800" kern="1200">
                            <a:solidFill>
                              <a:schemeClr val="tx1"/>
                            </a:solidFill>
                            <a:latin typeface="Helvetica"/>
                            <a:ea typeface="Helvetica"/>
                            <a:cs typeface="Helvetica"/>
                          </a:defRPr>
                        </a:lvl9pPr>
                      </a:lstStyle>
                      <a:p>
                        <a:pPr defTabSz="914400">
                          <a:tabLst>
                            <a:tab pos="914400" algn="l"/>
                          </a:tabLst>
                          <a:defRPr>
                            <a:solidFill>
                              <a:srgbClr val="000000"/>
                            </a:solidFill>
                          </a:defRPr>
                        </a:pPr>
                        <a:r>
                          <a:rPr sz="2600">
                            <a:effectLst>
                              <a:outerShdw blurRad="25400" dist="25400" dir="5400000" rotWithShape="0">
                                <a:srgbClr val="000000">
                                  <a:alpha val="60000"/>
                                </a:srgbClr>
                              </a:outerShdw>
                            </a:effectLst>
                            <a:latin typeface="+mn-lt"/>
                            <a:ea typeface="+mn-ea"/>
                            <a:cs typeface="+mn-cs"/>
                            <a:sym typeface="Helvetica"/>
                          </a:rPr>
                          <a:t>Lock Queue</a:t>
                        </a:r>
                      </a:p>
                    </a:txBody>
                    <a:tcPr marL="50800" marR="50800" marT="50800" marB="50800" anchor="ctr" horzOverflow="overflow">
                      <a:lnL w="12700" cmpd="sng">
                        <a:solidFill>
                          <a:prstClr val="black"/>
                        </a:solidFill>
                        <a:prstDash val="solid"/>
                      </a:lnL>
                      <a:lnR w="12700" cmpd="sng">
                        <a:solidFill>
                          <a:prstClr val="black"/>
                        </a:solidFill>
                        <a:prstDash val="solid"/>
                      </a:lnR>
                      <a:lnT w="12700" cmpd="sng">
                        <a:solidFill>
                          <a:prstClr val="black"/>
                        </a:solidFill>
                        <a:prstDash val="solid"/>
                      </a:lnT>
                      <a:lnB w="12700" cmpd="sng">
                        <a:solidFill>
                          <a:prstClr val="black"/>
                        </a:solidFill>
                        <a:prstDash val="solid"/>
                      </a:lnB>
                      <a:lnTlToBr w="12700" cmpd="sng">
                        <a:noFill/>
                        <a:prstDash val="solid"/>
                      </a:lnTlToBr>
                      <a:lnBlToTr w="12700" cmpd="sng">
                        <a:noFill/>
                        <a:prstDash val="solid"/>
                      </a:lnBlToTr>
                      <a:solidFill>
                        <a:srgbClr val="D6D6D6"/>
                      </a:solidFill>
                    </a:tcPr>
                  </a:tc>
                  <a:extLst>
                    <a:ext uri="{0D108BD9-81ED-4DB2-BD59-A6C34878D82A}">
                      <a16:rowId xmlns:a16="http://schemas.microsoft.com/office/drawing/2014/main" val="10000"/>
                    </a:ext>
                  </a:extLst>
                </a:tr>
                <a:tr h="359991">
                  <a:tc>
                    <a:txBody>
                      <a:bodyPr/>
                      <a:lstStyle>
                        <a:lvl1pPr marL="0" algn="l" defTabSz="914400" rtl="0" eaLnBrk="1" latinLnBrk="0" hangingPunct="1">
                          <a:defRPr sz="1800" kern="1200">
                            <a:solidFill>
                              <a:schemeClr val="tx1"/>
                            </a:solidFill>
                            <a:latin typeface="Helvetica"/>
                            <a:ea typeface="Helvetica"/>
                            <a:cs typeface="Helvetica"/>
                          </a:defRPr>
                        </a:lvl1pPr>
                        <a:lvl2pPr marL="457200" algn="l" defTabSz="914400" rtl="0" eaLnBrk="1" latinLnBrk="0" hangingPunct="1">
                          <a:defRPr sz="1800" kern="1200">
                            <a:solidFill>
                              <a:schemeClr val="tx1"/>
                            </a:solidFill>
                            <a:latin typeface="Helvetica"/>
                            <a:ea typeface="Helvetica"/>
                            <a:cs typeface="Helvetica"/>
                          </a:defRPr>
                        </a:lvl2pPr>
                        <a:lvl3pPr marL="914400" algn="l" defTabSz="914400" rtl="0" eaLnBrk="1" latinLnBrk="0" hangingPunct="1">
                          <a:defRPr sz="1800" kern="1200">
                            <a:solidFill>
                              <a:schemeClr val="tx1"/>
                            </a:solidFill>
                            <a:latin typeface="Helvetica"/>
                            <a:ea typeface="Helvetica"/>
                            <a:cs typeface="Helvetica"/>
                          </a:defRPr>
                        </a:lvl3pPr>
                        <a:lvl4pPr marL="1371600" algn="l" defTabSz="914400" rtl="0" eaLnBrk="1" latinLnBrk="0" hangingPunct="1">
                          <a:defRPr sz="1800" kern="1200">
                            <a:solidFill>
                              <a:schemeClr val="tx1"/>
                            </a:solidFill>
                            <a:latin typeface="Helvetica"/>
                            <a:ea typeface="Helvetica"/>
                            <a:cs typeface="Helvetica"/>
                          </a:defRPr>
                        </a:lvl4pPr>
                        <a:lvl5pPr marL="1828800" algn="l" defTabSz="914400" rtl="0" eaLnBrk="1" latinLnBrk="0" hangingPunct="1">
                          <a:defRPr sz="1800" kern="1200">
                            <a:solidFill>
                              <a:schemeClr val="tx1"/>
                            </a:solidFill>
                            <a:latin typeface="Helvetica"/>
                            <a:ea typeface="Helvetica"/>
                            <a:cs typeface="Helvetica"/>
                          </a:defRPr>
                        </a:lvl5pPr>
                        <a:lvl6pPr marL="2286000" algn="l" defTabSz="914400" rtl="0" eaLnBrk="1" latinLnBrk="0" hangingPunct="1">
                          <a:defRPr sz="1800" kern="1200">
                            <a:solidFill>
                              <a:schemeClr val="tx1"/>
                            </a:solidFill>
                            <a:latin typeface="Helvetica"/>
                            <a:ea typeface="Helvetica"/>
                            <a:cs typeface="Helvetica"/>
                          </a:defRPr>
                        </a:lvl6pPr>
                        <a:lvl7pPr marL="2743200" algn="l" defTabSz="914400" rtl="0" eaLnBrk="1" latinLnBrk="0" hangingPunct="1">
                          <a:defRPr sz="1800" kern="1200">
                            <a:solidFill>
                              <a:schemeClr val="tx1"/>
                            </a:solidFill>
                            <a:latin typeface="Helvetica"/>
                            <a:ea typeface="Helvetica"/>
                            <a:cs typeface="Helvetica"/>
                          </a:defRPr>
                        </a:lvl7pPr>
                        <a:lvl8pPr marL="3200400" algn="l" defTabSz="914400" rtl="0" eaLnBrk="1" latinLnBrk="0" hangingPunct="1">
                          <a:defRPr sz="1800" kern="1200">
                            <a:solidFill>
                              <a:schemeClr val="tx1"/>
                            </a:solidFill>
                            <a:latin typeface="Helvetica"/>
                            <a:ea typeface="Helvetica"/>
                            <a:cs typeface="Helvetica"/>
                          </a:defRPr>
                        </a:lvl8pPr>
                        <a:lvl9pPr marL="3657600" algn="l" defTabSz="914400" rtl="0" eaLnBrk="1" latinLnBrk="0" hangingPunct="1">
                          <a:defRPr sz="1800" kern="1200">
                            <a:solidFill>
                              <a:schemeClr val="tx1"/>
                            </a:solidFill>
                            <a:latin typeface="Helvetica"/>
                            <a:ea typeface="Helvetica"/>
                            <a:cs typeface="Helvetica"/>
                          </a:defRPr>
                        </a:lvl9pPr>
                      </a:lstStyle>
                      <a:p>
                        <a:pPr defTabSz="914400">
                          <a:tabLst>
                            <a:tab pos="914400" algn="l"/>
                          </a:tabLst>
                        </a:pPr>
                        <a:r>
                          <a:rPr sz="2200">
                            <a:latin typeface="+mn-lt"/>
                            <a:ea typeface="+mn-ea"/>
                            <a:cs typeface="+mn-cs"/>
                            <a:sym typeface="Helvetica"/>
                          </a:rPr>
                          <a:t>B</a:t>
                        </a:r>
                      </a:p>
                    </a:txBody>
                    <a:tcPr marL="50800" marR="50800" marT="50800" marB="50800" anchor="ctr" horzOverflow="overflow">
                      <a:lnL w="12700" cmpd="sng">
                        <a:solidFill>
                          <a:prstClr val="black"/>
                        </a:solidFill>
                        <a:prstDash val="solid"/>
                      </a:lnL>
                      <a:lnR w="12700" cmpd="sng">
                        <a:solidFill>
                          <a:prstClr val="black"/>
                        </a:solidFill>
                        <a:prstDash val="solid"/>
                      </a:lnR>
                      <a:lnT w="12700" cmpd="sng">
                        <a:solidFill>
                          <a:prstClr val="black"/>
                        </a:solidFill>
                        <a:prstDash val="solid"/>
                      </a:lnT>
                      <a:lnB w="12700" cmpd="sng">
                        <a:solidFill>
                          <a:prstClr val="black"/>
                        </a:solidFill>
                        <a:prstDash val="soli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0001"/>
                    </a:ext>
                  </a:extLst>
                </a:tr>
                <a:tr h="359991">
                  <a:tc>
                    <a:txBody>
                      <a:bodyPr/>
                      <a:lstStyle>
                        <a:lvl1pPr marL="0" algn="l" defTabSz="914400" rtl="0" eaLnBrk="1" latinLnBrk="0" hangingPunct="1">
                          <a:defRPr sz="1800" kern="1200">
                            <a:solidFill>
                              <a:schemeClr val="tx1"/>
                            </a:solidFill>
                            <a:latin typeface="Helvetica"/>
                            <a:ea typeface="Helvetica"/>
                            <a:cs typeface="Helvetica"/>
                          </a:defRPr>
                        </a:lvl1pPr>
                        <a:lvl2pPr marL="457200" algn="l" defTabSz="914400" rtl="0" eaLnBrk="1" latinLnBrk="0" hangingPunct="1">
                          <a:defRPr sz="1800" kern="1200">
                            <a:solidFill>
                              <a:schemeClr val="tx1"/>
                            </a:solidFill>
                            <a:latin typeface="Helvetica"/>
                            <a:ea typeface="Helvetica"/>
                            <a:cs typeface="Helvetica"/>
                          </a:defRPr>
                        </a:lvl2pPr>
                        <a:lvl3pPr marL="914400" algn="l" defTabSz="914400" rtl="0" eaLnBrk="1" latinLnBrk="0" hangingPunct="1">
                          <a:defRPr sz="1800" kern="1200">
                            <a:solidFill>
                              <a:schemeClr val="tx1"/>
                            </a:solidFill>
                            <a:latin typeface="Helvetica"/>
                            <a:ea typeface="Helvetica"/>
                            <a:cs typeface="Helvetica"/>
                          </a:defRPr>
                        </a:lvl3pPr>
                        <a:lvl4pPr marL="1371600" algn="l" defTabSz="914400" rtl="0" eaLnBrk="1" latinLnBrk="0" hangingPunct="1">
                          <a:defRPr sz="1800" kern="1200">
                            <a:solidFill>
                              <a:schemeClr val="tx1"/>
                            </a:solidFill>
                            <a:latin typeface="Helvetica"/>
                            <a:ea typeface="Helvetica"/>
                            <a:cs typeface="Helvetica"/>
                          </a:defRPr>
                        </a:lvl4pPr>
                        <a:lvl5pPr marL="1828800" algn="l" defTabSz="914400" rtl="0" eaLnBrk="1" latinLnBrk="0" hangingPunct="1">
                          <a:defRPr sz="1800" kern="1200">
                            <a:solidFill>
                              <a:schemeClr val="tx1"/>
                            </a:solidFill>
                            <a:latin typeface="Helvetica"/>
                            <a:ea typeface="Helvetica"/>
                            <a:cs typeface="Helvetica"/>
                          </a:defRPr>
                        </a:lvl5pPr>
                        <a:lvl6pPr marL="2286000" algn="l" defTabSz="914400" rtl="0" eaLnBrk="1" latinLnBrk="0" hangingPunct="1">
                          <a:defRPr sz="1800" kern="1200">
                            <a:solidFill>
                              <a:schemeClr val="tx1"/>
                            </a:solidFill>
                            <a:latin typeface="Helvetica"/>
                            <a:ea typeface="Helvetica"/>
                            <a:cs typeface="Helvetica"/>
                          </a:defRPr>
                        </a:lvl6pPr>
                        <a:lvl7pPr marL="2743200" algn="l" defTabSz="914400" rtl="0" eaLnBrk="1" latinLnBrk="0" hangingPunct="1">
                          <a:defRPr sz="1800" kern="1200">
                            <a:solidFill>
                              <a:schemeClr val="tx1"/>
                            </a:solidFill>
                            <a:latin typeface="Helvetica"/>
                            <a:ea typeface="Helvetica"/>
                            <a:cs typeface="Helvetica"/>
                          </a:defRPr>
                        </a:lvl7pPr>
                        <a:lvl8pPr marL="3200400" algn="l" defTabSz="914400" rtl="0" eaLnBrk="1" latinLnBrk="0" hangingPunct="1">
                          <a:defRPr sz="1800" kern="1200">
                            <a:solidFill>
                              <a:schemeClr val="tx1"/>
                            </a:solidFill>
                            <a:latin typeface="Helvetica"/>
                            <a:ea typeface="Helvetica"/>
                            <a:cs typeface="Helvetica"/>
                          </a:defRPr>
                        </a:lvl8pPr>
                        <a:lvl9pPr marL="3657600" algn="l" defTabSz="914400" rtl="0" eaLnBrk="1" latinLnBrk="0" hangingPunct="1">
                          <a:defRPr sz="1800" kern="1200">
                            <a:solidFill>
                              <a:schemeClr val="tx1"/>
                            </a:solidFill>
                            <a:latin typeface="Helvetica"/>
                            <a:ea typeface="Helvetica"/>
                            <a:cs typeface="Helvetica"/>
                          </a:defRPr>
                        </a:lvl9pPr>
                      </a:lstStyle>
                      <a:p>
                        <a:pPr defTabSz="914400">
                          <a:tabLst>
                            <a:tab pos="914400" algn="l"/>
                          </a:tabLst>
                        </a:pPr>
                        <a:r>
                          <a:rPr sz="2200">
                            <a:latin typeface="+mn-lt"/>
                            <a:ea typeface="+mn-ea"/>
                            <a:cs typeface="+mn-cs"/>
                            <a:sym typeface="Helvetica"/>
                          </a:rPr>
                          <a:t>C</a:t>
                        </a:r>
                      </a:p>
                    </a:txBody>
                    <a:tcPr marL="50800" marR="50800" marT="50800" marB="50800" anchor="ctr" horzOverflow="overflow">
                      <a:lnL w="12700" cmpd="sng">
                        <a:solidFill>
                          <a:prstClr val="black"/>
                        </a:solidFill>
                        <a:prstDash val="solid"/>
                      </a:lnL>
                      <a:lnR w="12700" cmpd="sng">
                        <a:solidFill>
                          <a:prstClr val="black"/>
                        </a:solidFill>
                        <a:prstDash val="solid"/>
                      </a:lnR>
                      <a:lnT w="12700" cmpd="sng">
                        <a:solidFill>
                          <a:prstClr val="black"/>
                        </a:solidFill>
                        <a:prstDash val="solid"/>
                      </a:lnT>
                      <a:lnB w="12700" cmpd="sng">
                        <a:solidFill>
                          <a:prstClr val="black"/>
                        </a:solidFill>
                        <a:prstDash val="soli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0002"/>
                    </a:ext>
                  </a:extLst>
                </a:tr>
                <a:tr h="359991">
                  <a:tc>
                    <a:txBody>
                      <a:bodyPr/>
                      <a:lstStyle>
                        <a:lvl1pPr marL="0" algn="l" defTabSz="914400" rtl="0" eaLnBrk="1" latinLnBrk="0" hangingPunct="1">
                          <a:defRPr sz="1800" kern="1200">
                            <a:solidFill>
                              <a:schemeClr val="tx1"/>
                            </a:solidFill>
                            <a:latin typeface="Helvetica"/>
                            <a:ea typeface="Helvetica"/>
                            <a:cs typeface="Helvetica"/>
                          </a:defRPr>
                        </a:lvl1pPr>
                        <a:lvl2pPr marL="457200" algn="l" defTabSz="914400" rtl="0" eaLnBrk="1" latinLnBrk="0" hangingPunct="1">
                          <a:defRPr sz="1800" kern="1200">
                            <a:solidFill>
                              <a:schemeClr val="tx1"/>
                            </a:solidFill>
                            <a:latin typeface="Helvetica"/>
                            <a:ea typeface="Helvetica"/>
                            <a:cs typeface="Helvetica"/>
                          </a:defRPr>
                        </a:lvl2pPr>
                        <a:lvl3pPr marL="914400" algn="l" defTabSz="914400" rtl="0" eaLnBrk="1" latinLnBrk="0" hangingPunct="1">
                          <a:defRPr sz="1800" kern="1200">
                            <a:solidFill>
                              <a:schemeClr val="tx1"/>
                            </a:solidFill>
                            <a:latin typeface="Helvetica"/>
                            <a:ea typeface="Helvetica"/>
                            <a:cs typeface="Helvetica"/>
                          </a:defRPr>
                        </a:lvl3pPr>
                        <a:lvl4pPr marL="1371600" algn="l" defTabSz="914400" rtl="0" eaLnBrk="1" latinLnBrk="0" hangingPunct="1">
                          <a:defRPr sz="1800" kern="1200">
                            <a:solidFill>
                              <a:schemeClr val="tx1"/>
                            </a:solidFill>
                            <a:latin typeface="Helvetica"/>
                            <a:ea typeface="Helvetica"/>
                            <a:cs typeface="Helvetica"/>
                          </a:defRPr>
                        </a:lvl4pPr>
                        <a:lvl5pPr marL="1828800" algn="l" defTabSz="914400" rtl="0" eaLnBrk="1" latinLnBrk="0" hangingPunct="1">
                          <a:defRPr sz="1800" kern="1200">
                            <a:solidFill>
                              <a:schemeClr val="tx1"/>
                            </a:solidFill>
                            <a:latin typeface="Helvetica"/>
                            <a:ea typeface="Helvetica"/>
                            <a:cs typeface="Helvetica"/>
                          </a:defRPr>
                        </a:lvl5pPr>
                        <a:lvl6pPr marL="2286000" algn="l" defTabSz="914400" rtl="0" eaLnBrk="1" latinLnBrk="0" hangingPunct="1">
                          <a:defRPr sz="1800" kern="1200">
                            <a:solidFill>
                              <a:schemeClr val="tx1"/>
                            </a:solidFill>
                            <a:latin typeface="Helvetica"/>
                            <a:ea typeface="Helvetica"/>
                            <a:cs typeface="Helvetica"/>
                          </a:defRPr>
                        </a:lvl6pPr>
                        <a:lvl7pPr marL="2743200" algn="l" defTabSz="914400" rtl="0" eaLnBrk="1" latinLnBrk="0" hangingPunct="1">
                          <a:defRPr sz="1800" kern="1200">
                            <a:solidFill>
                              <a:schemeClr val="tx1"/>
                            </a:solidFill>
                            <a:latin typeface="Helvetica"/>
                            <a:ea typeface="Helvetica"/>
                            <a:cs typeface="Helvetica"/>
                          </a:defRPr>
                        </a:lvl7pPr>
                        <a:lvl8pPr marL="3200400" algn="l" defTabSz="914400" rtl="0" eaLnBrk="1" latinLnBrk="0" hangingPunct="1">
                          <a:defRPr sz="1800" kern="1200">
                            <a:solidFill>
                              <a:schemeClr val="tx1"/>
                            </a:solidFill>
                            <a:latin typeface="Helvetica"/>
                            <a:ea typeface="Helvetica"/>
                            <a:cs typeface="Helvetica"/>
                          </a:defRPr>
                        </a:lvl8pPr>
                        <a:lvl9pPr marL="3657600" algn="l" defTabSz="914400" rtl="0" eaLnBrk="1" latinLnBrk="0" hangingPunct="1">
                          <a:defRPr sz="1800" kern="1200">
                            <a:solidFill>
                              <a:schemeClr val="tx1"/>
                            </a:solidFill>
                            <a:latin typeface="Helvetica"/>
                            <a:ea typeface="Helvetica"/>
                            <a:cs typeface="Helvetica"/>
                          </a:defRPr>
                        </a:lvl9pPr>
                      </a:lstStyle>
                      <a:p>
                        <a:pPr defTabSz="914400">
                          <a:tabLst>
                            <a:tab pos="914400" algn="l"/>
                          </a:tabLst>
                          <a:defRPr sz="2200">
                            <a:latin typeface="+mn-lt"/>
                            <a:ea typeface="+mn-ea"/>
                            <a:cs typeface="+mn-cs"/>
                            <a:sym typeface="Helvetica"/>
                          </a:defRPr>
                        </a:pPr>
                        <a:endParaRPr/>
                      </a:p>
                    </a:txBody>
                    <a:tcPr marL="50800" marR="50800" marT="50800" marB="50800" anchor="ctr" horzOverflow="overflow">
                      <a:lnL w="12700" cmpd="sng">
                        <a:solidFill>
                          <a:prstClr val="black"/>
                        </a:solidFill>
                        <a:prstDash val="solid"/>
                      </a:lnL>
                      <a:lnR w="12700" cmpd="sng">
                        <a:solidFill>
                          <a:prstClr val="black"/>
                        </a:solidFill>
                        <a:prstDash val="solid"/>
                      </a:lnR>
                      <a:lnT w="12700" cmpd="sng">
                        <a:solidFill>
                          <a:prstClr val="black"/>
                        </a:solidFill>
                        <a:prstDash val="solid"/>
                      </a:lnT>
                      <a:lnB w="12700" cmpd="sng">
                        <a:solidFill>
                          <a:prstClr val="black"/>
                        </a:solidFill>
                        <a:prstDash val="soli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0003"/>
                    </a:ext>
                  </a:extLst>
                </a:tr>
              </a:tbl>
            </a:graphicData>
          </a:graphic>
        </p:graphicFrame>
        <p:sp>
          <p:nvSpPr>
            <p:cNvPr id="31" name="wants lock">
              <a:extLst>
                <a:ext uri="{FF2B5EF4-FFF2-40B4-BE49-F238E27FC236}">
                  <a16:creationId xmlns:a16="http://schemas.microsoft.com/office/drawing/2014/main" id="{BD570C93-BCD5-46CB-9047-3497B43F1BB9}"/>
                </a:ext>
              </a:extLst>
            </p:cNvPr>
            <p:cNvSpPr txBox="1"/>
            <p:nvPr/>
          </p:nvSpPr>
          <p:spPr>
            <a:xfrm>
              <a:off x="6637610" y="8539881"/>
              <a:ext cx="1355524" cy="446236"/>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50800" tIns="50800" rIns="50800" bIns="50800" anchor="ctr">
              <a:spAutoFit/>
            </a:bodyPr>
            <a:lstStyle>
              <a:lvl1pPr>
                <a:defRPr sz="2900"/>
              </a:lvl1pPr>
            </a:lstStyle>
            <a:p>
              <a:pPr marL="0" marR="0" lvl="0" indent="0" algn="ctr" defTabSz="584200" eaLnBrk="1" fontAlgn="auto" latinLnBrk="0" hangingPunct="0">
                <a:lnSpc>
                  <a:spcPct val="100000"/>
                </a:lnSpc>
                <a:spcBef>
                  <a:spcPts val="0"/>
                </a:spcBef>
                <a:spcAft>
                  <a:spcPts val="0"/>
                </a:spcAft>
                <a:buClrTx/>
                <a:buSzTx/>
                <a:buFontTx/>
                <a:buNone/>
                <a:tabLst/>
                <a:defRPr/>
              </a:pPr>
              <a:r>
                <a:rPr kumimoji="0" sz="1600" b="0" i="0" u="none" strike="noStrike" kern="0" cap="none" spc="0" normalizeH="0" baseline="0" noProof="0">
                  <a:ln>
                    <a:noFill/>
                  </a:ln>
                  <a:solidFill>
                    <a:srgbClr val="000000"/>
                  </a:solidFill>
                  <a:effectLst/>
                  <a:uLnTx/>
                  <a:uFillTx/>
                  <a:latin typeface="Helvetica"/>
                  <a:cs typeface="Helvetica"/>
                  <a:sym typeface="Helvetica"/>
                </a:rPr>
                <a:t>wants lock</a:t>
              </a:r>
            </a:p>
          </p:txBody>
        </p:sp>
        <p:sp>
          <p:nvSpPr>
            <p:cNvPr id="32" name="wants lock">
              <a:extLst>
                <a:ext uri="{FF2B5EF4-FFF2-40B4-BE49-F238E27FC236}">
                  <a16:creationId xmlns:a16="http://schemas.microsoft.com/office/drawing/2014/main" id="{6F7172C1-56BD-4329-95DA-4958490AF306}"/>
                </a:ext>
              </a:extLst>
            </p:cNvPr>
            <p:cNvSpPr txBox="1"/>
            <p:nvPr/>
          </p:nvSpPr>
          <p:spPr>
            <a:xfrm>
              <a:off x="11173783" y="8470031"/>
              <a:ext cx="1355524" cy="446236"/>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50800" tIns="50800" rIns="50800" bIns="50800" anchor="ctr">
              <a:spAutoFit/>
            </a:bodyPr>
            <a:lstStyle>
              <a:lvl1pPr>
                <a:defRPr sz="2900"/>
              </a:lvl1pPr>
            </a:lstStyle>
            <a:p>
              <a:pPr marL="0" marR="0" lvl="0" indent="0" algn="ctr" defTabSz="584200" eaLnBrk="1" fontAlgn="auto" latinLnBrk="0" hangingPunct="0">
                <a:lnSpc>
                  <a:spcPct val="100000"/>
                </a:lnSpc>
                <a:spcBef>
                  <a:spcPts val="0"/>
                </a:spcBef>
                <a:spcAft>
                  <a:spcPts val="0"/>
                </a:spcAft>
                <a:buClrTx/>
                <a:buSzTx/>
                <a:buFontTx/>
                <a:buNone/>
                <a:tabLst/>
                <a:defRPr/>
              </a:pPr>
              <a:r>
                <a:rPr kumimoji="0" sz="1600" b="0" i="0" u="none" strike="noStrike" kern="0" cap="none" spc="0" normalizeH="0" baseline="0" noProof="0">
                  <a:ln>
                    <a:noFill/>
                  </a:ln>
                  <a:solidFill>
                    <a:srgbClr val="000000"/>
                  </a:solidFill>
                  <a:effectLst/>
                  <a:uLnTx/>
                  <a:uFillTx/>
                  <a:latin typeface="Helvetica"/>
                  <a:cs typeface="Helvetica"/>
                  <a:sym typeface="Helvetica"/>
                </a:rPr>
                <a:t>wants lock</a:t>
              </a:r>
            </a:p>
          </p:txBody>
        </p:sp>
      </p:grpSp>
    </p:spTree>
    <p:extLst>
      <p:ext uri="{BB962C8B-B14F-4D97-AF65-F5344CB8AC3E}">
        <p14:creationId xmlns:p14="http://schemas.microsoft.com/office/powerpoint/2010/main" val="3064979183"/>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4412E6-9EDE-44BE-BACF-447DDE75FDD2}"/>
              </a:ext>
            </a:extLst>
          </p:cNvPr>
          <p:cNvSpPr>
            <a:spLocks noGrp="1"/>
          </p:cNvSpPr>
          <p:nvPr>
            <p:ph type="title"/>
          </p:nvPr>
        </p:nvSpPr>
        <p:spPr/>
        <p:txBody>
          <a:bodyPr/>
          <a:lstStyle/>
          <a:p>
            <a:r>
              <a:rPr lang="en-US"/>
              <a:t>Distributed Lock</a:t>
            </a:r>
          </a:p>
        </p:txBody>
      </p:sp>
      <p:sp>
        <p:nvSpPr>
          <p:cNvPr id="3" name="Content Placeholder 2">
            <a:extLst>
              <a:ext uri="{FF2B5EF4-FFF2-40B4-BE49-F238E27FC236}">
                <a16:creationId xmlns:a16="http://schemas.microsoft.com/office/drawing/2014/main" id="{2306935E-256E-4789-B0FF-92BB8AAD50F0}"/>
              </a:ext>
            </a:extLst>
          </p:cNvPr>
          <p:cNvSpPr>
            <a:spLocks noGrp="1"/>
          </p:cNvSpPr>
          <p:nvPr>
            <p:ph idx="1"/>
          </p:nvPr>
        </p:nvSpPr>
        <p:spPr/>
        <p:txBody>
          <a:bodyPr>
            <a:normAutofit fontScale="70000" lnSpcReduction="20000"/>
          </a:bodyPr>
          <a:lstStyle/>
          <a:p>
            <a:r>
              <a:rPr lang="en-US"/>
              <a:t>If you want the lock: Broadcast “I want the lock!”</a:t>
            </a:r>
          </a:p>
          <a:p>
            <a:r>
              <a:rPr lang="en-US"/>
              <a:t>On RX:</a:t>
            </a:r>
          </a:p>
          <a:p>
            <a:pPr lvl="1"/>
            <a:r>
              <a:rPr lang="en-US"/>
              <a:t>If we own the lock: </a:t>
            </a:r>
          </a:p>
          <a:p>
            <a:pPr lvl="2"/>
            <a:r>
              <a:rPr lang="en-US"/>
              <a:t>add this request to a queue </a:t>
            </a:r>
          </a:p>
          <a:p>
            <a:pPr lvl="2"/>
            <a:r>
              <a:rPr lang="en-US"/>
              <a:t>Reply: “wait a minute… you are # x in line”</a:t>
            </a:r>
          </a:p>
          <a:p>
            <a:pPr lvl="1"/>
            <a:r>
              <a:rPr lang="en-US"/>
              <a:t>Else:</a:t>
            </a:r>
          </a:p>
          <a:p>
            <a:pPr lvl="2"/>
            <a:r>
              <a:rPr lang="en-US"/>
              <a:t>do nothing</a:t>
            </a:r>
          </a:p>
          <a:p>
            <a:r>
              <a:rPr lang="en-US"/>
              <a:t>When done with lock:</a:t>
            </a:r>
          </a:p>
          <a:p>
            <a:pPr lvl="1"/>
            <a:r>
              <a:rPr lang="en-US"/>
              <a:t>Send “You now have the lock” to first entry in queue and send the queue</a:t>
            </a:r>
          </a:p>
          <a:p>
            <a:pPr lvl="1"/>
            <a:r>
              <a:rPr lang="en-US"/>
              <a:t>If nobody in the queue, then hold onto the lock until somebody else needs it or randomly send it to somebody else if we need to exit.</a:t>
            </a:r>
          </a:p>
          <a:p>
            <a:pPr lvl="1"/>
            <a:endParaRPr lang="en-US"/>
          </a:p>
          <a:p>
            <a:pPr lvl="1"/>
            <a:r>
              <a:rPr lang="en-US"/>
              <a:t>if nobody else has asked  me for the lock: Reply “Sure”</a:t>
            </a:r>
          </a:p>
          <a:p>
            <a:pPr lvl="1"/>
            <a:r>
              <a:rPr lang="en-US"/>
              <a:t>1) else reply “no way” </a:t>
            </a:r>
          </a:p>
          <a:p>
            <a:pPr lvl="1"/>
            <a:r>
              <a:rPr lang="en-US"/>
              <a:t>2) else add this request to queue</a:t>
            </a:r>
          </a:p>
          <a:p>
            <a:r>
              <a:rPr lang="en-US"/>
              <a:t>Wait for a timeout…</a:t>
            </a:r>
          </a:p>
          <a:p>
            <a:pPr lvl="1"/>
            <a:r>
              <a:rPr lang="en-US"/>
              <a:t>If 50% say sure, then take the lock</a:t>
            </a:r>
          </a:p>
          <a:p>
            <a:pPr lvl="1"/>
            <a:r>
              <a:rPr lang="en-US"/>
              <a:t>else, “I no longer want the lock”</a:t>
            </a:r>
          </a:p>
        </p:txBody>
      </p:sp>
      <p:sp>
        <p:nvSpPr>
          <p:cNvPr id="4" name="Footer Placeholder 3">
            <a:extLst>
              <a:ext uri="{FF2B5EF4-FFF2-40B4-BE49-F238E27FC236}">
                <a16:creationId xmlns:a16="http://schemas.microsoft.com/office/drawing/2014/main" id="{8FDBE76D-E3EB-4F57-9EAB-9DC28B2C40AB}"/>
              </a:ext>
            </a:extLst>
          </p:cNvPr>
          <p:cNvSpPr>
            <a:spLocks noGrp="1"/>
          </p:cNvSpPr>
          <p:nvPr>
            <p:ph type="ftr" sz="quarter" idx="11"/>
          </p:nvPr>
        </p:nvSpPr>
        <p:spPr/>
        <p:txBody>
          <a:bodyPr/>
          <a:lstStyle/>
          <a:p>
            <a:r>
              <a:rPr lang="en-US"/>
              <a:t>Prof. Tim Wood &amp; Prof. Roozbeh Haghnazar</a:t>
            </a:r>
          </a:p>
        </p:txBody>
      </p:sp>
    </p:spTree>
    <p:extLst>
      <p:ext uri="{BB962C8B-B14F-4D97-AF65-F5344CB8AC3E}">
        <p14:creationId xmlns:p14="http://schemas.microsoft.com/office/powerpoint/2010/main" val="2578273856"/>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55CABA-EB8E-4F91-A123-7BF166E3CE45}"/>
              </a:ext>
            </a:extLst>
          </p:cNvPr>
          <p:cNvSpPr>
            <a:spLocks noGrp="1"/>
          </p:cNvSpPr>
          <p:nvPr>
            <p:ph type="title"/>
          </p:nvPr>
        </p:nvSpPr>
        <p:spPr/>
        <p:txBody>
          <a:bodyPr/>
          <a:lstStyle/>
          <a:p>
            <a:r>
              <a:rPr lang="en-US"/>
              <a:t>Distributed Approach</a:t>
            </a:r>
          </a:p>
        </p:txBody>
      </p:sp>
      <p:sp>
        <p:nvSpPr>
          <p:cNvPr id="3" name="Content Placeholder 2">
            <a:extLst>
              <a:ext uri="{FF2B5EF4-FFF2-40B4-BE49-F238E27FC236}">
                <a16:creationId xmlns:a16="http://schemas.microsoft.com/office/drawing/2014/main" id="{E2BBD471-0AFA-4B80-8AD4-166B6D08D6E3}"/>
              </a:ext>
            </a:extLst>
          </p:cNvPr>
          <p:cNvSpPr>
            <a:spLocks noGrp="1"/>
          </p:cNvSpPr>
          <p:nvPr>
            <p:ph idx="1"/>
          </p:nvPr>
        </p:nvSpPr>
        <p:spPr/>
        <p:txBody>
          <a:bodyPr/>
          <a:lstStyle/>
          <a:p>
            <a:r>
              <a:rPr lang="en-US"/>
              <a:t>Use </a:t>
            </a:r>
            <a:r>
              <a:rPr lang="en-US" err="1"/>
              <a:t>Lamport</a:t>
            </a:r>
            <a:r>
              <a:rPr lang="en-US"/>
              <a:t> Clocks to order lock requests across nodes</a:t>
            </a:r>
          </a:p>
          <a:p>
            <a:r>
              <a:rPr lang="en-US"/>
              <a:t>Send Lock message with ++clock</a:t>
            </a:r>
          </a:p>
          <a:p>
            <a:pPr lvl="1"/>
            <a:r>
              <a:rPr lang="en-US"/>
              <a:t>Wait for OKs from all nodes</a:t>
            </a:r>
          </a:p>
          <a:p>
            <a:r>
              <a:rPr lang="en-US"/>
              <a:t>When receiving Lock msg:</a:t>
            </a:r>
          </a:p>
          <a:p>
            <a:pPr lvl="1"/>
            <a:r>
              <a:rPr lang="en-US"/>
              <a:t>Update clock following </a:t>
            </a:r>
            <a:r>
              <a:rPr lang="en-US" err="1"/>
              <a:t>Lamport’s</a:t>
            </a:r>
            <a:r>
              <a:rPr lang="en-US"/>
              <a:t> rules</a:t>
            </a:r>
          </a:p>
          <a:p>
            <a:pPr lvl="1"/>
            <a:r>
              <a:rPr lang="en-US"/>
              <a:t>Send OK if not interested</a:t>
            </a:r>
          </a:p>
          <a:p>
            <a:pPr lvl="1"/>
            <a:r>
              <a:rPr lang="en-US"/>
              <a:t>If I want the lock:</a:t>
            </a:r>
          </a:p>
          <a:p>
            <a:pPr lvl="2"/>
            <a:r>
              <a:rPr lang="en-US"/>
              <a:t>Send OK if request's clock is smaller than own</a:t>
            </a:r>
          </a:p>
          <a:p>
            <a:pPr lvl="2"/>
            <a:r>
              <a:rPr lang="en-US"/>
              <a:t>Else, put request in queue</a:t>
            </a:r>
          </a:p>
          <a:p>
            <a:r>
              <a:rPr lang="en-US"/>
              <a:t>When done with a lock:</a:t>
            </a:r>
          </a:p>
          <a:p>
            <a:pPr lvl="1"/>
            <a:r>
              <a:rPr lang="en-US"/>
              <a:t>Send OK to anybody in queue</a:t>
            </a:r>
          </a:p>
        </p:txBody>
      </p:sp>
      <p:sp>
        <p:nvSpPr>
          <p:cNvPr id="4" name="Footer Placeholder 3">
            <a:extLst>
              <a:ext uri="{FF2B5EF4-FFF2-40B4-BE49-F238E27FC236}">
                <a16:creationId xmlns:a16="http://schemas.microsoft.com/office/drawing/2014/main" id="{29919D10-91B4-4B64-9180-E4FA7064B665}"/>
              </a:ext>
            </a:extLst>
          </p:cNvPr>
          <p:cNvSpPr>
            <a:spLocks noGrp="1"/>
          </p:cNvSpPr>
          <p:nvPr>
            <p:ph type="ftr" sz="quarter" idx="11"/>
          </p:nvPr>
        </p:nvSpPr>
        <p:spPr/>
        <p:txBody>
          <a:bodyPr/>
          <a:lstStyle/>
          <a:p>
            <a:r>
              <a:rPr lang="en-US"/>
              <a:t>Prof. Tim Wood &amp; Prof. Roozbeh Haghnazar</a:t>
            </a:r>
          </a:p>
        </p:txBody>
      </p:sp>
      <p:grpSp>
        <p:nvGrpSpPr>
          <p:cNvPr id="5" name="Group 4">
            <a:extLst>
              <a:ext uri="{FF2B5EF4-FFF2-40B4-BE49-F238E27FC236}">
                <a16:creationId xmlns:a16="http://schemas.microsoft.com/office/drawing/2014/main" id="{9C013681-0841-4913-8195-5B93843EF0B3}"/>
              </a:ext>
            </a:extLst>
          </p:cNvPr>
          <p:cNvGrpSpPr/>
          <p:nvPr/>
        </p:nvGrpSpPr>
        <p:grpSpPr>
          <a:xfrm>
            <a:off x="8432407" y="1018894"/>
            <a:ext cx="2945102" cy="4575055"/>
            <a:chOff x="8255000" y="1446486"/>
            <a:chExt cx="4279900" cy="6915196"/>
          </a:xfrm>
        </p:grpSpPr>
        <p:grpSp>
          <p:nvGrpSpPr>
            <p:cNvPr id="6" name="Group">
              <a:extLst>
                <a:ext uri="{FF2B5EF4-FFF2-40B4-BE49-F238E27FC236}">
                  <a16:creationId xmlns:a16="http://schemas.microsoft.com/office/drawing/2014/main" id="{8CEE999E-F314-420B-8C0C-FE1FB71F4022}"/>
                </a:ext>
              </a:extLst>
            </p:cNvPr>
            <p:cNvGrpSpPr/>
            <p:nvPr/>
          </p:nvGrpSpPr>
          <p:grpSpPr>
            <a:xfrm>
              <a:off x="8382000" y="1446486"/>
              <a:ext cx="4038601" cy="3646175"/>
              <a:chOff x="0" y="0"/>
              <a:chExt cx="4038601" cy="3646172"/>
            </a:xfrm>
          </p:grpSpPr>
          <p:sp>
            <p:nvSpPr>
              <p:cNvPr id="19" name="C 15">
                <a:extLst>
                  <a:ext uri="{FF2B5EF4-FFF2-40B4-BE49-F238E27FC236}">
                    <a16:creationId xmlns:a16="http://schemas.microsoft.com/office/drawing/2014/main" id="{FFBCA79D-5F07-47EB-86D3-A63FFF390728}"/>
                  </a:ext>
                </a:extLst>
              </p:cNvPr>
              <p:cNvSpPr/>
              <p:nvPr/>
            </p:nvSpPr>
            <p:spPr>
              <a:xfrm>
                <a:off x="3139134" y="2283757"/>
                <a:ext cx="899467" cy="980155"/>
              </a:xfrm>
              <a:prstGeom prst="ellipse">
                <a:avLst/>
              </a:prstGeom>
              <a:solidFill>
                <a:srgbClr val="E0EDD4"/>
              </a:solidFill>
              <a:ln w="25400" cap="flat">
                <a:solidFill>
                  <a:srgbClr val="000000"/>
                </a:solidFill>
                <a:prstDash val="solid"/>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ctr">
                <a:noAutofit/>
              </a:bodyPr>
              <a:lstStyle/>
              <a:p>
                <a:pPr marL="0" marR="0" lvl="0" indent="0" algn="ctr" defTabSz="584200" eaLnBrk="1" fontAlgn="auto" latinLnBrk="0" hangingPunct="0">
                  <a:lnSpc>
                    <a:spcPct val="100000"/>
                  </a:lnSpc>
                  <a:spcBef>
                    <a:spcPts val="0"/>
                  </a:spcBef>
                  <a:spcAft>
                    <a:spcPts val="0"/>
                  </a:spcAft>
                  <a:buClrTx/>
                  <a:buSzTx/>
                  <a:buFontTx/>
                  <a:buNone/>
                  <a:tabLst/>
                  <a:defRPr sz="2600" b="1">
                    <a:latin typeface="Courier"/>
                    <a:ea typeface="Courier"/>
                    <a:cs typeface="Courier"/>
                    <a:sym typeface="Courier"/>
                  </a:defRPr>
                </a:pPr>
                <a:r>
                  <a:rPr kumimoji="0" sz="2000" b="1" i="0" u="none" strike="noStrike" kern="0" cap="none" spc="0" normalizeH="0" baseline="0" noProof="0">
                    <a:ln>
                      <a:noFill/>
                    </a:ln>
                    <a:solidFill>
                      <a:srgbClr val="000000"/>
                    </a:solidFill>
                    <a:effectLst/>
                    <a:uLnTx/>
                    <a:uFillTx/>
                    <a:latin typeface="Courier"/>
                    <a:ea typeface="Courier"/>
                    <a:cs typeface="Courier"/>
                    <a:sym typeface="Courier"/>
                  </a:rPr>
                  <a:t>C</a:t>
                </a:r>
                <a:br>
                  <a:rPr kumimoji="0" sz="2000" b="1" i="0" u="none" strike="noStrike" kern="0" cap="none" spc="0" normalizeH="0" baseline="0" noProof="0">
                    <a:ln>
                      <a:noFill/>
                    </a:ln>
                    <a:solidFill>
                      <a:srgbClr val="000000"/>
                    </a:solidFill>
                    <a:effectLst/>
                    <a:uLnTx/>
                    <a:uFillTx/>
                    <a:latin typeface="Courier"/>
                    <a:ea typeface="Courier"/>
                    <a:cs typeface="Courier"/>
                    <a:sym typeface="Courier"/>
                  </a:rPr>
                </a:br>
                <a:r>
                  <a:rPr kumimoji="0" sz="2000" b="1" i="0" u="none" strike="noStrike" kern="0" cap="none" spc="0" normalizeH="0" baseline="0" noProof="0">
                    <a:ln>
                      <a:noFill/>
                    </a:ln>
                    <a:solidFill>
                      <a:srgbClr val="000000"/>
                    </a:solidFill>
                    <a:effectLst/>
                    <a:uLnTx/>
                    <a:uFillTx/>
                    <a:latin typeface="Courier"/>
                    <a:ea typeface="Courier"/>
                    <a:cs typeface="Courier"/>
                    <a:sym typeface="Courier"/>
                  </a:rPr>
                  <a:t>15</a:t>
                </a:r>
              </a:p>
            </p:txBody>
          </p:sp>
          <p:sp>
            <p:nvSpPr>
              <p:cNvPr id="20" name="B 5">
                <a:extLst>
                  <a:ext uri="{FF2B5EF4-FFF2-40B4-BE49-F238E27FC236}">
                    <a16:creationId xmlns:a16="http://schemas.microsoft.com/office/drawing/2014/main" id="{96A6F3AD-91C1-410D-B465-D45832D12876}"/>
                  </a:ext>
                </a:extLst>
              </p:cNvPr>
              <p:cNvSpPr/>
              <p:nvPr/>
            </p:nvSpPr>
            <p:spPr>
              <a:xfrm>
                <a:off x="0" y="2283757"/>
                <a:ext cx="899466" cy="980155"/>
              </a:xfrm>
              <a:prstGeom prst="ellipse">
                <a:avLst/>
              </a:prstGeom>
              <a:solidFill>
                <a:srgbClr val="E0EDD4"/>
              </a:solidFill>
              <a:ln w="25400" cap="flat">
                <a:solidFill>
                  <a:srgbClr val="000000"/>
                </a:solidFill>
                <a:prstDash val="solid"/>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50800" tIns="50800" rIns="50800" bIns="50800" numCol="1" anchor="ctr">
                <a:noAutofit/>
              </a:bodyPr>
              <a:lstStyle/>
              <a:p>
                <a:pPr marL="0" marR="0" lvl="0" indent="0" algn="ctr" defTabSz="584200" eaLnBrk="1" fontAlgn="auto" latinLnBrk="0" hangingPunct="0">
                  <a:lnSpc>
                    <a:spcPct val="100000"/>
                  </a:lnSpc>
                  <a:spcBef>
                    <a:spcPts val="0"/>
                  </a:spcBef>
                  <a:spcAft>
                    <a:spcPts val="0"/>
                  </a:spcAft>
                  <a:buClrTx/>
                  <a:buSzTx/>
                  <a:buFontTx/>
                  <a:buNone/>
                  <a:tabLst/>
                  <a:defRPr sz="2600" b="1">
                    <a:latin typeface="Courier"/>
                    <a:ea typeface="Courier"/>
                    <a:cs typeface="Courier"/>
                    <a:sym typeface="Courier"/>
                  </a:defRPr>
                </a:pPr>
                <a:r>
                  <a:rPr kumimoji="0" sz="2000" b="1" i="0" u="none" strike="noStrike" kern="0" cap="none" spc="0" normalizeH="0" baseline="0" noProof="0">
                    <a:ln>
                      <a:noFill/>
                    </a:ln>
                    <a:solidFill>
                      <a:srgbClr val="000000"/>
                    </a:solidFill>
                    <a:effectLst/>
                    <a:uLnTx/>
                    <a:uFillTx/>
                    <a:latin typeface="Courier"/>
                    <a:ea typeface="Courier"/>
                    <a:cs typeface="Courier"/>
                    <a:sym typeface="Courier"/>
                  </a:rPr>
                  <a:t>B</a:t>
                </a:r>
                <a:br>
                  <a:rPr kumimoji="0" sz="2000" b="1" i="0" u="none" strike="noStrike" kern="0" cap="none" spc="0" normalizeH="0" baseline="0" noProof="0">
                    <a:ln>
                      <a:noFill/>
                    </a:ln>
                    <a:solidFill>
                      <a:srgbClr val="000000"/>
                    </a:solidFill>
                    <a:effectLst/>
                    <a:uLnTx/>
                    <a:uFillTx/>
                    <a:latin typeface="Courier"/>
                    <a:ea typeface="Courier"/>
                    <a:cs typeface="Courier"/>
                    <a:sym typeface="Courier"/>
                  </a:rPr>
                </a:br>
                <a:r>
                  <a:rPr kumimoji="0" lang="en-US" sz="2000" b="1" i="0" u="none" strike="noStrike" kern="0" cap="none" spc="0" normalizeH="0" baseline="0" noProof="0">
                    <a:ln>
                      <a:noFill/>
                    </a:ln>
                    <a:solidFill>
                      <a:srgbClr val="000000"/>
                    </a:solidFill>
                    <a:effectLst/>
                    <a:uLnTx/>
                    <a:uFillTx/>
                    <a:latin typeface="Courier"/>
                    <a:ea typeface="Courier"/>
                    <a:cs typeface="Courier"/>
                    <a:sym typeface="Courier"/>
                  </a:rPr>
                  <a:t>5</a:t>
                </a:r>
                <a:endParaRPr kumimoji="0" sz="2000" b="1" i="0" u="none" strike="noStrike" kern="0" cap="none" spc="0" normalizeH="0" baseline="0" noProof="0">
                  <a:ln>
                    <a:noFill/>
                  </a:ln>
                  <a:solidFill>
                    <a:srgbClr val="000000"/>
                  </a:solidFill>
                  <a:effectLst/>
                  <a:uLnTx/>
                  <a:uFillTx/>
                  <a:latin typeface="Courier"/>
                  <a:ea typeface="Courier"/>
                  <a:cs typeface="Courier"/>
                  <a:sym typeface="Courier"/>
                </a:endParaRPr>
              </a:p>
            </p:txBody>
          </p:sp>
          <p:sp>
            <p:nvSpPr>
              <p:cNvPr id="21" name="Line">
                <a:extLst>
                  <a:ext uri="{FF2B5EF4-FFF2-40B4-BE49-F238E27FC236}">
                    <a16:creationId xmlns:a16="http://schemas.microsoft.com/office/drawing/2014/main" id="{EBD3C404-22A3-4449-8436-ABB584046CD5}"/>
                  </a:ext>
                </a:extLst>
              </p:cNvPr>
              <p:cNvSpPr/>
              <p:nvPr/>
            </p:nvSpPr>
            <p:spPr>
              <a:xfrm flipH="1">
                <a:off x="539679" y="833130"/>
                <a:ext cx="926450" cy="1313407"/>
              </a:xfrm>
              <a:prstGeom prst="line">
                <a:avLst/>
              </a:prstGeom>
              <a:noFill/>
              <a:ln w="38100" cap="flat">
                <a:solidFill>
                  <a:srgbClr val="000000"/>
                </a:solidFill>
                <a:prstDash val="solid"/>
                <a:miter lim="400000"/>
                <a:headEnd type="stealth" w="med" len="med"/>
              </a:ln>
              <a:effectLst/>
            </p:spPr>
            <p:txBody>
              <a:bodyPr wrap="square" lIns="0" tIns="0" rIns="0" bIns="0" numCol="1" anchor="t">
                <a:noAutofit/>
              </a:bodyPr>
              <a:lstStyle/>
              <a:p>
                <a:pPr marL="0" marR="0" lvl="0" indent="0" defTabSz="914400" eaLnBrk="1" fontAlgn="auto" latinLnBrk="0" hangingPunct="0">
                  <a:lnSpc>
                    <a:spcPct val="100000"/>
                  </a:lnSpc>
                  <a:spcBef>
                    <a:spcPts val="0"/>
                  </a:spcBef>
                  <a:spcAft>
                    <a:spcPts val="0"/>
                  </a:spcAft>
                  <a:buClrTx/>
                  <a:buSzTx/>
                  <a:buFontTx/>
                  <a:buNone/>
                  <a:tabLst/>
                  <a:defRPr sz="1200"/>
                </a:pPr>
                <a:endParaRPr kumimoji="0" sz="800" b="0" i="0" u="none" strike="noStrike" kern="0" cap="none" spc="0" normalizeH="0" baseline="0" noProof="0">
                  <a:ln>
                    <a:noFill/>
                  </a:ln>
                  <a:solidFill>
                    <a:srgbClr val="000000"/>
                  </a:solidFill>
                  <a:effectLst/>
                  <a:uLnTx/>
                  <a:uFillTx/>
                  <a:latin typeface="Helvetica"/>
                  <a:cs typeface="Helvetica"/>
                  <a:sym typeface="Helvetica"/>
                </a:endParaRPr>
              </a:p>
            </p:txBody>
          </p:sp>
          <p:sp>
            <p:nvSpPr>
              <p:cNvPr id="24" name="5 Lock">
                <a:extLst>
                  <a:ext uri="{FF2B5EF4-FFF2-40B4-BE49-F238E27FC236}">
                    <a16:creationId xmlns:a16="http://schemas.microsoft.com/office/drawing/2014/main" id="{23DCB431-8C9A-4A75-8CB8-F07F598827B3}"/>
                  </a:ext>
                </a:extLst>
              </p:cNvPr>
              <p:cNvSpPr txBox="1"/>
              <p:nvPr/>
            </p:nvSpPr>
            <p:spPr>
              <a:xfrm rot="18271838">
                <a:off x="60912" y="1053707"/>
                <a:ext cx="1263596" cy="539001"/>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50800" tIns="50800" rIns="50800" bIns="50800" numCol="1" anchor="ctr">
                <a:noAutofit/>
              </a:bodyPr>
              <a:lstStyle>
                <a:lvl1pPr>
                  <a:defRPr sz="2800"/>
                </a:lvl1pPr>
              </a:lstStyle>
              <a:p>
                <a:pPr marL="0" marR="0" lvl="0" indent="0" algn="ctr" defTabSz="584200" eaLnBrk="1" fontAlgn="auto" latinLnBrk="0" hangingPunct="0">
                  <a:lnSpc>
                    <a:spcPct val="100000"/>
                  </a:lnSpc>
                  <a:spcBef>
                    <a:spcPts val="0"/>
                  </a:spcBef>
                  <a:spcAft>
                    <a:spcPts val="0"/>
                  </a:spcAft>
                  <a:buClrTx/>
                  <a:buSzTx/>
                  <a:buFontTx/>
                  <a:buNone/>
                  <a:tabLst/>
                  <a:defRPr/>
                </a:pPr>
                <a:r>
                  <a:rPr lang="en-US" sz="1400" kern="0">
                    <a:solidFill>
                      <a:srgbClr val="000000"/>
                    </a:solidFill>
                    <a:latin typeface="Helvetica"/>
                    <a:cs typeface="Helvetica"/>
                    <a:sym typeface="Helvetica"/>
                  </a:rPr>
                  <a:t>6</a:t>
                </a:r>
                <a:r>
                  <a:rPr kumimoji="0" sz="1400" b="0" i="0" u="none" strike="noStrike" kern="0" cap="none" spc="0" normalizeH="0" baseline="0" noProof="0">
                    <a:ln>
                      <a:noFill/>
                    </a:ln>
                    <a:solidFill>
                      <a:srgbClr val="000000"/>
                    </a:solidFill>
                    <a:effectLst/>
                    <a:uLnTx/>
                    <a:uFillTx/>
                    <a:latin typeface="Helvetica"/>
                    <a:cs typeface="Helvetica"/>
                    <a:sym typeface="Helvetica"/>
                  </a:rPr>
                  <a:t> Lock</a:t>
                </a:r>
              </a:p>
            </p:txBody>
          </p:sp>
          <p:sp>
            <p:nvSpPr>
              <p:cNvPr id="26" name="A 3">
                <a:extLst>
                  <a:ext uri="{FF2B5EF4-FFF2-40B4-BE49-F238E27FC236}">
                    <a16:creationId xmlns:a16="http://schemas.microsoft.com/office/drawing/2014/main" id="{AD9AD5DF-0BD2-44CA-BA89-D3375BC542B3}"/>
                  </a:ext>
                </a:extLst>
              </p:cNvPr>
              <p:cNvSpPr/>
              <p:nvPr/>
            </p:nvSpPr>
            <p:spPr>
              <a:xfrm>
                <a:off x="1439144" y="0"/>
                <a:ext cx="899467" cy="980155"/>
              </a:xfrm>
              <a:prstGeom prst="ellipse">
                <a:avLst/>
              </a:prstGeom>
              <a:solidFill>
                <a:srgbClr val="E0EDD4"/>
              </a:solidFill>
              <a:ln w="25400" cap="flat">
                <a:solidFill>
                  <a:srgbClr val="000000"/>
                </a:solidFill>
                <a:prstDash val="solid"/>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50800" tIns="50800" rIns="50800" bIns="50800" numCol="1" anchor="ctr">
                <a:noAutofit/>
              </a:bodyPr>
              <a:lstStyle/>
              <a:p>
                <a:pPr marL="0" marR="0" lvl="0" indent="0" algn="ctr" defTabSz="584200" eaLnBrk="1" fontAlgn="auto" latinLnBrk="0" hangingPunct="0">
                  <a:lnSpc>
                    <a:spcPct val="100000"/>
                  </a:lnSpc>
                  <a:spcBef>
                    <a:spcPts val="0"/>
                  </a:spcBef>
                  <a:spcAft>
                    <a:spcPts val="0"/>
                  </a:spcAft>
                  <a:buClrTx/>
                  <a:buSzTx/>
                  <a:buFontTx/>
                  <a:buNone/>
                  <a:tabLst/>
                  <a:defRPr sz="2600" b="1">
                    <a:latin typeface="Courier"/>
                    <a:ea typeface="Courier"/>
                    <a:cs typeface="Courier"/>
                    <a:sym typeface="Courier"/>
                  </a:defRPr>
                </a:pPr>
                <a:r>
                  <a:rPr kumimoji="0" sz="2000" b="1" i="0" u="none" strike="noStrike" kern="0" cap="none" spc="0" normalizeH="0" baseline="0" noProof="0">
                    <a:ln>
                      <a:noFill/>
                    </a:ln>
                    <a:solidFill>
                      <a:srgbClr val="000000"/>
                    </a:solidFill>
                    <a:effectLst/>
                    <a:uLnTx/>
                    <a:uFillTx/>
                    <a:latin typeface="Courier"/>
                    <a:ea typeface="Courier"/>
                    <a:cs typeface="Courier"/>
                    <a:sym typeface="Courier"/>
                  </a:rPr>
                  <a:t>A</a:t>
                </a:r>
                <a:br>
                  <a:rPr kumimoji="0" sz="2000" b="1" i="0" u="none" strike="noStrike" kern="0" cap="none" spc="0" normalizeH="0" baseline="0" noProof="0">
                    <a:ln>
                      <a:noFill/>
                    </a:ln>
                    <a:solidFill>
                      <a:srgbClr val="000000"/>
                    </a:solidFill>
                    <a:effectLst/>
                    <a:uLnTx/>
                    <a:uFillTx/>
                    <a:latin typeface="Courier"/>
                    <a:ea typeface="Courier"/>
                    <a:cs typeface="Courier"/>
                    <a:sym typeface="Courier"/>
                  </a:rPr>
                </a:br>
                <a:r>
                  <a:rPr kumimoji="0" sz="2000" b="1" i="0" u="none" strike="noStrike" kern="0" cap="none" spc="0" normalizeH="0" baseline="0" noProof="0">
                    <a:ln>
                      <a:noFill/>
                    </a:ln>
                    <a:solidFill>
                      <a:srgbClr val="000000"/>
                    </a:solidFill>
                    <a:effectLst/>
                    <a:uLnTx/>
                    <a:uFillTx/>
                    <a:latin typeface="Courier"/>
                    <a:ea typeface="Courier"/>
                    <a:cs typeface="Courier"/>
                    <a:sym typeface="Courier"/>
                  </a:rPr>
                  <a:t>3</a:t>
                </a:r>
              </a:p>
            </p:txBody>
          </p:sp>
          <p:sp>
            <p:nvSpPr>
              <p:cNvPr id="28" name="Line">
                <a:extLst>
                  <a:ext uri="{FF2B5EF4-FFF2-40B4-BE49-F238E27FC236}">
                    <a16:creationId xmlns:a16="http://schemas.microsoft.com/office/drawing/2014/main" id="{163B8C80-52C4-4437-8973-AF4F219BF241}"/>
                  </a:ext>
                </a:extLst>
              </p:cNvPr>
              <p:cNvSpPr/>
              <p:nvPr/>
            </p:nvSpPr>
            <p:spPr>
              <a:xfrm flipH="1">
                <a:off x="989412" y="2999270"/>
                <a:ext cx="2059777" cy="2"/>
              </a:xfrm>
              <a:prstGeom prst="line">
                <a:avLst/>
              </a:prstGeom>
              <a:noFill/>
              <a:ln w="38100" cap="flat">
                <a:solidFill>
                  <a:srgbClr val="000000"/>
                </a:solidFill>
                <a:prstDash val="solid"/>
                <a:miter lim="400000"/>
                <a:headEnd type="triangle" w="med" len="med"/>
              </a:ln>
              <a:effectLst/>
            </p:spPr>
            <p:txBody>
              <a:bodyPr wrap="square" lIns="0" tIns="0" rIns="0" bIns="0" numCol="1" anchor="t">
                <a:noAutofit/>
              </a:bodyPr>
              <a:lstStyle/>
              <a:p>
                <a:pPr marL="0" marR="0" lvl="0" indent="0" defTabSz="914400" eaLnBrk="1" fontAlgn="auto" latinLnBrk="0" hangingPunct="0">
                  <a:lnSpc>
                    <a:spcPct val="100000"/>
                  </a:lnSpc>
                  <a:spcBef>
                    <a:spcPts val="0"/>
                  </a:spcBef>
                  <a:spcAft>
                    <a:spcPts val="0"/>
                  </a:spcAft>
                  <a:buClrTx/>
                  <a:buSzTx/>
                  <a:buFontTx/>
                  <a:buNone/>
                  <a:tabLst/>
                  <a:defRPr sz="1200"/>
                </a:pPr>
                <a:endParaRPr kumimoji="0" sz="800" b="0" i="0" u="none" strike="noStrike" kern="0" cap="none" spc="0" normalizeH="0" baseline="0" noProof="0">
                  <a:ln>
                    <a:noFill/>
                  </a:ln>
                  <a:solidFill>
                    <a:srgbClr val="000000"/>
                  </a:solidFill>
                  <a:effectLst/>
                  <a:uLnTx/>
                  <a:uFillTx/>
                  <a:latin typeface="Helvetica"/>
                  <a:cs typeface="Helvetica"/>
                  <a:sym typeface="Helvetica"/>
                </a:endParaRPr>
              </a:p>
            </p:txBody>
          </p:sp>
          <p:sp>
            <p:nvSpPr>
              <p:cNvPr id="29" name="5 Lock">
                <a:extLst>
                  <a:ext uri="{FF2B5EF4-FFF2-40B4-BE49-F238E27FC236}">
                    <a16:creationId xmlns:a16="http://schemas.microsoft.com/office/drawing/2014/main" id="{42552243-A6AC-4D9B-B973-A5E99B6B2995}"/>
                  </a:ext>
                </a:extLst>
              </p:cNvPr>
              <p:cNvSpPr txBox="1"/>
              <p:nvPr/>
            </p:nvSpPr>
            <p:spPr>
              <a:xfrm>
                <a:off x="1508217" y="3077682"/>
                <a:ext cx="1193989" cy="56849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50800" tIns="50800" rIns="50800" bIns="50800" numCol="1" anchor="ctr">
                <a:noAutofit/>
              </a:bodyPr>
              <a:lstStyle>
                <a:lvl1pPr>
                  <a:defRPr sz="2800"/>
                </a:lvl1pPr>
              </a:lstStyle>
              <a:p>
                <a:pPr marL="0" marR="0" lvl="0" indent="0" algn="ctr" defTabSz="584200" eaLnBrk="1" fontAlgn="auto" latinLnBrk="0" hangingPunct="0">
                  <a:lnSpc>
                    <a:spcPct val="100000"/>
                  </a:lnSpc>
                  <a:spcBef>
                    <a:spcPts val="0"/>
                  </a:spcBef>
                  <a:spcAft>
                    <a:spcPts val="0"/>
                  </a:spcAft>
                  <a:buClrTx/>
                  <a:buSzTx/>
                  <a:buFontTx/>
                  <a:buNone/>
                  <a:tabLst/>
                  <a:defRPr/>
                </a:pPr>
                <a:r>
                  <a:rPr lang="en-US" sz="1400" kern="0">
                    <a:solidFill>
                      <a:srgbClr val="000000"/>
                    </a:solidFill>
                    <a:latin typeface="Helvetica"/>
                    <a:cs typeface="Helvetica"/>
                    <a:sym typeface="Helvetica"/>
                  </a:rPr>
                  <a:t>6</a:t>
                </a:r>
                <a:r>
                  <a:rPr kumimoji="0" sz="1400" b="0" i="0" u="none" strike="noStrike" kern="0" cap="none" spc="0" normalizeH="0" baseline="0" noProof="0">
                    <a:ln>
                      <a:noFill/>
                    </a:ln>
                    <a:solidFill>
                      <a:srgbClr val="000000"/>
                    </a:solidFill>
                    <a:effectLst/>
                    <a:uLnTx/>
                    <a:uFillTx/>
                    <a:latin typeface="Helvetica"/>
                    <a:cs typeface="Helvetica"/>
                    <a:sym typeface="Helvetica"/>
                  </a:rPr>
                  <a:t> Lock</a:t>
                </a:r>
              </a:p>
            </p:txBody>
          </p:sp>
        </p:grpSp>
        <p:grpSp>
          <p:nvGrpSpPr>
            <p:cNvPr id="7" name="Group">
              <a:extLst>
                <a:ext uri="{FF2B5EF4-FFF2-40B4-BE49-F238E27FC236}">
                  <a16:creationId xmlns:a16="http://schemas.microsoft.com/office/drawing/2014/main" id="{83C9E4D5-6CE6-48E8-86E4-0A7272FF7BA8}"/>
                </a:ext>
              </a:extLst>
            </p:cNvPr>
            <p:cNvGrpSpPr/>
            <p:nvPr/>
          </p:nvGrpSpPr>
          <p:grpSpPr>
            <a:xfrm>
              <a:off x="8255000" y="5194300"/>
              <a:ext cx="4279900" cy="3167382"/>
              <a:chOff x="0" y="0"/>
              <a:chExt cx="4279900" cy="3167382"/>
            </a:xfrm>
          </p:grpSpPr>
          <p:sp>
            <p:nvSpPr>
              <p:cNvPr id="10" name="C 16">
                <a:extLst>
                  <a:ext uri="{FF2B5EF4-FFF2-40B4-BE49-F238E27FC236}">
                    <a16:creationId xmlns:a16="http://schemas.microsoft.com/office/drawing/2014/main" id="{7F86895F-1EE5-4752-9F4E-863980CDE2B1}"/>
                  </a:ext>
                </a:extLst>
              </p:cNvPr>
              <p:cNvSpPr/>
              <p:nvPr/>
            </p:nvSpPr>
            <p:spPr>
              <a:xfrm>
                <a:off x="3326693" y="2216216"/>
                <a:ext cx="953207" cy="951166"/>
              </a:xfrm>
              <a:prstGeom prst="ellipse">
                <a:avLst/>
              </a:prstGeom>
              <a:solidFill>
                <a:srgbClr val="E0EDD4"/>
              </a:solidFill>
              <a:ln w="25400" cap="flat">
                <a:solidFill>
                  <a:srgbClr val="000000"/>
                </a:solidFill>
                <a:prstDash val="solid"/>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ctr">
                <a:noAutofit/>
              </a:bodyPr>
              <a:lstStyle/>
              <a:p>
                <a:pPr marL="0" marR="0" lvl="0" indent="0" algn="ctr" defTabSz="584200" eaLnBrk="1" fontAlgn="auto" latinLnBrk="0" hangingPunct="0">
                  <a:lnSpc>
                    <a:spcPct val="100000"/>
                  </a:lnSpc>
                  <a:spcBef>
                    <a:spcPts val="0"/>
                  </a:spcBef>
                  <a:spcAft>
                    <a:spcPts val="0"/>
                  </a:spcAft>
                  <a:buClrTx/>
                  <a:buSzTx/>
                  <a:buFontTx/>
                  <a:buNone/>
                  <a:tabLst/>
                  <a:defRPr sz="2300" b="1">
                    <a:latin typeface="Courier"/>
                    <a:ea typeface="Courier"/>
                    <a:cs typeface="Courier"/>
                    <a:sym typeface="Courier"/>
                  </a:defRPr>
                </a:pPr>
                <a:r>
                  <a:rPr kumimoji="0" sz="2000" b="1" i="0" u="none" strike="noStrike" kern="0" cap="none" spc="0" normalizeH="0" baseline="0" noProof="0" dirty="0">
                    <a:ln>
                      <a:noFill/>
                    </a:ln>
                    <a:solidFill>
                      <a:srgbClr val="000000"/>
                    </a:solidFill>
                    <a:effectLst/>
                    <a:uLnTx/>
                    <a:uFillTx/>
                    <a:latin typeface="Courier"/>
                    <a:ea typeface="Courier"/>
                    <a:cs typeface="Courier"/>
                    <a:sym typeface="Courier"/>
                  </a:rPr>
                  <a:t>C</a:t>
                </a:r>
                <a:br>
                  <a:rPr kumimoji="0" sz="2000" b="1" i="0" u="none" strike="noStrike" kern="0" cap="none" spc="0" normalizeH="0" baseline="0" noProof="0" dirty="0">
                    <a:ln>
                      <a:noFill/>
                    </a:ln>
                    <a:solidFill>
                      <a:srgbClr val="000000"/>
                    </a:solidFill>
                    <a:effectLst/>
                    <a:uLnTx/>
                    <a:uFillTx/>
                    <a:latin typeface="Courier"/>
                    <a:ea typeface="Courier"/>
                    <a:cs typeface="Courier"/>
                    <a:sym typeface="Courier"/>
                  </a:rPr>
                </a:br>
                <a:r>
                  <a:rPr kumimoji="0" sz="2000" b="1" i="0" u="none" strike="noStrike" kern="0" cap="none" spc="0" normalizeH="0" baseline="0" noProof="0" dirty="0">
                    <a:ln>
                      <a:noFill/>
                    </a:ln>
                    <a:solidFill>
                      <a:srgbClr val="000000"/>
                    </a:solidFill>
                    <a:effectLst/>
                    <a:uLnTx/>
                    <a:uFillTx/>
                    <a:latin typeface="Courier"/>
                    <a:ea typeface="Courier"/>
                    <a:cs typeface="Courier"/>
                    <a:sym typeface="Courier"/>
                  </a:rPr>
                  <a:t>1</a:t>
                </a:r>
                <a:r>
                  <a:rPr kumimoji="0" lang="en-US" sz="2000" b="1" i="0" u="none" strike="noStrike" kern="0" cap="none" spc="0" normalizeH="0" baseline="0" noProof="0" dirty="0">
                    <a:ln>
                      <a:noFill/>
                    </a:ln>
                    <a:solidFill>
                      <a:srgbClr val="000000"/>
                    </a:solidFill>
                    <a:effectLst/>
                    <a:uLnTx/>
                    <a:uFillTx/>
                    <a:latin typeface="Courier"/>
                    <a:ea typeface="Courier"/>
                    <a:cs typeface="Courier"/>
                    <a:sym typeface="Courier"/>
                  </a:rPr>
                  <a:t>5</a:t>
                </a:r>
                <a:endParaRPr kumimoji="0" sz="2000" b="1" i="0" u="none" strike="noStrike" kern="0" cap="none" spc="0" normalizeH="0" baseline="0" noProof="0" dirty="0">
                  <a:ln>
                    <a:noFill/>
                  </a:ln>
                  <a:solidFill>
                    <a:srgbClr val="000000"/>
                  </a:solidFill>
                  <a:effectLst/>
                  <a:uLnTx/>
                  <a:uFillTx/>
                  <a:latin typeface="Courier"/>
                  <a:ea typeface="Courier"/>
                  <a:cs typeface="Courier"/>
                  <a:sym typeface="Courier"/>
                </a:endParaRPr>
              </a:p>
            </p:txBody>
          </p:sp>
          <p:sp>
            <p:nvSpPr>
              <p:cNvPr id="11" name="B 16">
                <a:extLst>
                  <a:ext uri="{FF2B5EF4-FFF2-40B4-BE49-F238E27FC236}">
                    <a16:creationId xmlns:a16="http://schemas.microsoft.com/office/drawing/2014/main" id="{30F33A96-3205-4C8E-82B4-E350C6A67A6B}"/>
                  </a:ext>
                </a:extLst>
              </p:cNvPr>
              <p:cNvSpPr/>
              <p:nvPr/>
            </p:nvSpPr>
            <p:spPr>
              <a:xfrm>
                <a:off x="0" y="2216216"/>
                <a:ext cx="953207" cy="951166"/>
              </a:xfrm>
              <a:prstGeom prst="ellipse">
                <a:avLst/>
              </a:prstGeom>
              <a:solidFill>
                <a:srgbClr val="F5EC00"/>
              </a:solidFill>
              <a:ln w="25400" cap="flat">
                <a:solidFill>
                  <a:srgbClr val="000000"/>
                </a:solidFill>
                <a:prstDash val="solid"/>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ctr">
                <a:noAutofit/>
              </a:bodyPr>
              <a:lstStyle/>
              <a:p>
                <a:pPr marL="0" marR="0" lvl="0" indent="0" algn="ctr" defTabSz="584200" eaLnBrk="1" fontAlgn="auto" latinLnBrk="0" hangingPunct="0">
                  <a:lnSpc>
                    <a:spcPct val="100000"/>
                  </a:lnSpc>
                  <a:spcBef>
                    <a:spcPts val="0"/>
                  </a:spcBef>
                  <a:spcAft>
                    <a:spcPts val="0"/>
                  </a:spcAft>
                  <a:buClrTx/>
                  <a:buSzTx/>
                  <a:buFontTx/>
                  <a:buNone/>
                  <a:tabLst/>
                  <a:defRPr sz="2300" b="1">
                    <a:latin typeface="Courier"/>
                    <a:ea typeface="Courier"/>
                    <a:cs typeface="Courier"/>
                    <a:sym typeface="Courier"/>
                  </a:defRPr>
                </a:pPr>
                <a:r>
                  <a:rPr kumimoji="0" sz="2000" b="1" i="0" u="none" strike="noStrike" kern="0" cap="none" spc="0" normalizeH="0" baseline="0" noProof="0" dirty="0">
                    <a:ln>
                      <a:noFill/>
                    </a:ln>
                    <a:solidFill>
                      <a:srgbClr val="000000"/>
                    </a:solidFill>
                    <a:effectLst/>
                    <a:uLnTx/>
                    <a:uFillTx/>
                    <a:latin typeface="Courier"/>
                    <a:ea typeface="Courier"/>
                    <a:cs typeface="Courier"/>
                    <a:sym typeface="Courier"/>
                  </a:rPr>
                  <a:t>B</a:t>
                </a:r>
                <a:br>
                  <a:rPr kumimoji="0" sz="2000" b="1" i="0" u="none" strike="noStrike" kern="0" cap="none" spc="0" normalizeH="0" baseline="0" noProof="0" dirty="0">
                    <a:ln>
                      <a:noFill/>
                    </a:ln>
                    <a:solidFill>
                      <a:srgbClr val="000000"/>
                    </a:solidFill>
                    <a:effectLst/>
                    <a:uLnTx/>
                    <a:uFillTx/>
                    <a:latin typeface="Courier"/>
                    <a:ea typeface="Courier"/>
                    <a:cs typeface="Courier"/>
                    <a:sym typeface="Courier"/>
                  </a:rPr>
                </a:br>
                <a:r>
                  <a:rPr kumimoji="0" lang="en-US" sz="2000" b="1" i="0" u="none" strike="noStrike" kern="0" cap="none" spc="0" normalizeH="0" baseline="0" noProof="0" dirty="0">
                    <a:ln>
                      <a:noFill/>
                    </a:ln>
                    <a:solidFill>
                      <a:srgbClr val="000000"/>
                    </a:solidFill>
                    <a:effectLst/>
                    <a:uLnTx/>
                    <a:uFillTx/>
                    <a:latin typeface="Courier"/>
                    <a:ea typeface="Courier"/>
                    <a:cs typeface="Courier"/>
                    <a:sym typeface="Courier"/>
                  </a:rPr>
                  <a:t>6</a:t>
                </a:r>
                <a:endParaRPr kumimoji="0" sz="2000" b="1" i="0" u="none" strike="noStrike" kern="0" cap="none" spc="0" normalizeH="0" baseline="0" noProof="0" dirty="0">
                  <a:ln>
                    <a:noFill/>
                  </a:ln>
                  <a:solidFill>
                    <a:srgbClr val="000000"/>
                  </a:solidFill>
                  <a:effectLst/>
                  <a:uLnTx/>
                  <a:uFillTx/>
                  <a:latin typeface="Courier"/>
                  <a:ea typeface="Courier"/>
                  <a:cs typeface="Courier"/>
                  <a:sym typeface="Courier"/>
                </a:endParaRPr>
              </a:p>
            </p:txBody>
          </p:sp>
          <p:sp>
            <p:nvSpPr>
              <p:cNvPr id="12" name="Line">
                <a:extLst>
                  <a:ext uri="{FF2B5EF4-FFF2-40B4-BE49-F238E27FC236}">
                    <a16:creationId xmlns:a16="http://schemas.microsoft.com/office/drawing/2014/main" id="{7CD8C9ED-2A5D-4F42-8C48-4177B658F3A5}"/>
                  </a:ext>
                </a:extLst>
              </p:cNvPr>
              <p:cNvSpPr/>
              <p:nvPr/>
            </p:nvSpPr>
            <p:spPr>
              <a:xfrm flipH="1">
                <a:off x="571924" y="808490"/>
                <a:ext cx="981803" cy="1274563"/>
              </a:xfrm>
              <a:prstGeom prst="line">
                <a:avLst/>
              </a:prstGeom>
              <a:noFill/>
              <a:ln w="38100" cap="flat">
                <a:solidFill>
                  <a:srgbClr val="000000"/>
                </a:solidFill>
                <a:prstDash val="solid"/>
                <a:miter lim="400000"/>
                <a:tailEnd type="triangle" w="med" len="med"/>
              </a:ln>
              <a:effectLst/>
            </p:spPr>
            <p:txBody>
              <a:bodyPr wrap="square" lIns="0" tIns="0" rIns="0" bIns="0" numCol="1" anchor="t">
                <a:noAutofit/>
              </a:bodyPr>
              <a:lstStyle/>
              <a:p>
                <a:pPr marL="0" marR="0" lvl="0" indent="0" defTabSz="914400" eaLnBrk="1" fontAlgn="auto" latinLnBrk="0" hangingPunct="0">
                  <a:lnSpc>
                    <a:spcPct val="100000"/>
                  </a:lnSpc>
                  <a:spcBef>
                    <a:spcPts val="0"/>
                  </a:spcBef>
                  <a:spcAft>
                    <a:spcPts val="0"/>
                  </a:spcAft>
                  <a:buClrTx/>
                  <a:buSzTx/>
                  <a:buFontTx/>
                  <a:buNone/>
                  <a:tabLst/>
                  <a:defRPr sz="1200"/>
                </a:pPr>
                <a:endParaRPr kumimoji="0" sz="800" b="0" i="0" u="none" strike="noStrike" kern="0" cap="none" spc="0" normalizeH="0" baseline="0" noProof="0">
                  <a:ln>
                    <a:noFill/>
                  </a:ln>
                  <a:solidFill>
                    <a:srgbClr val="000000"/>
                  </a:solidFill>
                  <a:effectLst/>
                  <a:uLnTx/>
                  <a:uFillTx/>
                  <a:latin typeface="Helvetica"/>
                  <a:cs typeface="Helvetica"/>
                  <a:sym typeface="Helvetica"/>
                </a:endParaRPr>
              </a:p>
            </p:txBody>
          </p:sp>
          <p:sp>
            <p:nvSpPr>
              <p:cNvPr id="13" name="Line">
                <a:extLst>
                  <a:ext uri="{FF2B5EF4-FFF2-40B4-BE49-F238E27FC236}">
                    <a16:creationId xmlns:a16="http://schemas.microsoft.com/office/drawing/2014/main" id="{53652DBB-68D7-423D-8DCF-75411176A906}"/>
                  </a:ext>
                </a:extLst>
              </p:cNvPr>
              <p:cNvSpPr/>
              <p:nvPr/>
            </p:nvSpPr>
            <p:spPr>
              <a:xfrm flipH="1">
                <a:off x="1048529" y="2606194"/>
                <a:ext cx="2182843" cy="1"/>
              </a:xfrm>
              <a:prstGeom prst="line">
                <a:avLst/>
              </a:prstGeom>
              <a:noFill/>
              <a:ln w="38100" cap="flat">
                <a:solidFill>
                  <a:srgbClr val="000000"/>
                </a:solidFill>
                <a:prstDash val="solid"/>
                <a:miter lim="400000"/>
                <a:tailEnd type="triangle" w="med" len="med"/>
              </a:ln>
              <a:effectLst/>
            </p:spPr>
            <p:txBody>
              <a:bodyPr wrap="square" lIns="0" tIns="0" rIns="0" bIns="0" numCol="1" anchor="t">
                <a:noAutofit/>
              </a:bodyPr>
              <a:lstStyle/>
              <a:p>
                <a:pPr marL="0" marR="0" lvl="0" indent="0" defTabSz="914400" eaLnBrk="1" fontAlgn="auto" latinLnBrk="0" hangingPunct="0">
                  <a:lnSpc>
                    <a:spcPct val="100000"/>
                  </a:lnSpc>
                  <a:spcBef>
                    <a:spcPts val="0"/>
                  </a:spcBef>
                  <a:spcAft>
                    <a:spcPts val="0"/>
                  </a:spcAft>
                  <a:buClrTx/>
                  <a:buSzTx/>
                  <a:buFontTx/>
                  <a:buNone/>
                  <a:tabLst/>
                  <a:defRPr sz="1200"/>
                </a:pPr>
                <a:endParaRPr kumimoji="0" sz="800" b="0" i="0" u="none" strike="noStrike" kern="0" cap="none" spc="0" normalizeH="0" baseline="0" noProof="0">
                  <a:ln>
                    <a:noFill/>
                  </a:ln>
                  <a:solidFill>
                    <a:srgbClr val="000000"/>
                  </a:solidFill>
                  <a:effectLst/>
                  <a:uLnTx/>
                  <a:uFillTx/>
                  <a:latin typeface="Helvetica"/>
                  <a:cs typeface="Helvetica"/>
                  <a:sym typeface="Helvetica"/>
                </a:endParaRPr>
              </a:p>
            </p:txBody>
          </p:sp>
          <p:sp>
            <p:nvSpPr>
              <p:cNvPr id="15" name="OK B">
                <a:extLst>
                  <a:ext uri="{FF2B5EF4-FFF2-40B4-BE49-F238E27FC236}">
                    <a16:creationId xmlns:a16="http://schemas.microsoft.com/office/drawing/2014/main" id="{A03D8DE6-56E9-4512-A92E-AA06F5BD8F99}"/>
                  </a:ext>
                </a:extLst>
              </p:cNvPr>
              <p:cNvSpPr txBox="1"/>
              <p:nvPr/>
            </p:nvSpPr>
            <p:spPr>
              <a:xfrm rot="18415280">
                <a:off x="293238" y="1050708"/>
                <a:ext cx="881818" cy="476236"/>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50800" tIns="50800" rIns="50800" bIns="50800" numCol="1" anchor="ctr">
                <a:noAutofit/>
              </a:bodyPr>
              <a:lstStyle>
                <a:lvl1pPr>
                  <a:defRPr sz="2500"/>
                </a:lvl1pPr>
              </a:lstStyle>
              <a:p>
                <a:pPr marL="0" marR="0" lvl="0" indent="0" algn="ctr" defTabSz="584200" eaLnBrk="1" fontAlgn="auto" latinLnBrk="0" hangingPunct="0">
                  <a:lnSpc>
                    <a:spcPct val="100000"/>
                  </a:lnSpc>
                  <a:spcBef>
                    <a:spcPts val="0"/>
                  </a:spcBef>
                  <a:spcAft>
                    <a:spcPts val="0"/>
                  </a:spcAft>
                  <a:buClrTx/>
                  <a:buSzTx/>
                  <a:buFontTx/>
                  <a:buNone/>
                  <a:tabLst/>
                  <a:defRPr/>
                </a:pPr>
                <a:r>
                  <a:rPr kumimoji="0" sz="1400" b="0" i="0" u="none" strike="noStrike" kern="0" cap="none" spc="0" normalizeH="0" baseline="0" noProof="0">
                    <a:ln>
                      <a:noFill/>
                    </a:ln>
                    <a:solidFill>
                      <a:srgbClr val="000000"/>
                    </a:solidFill>
                    <a:effectLst/>
                    <a:uLnTx/>
                    <a:uFillTx/>
                    <a:latin typeface="Helvetica"/>
                    <a:cs typeface="Helvetica"/>
                    <a:sym typeface="Helvetica"/>
                  </a:rPr>
                  <a:t>OK B</a:t>
                </a:r>
              </a:p>
            </p:txBody>
          </p:sp>
          <p:sp>
            <p:nvSpPr>
              <p:cNvPr id="17" name="A 16">
                <a:extLst>
                  <a:ext uri="{FF2B5EF4-FFF2-40B4-BE49-F238E27FC236}">
                    <a16:creationId xmlns:a16="http://schemas.microsoft.com/office/drawing/2014/main" id="{293CA516-5983-4CCF-A8E8-DE4FF054DBC9}"/>
                  </a:ext>
                </a:extLst>
              </p:cNvPr>
              <p:cNvSpPr/>
              <p:nvPr/>
            </p:nvSpPr>
            <p:spPr>
              <a:xfrm>
                <a:off x="1525132" y="0"/>
                <a:ext cx="953208" cy="951166"/>
              </a:xfrm>
              <a:prstGeom prst="ellipse">
                <a:avLst/>
              </a:prstGeom>
              <a:solidFill>
                <a:srgbClr val="E0EDD4"/>
              </a:solidFill>
              <a:ln w="25400" cap="flat">
                <a:solidFill>
                  <a:srgbClr val="000000"/>
                </a:solidFill>
                <a:prstDash val="solid"/>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ctr">
                <a:noAutofit/>
              </a:bodyPr>
              <a:lstStyle/>
              <a:p>
                <a:pPr marL="0" marR="0" lvl="0" indent="0" algn="ctr" defTabSz="584200" eaLnBrk="1" fontAlgn="auto" latinLnBrk="0" hangingPunct="0">
                  <a:lnSpc>
                    <a:spcPct val="100000"/>
                  </a:lnSpc>
                  <a:spcBef>
                    <a:spcPts val="0"/>
                  </a:spcBef>
                  <a:spcAft>
                    <a:spcPts val="0"/>
                  </a:spcAft>
                  <a:buClrTx/>
                  <a:buSzTx/>
                  <a:buFontTx/>
                  <a:buNone/>
                  <a:tabLst/>
                  <a:defRPr sz="2300" b="1">
                    <a:latin typeface="Courier"/>
                    <a:ea typeface="Courier"/>
                    <a:cs typeface="Courier"/>
                    <a:sym typeface="Courier"/>
                  </a:defRPr>
                </a:pPr>
                <a:r>
                  <a:rPr kumimoji="0" sz="2000" b="1" i="0" u="none" strike="noStrike" kern="0" cap="none" spc="0" normalizeH="0" baseline="0" noProof="0" dirty="0">
                    <a:ln>
                      <a:noFill/>
                    </a:ln>
                    <a:solidFill>
                      <a:srgbClr val="000000"/>
                    </a:solidFill>
                    <a:effectLst/>
                    <a:uLnTx/>
                    <a:uFillTx/>
                    <a:latin typeface="Courier"/>
                    <a:ea typeface="Courier"/>
                    <a:cs typeface="Courier"/>
                    <a:sym typeface="Courier"/>
                  </a:rPr>
                  <a:t>A</a:t>
                </a:r>
                <a:br>
                  <a:rPr kumimoji="0" sz="2000" b="1" i="0" u="none" strike="noStrike" kern="0" cap="none" spc="0" normalizeH="0" baseline="0" noProof="0" dirty="0">
                    <a:ln>
                      <a:noFill/>
                    </a:ln>
                    <a:solidFill>
                      <a:srgbClr val="000000"/>
                    </a:solidFill>
                    <a:effectLst/>
                    <a:uLnTx/>
                    <a:uFillTx/>
                    <a:latin typeface="Courier"/>
                    <a:ea typeface="Courier"/>
                    <a:cs typeface="Courier"/>
                    <a:sym typeface="Courier"/>
                  </a:rPr>
                </a:br>
                <a:r>
                  <a:rPr kumimoji="0" sz="2000" b="1" i="0" u="none" strike="noStrike" kern="0" cap="none" spc="0" normalizeH="0" baseline="0" noProof="0" dirty="0">
                    <a:ln>
                      <a:noFill/>
                    </a:ln>
                    <a:solidFill>
                      <a:srgbClr val="000000"/>
                    </a:solidFill>
                    <a:effectLst/>
                    <a:uLnTx/>
                    <a:uFillTx/>
                    <a:latin typeface="Courier"/>
                    <a:ea typeface="Courier"/>
                    <a:cs typeface="Courier"/>
                    <a:sym typeface="Courier"/>
                  </a:rPr>
                  <a:t>6</a:t>
                </a:r>
              </a:p>
            </p:txBody>
          </p:sp>
          <p:sp>
            <p:nvSpPr>
              <p:cNvPr id="18" name="OK B">
                <a:extLst>
                  <a:ext uri="{FF2B5EF4-FFF2-40B4-BE49-F238E27FC236}">
                    <a16:creationId xmlns:a16="http://schemas.microsoft.com/office/drawing/2014/main" id="{C855D46B-E46F-416F-A715-E5F52B947E06}"/>
                  </a:ext>
                </a:extLst>
              </p:cNvPr>
              <p:cNvSpPr txBox="1"/>
              <p:nvPr/>
            </p:nvSpPr>
            <p:spPr>
              <a:xfrm>
                <a:off x="1789481" y="2140122"/>
                <a:ext cx="883029" cy="475584"/>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50800" tIns="50800" rIns="50800" bIns="50800" numCol="1" anchor="ctr">
                <a:noAutofit/>
              </a:bodyPr>
              <a:lstStyle>
                <a:lvl1pPr>
                  <a:defRPr sz="2500"/>
                </a:lvl1pPr>
              </a:lstStyle>
              <a:p>
                <a:pPr marL="0" marR="0" lvl="0" indent="0" algn="ctr" defTabSz="584200" eaLnBrk="1" fontAlgn="auto" latinLnBrk="0" hangingPunct="0">
                  <a:lnSpc>
                    <a:spcPct val="100000"/>
                  </a:lnSpc>
                  <a:spcBef>
                    <a:spcPts val="0"/>
                  </a:spcBef>
                  <a:spcAft>
                    <a:spcPts val="0"/>
                  </a:spcAft>
                  <a:buClrTx/>
                  <a:buSzTx/>
                  <a:buFontTx/>
                  <a:buNone/>
                  <a:tabLst/>
                  <a:defRPr/>
                </a:pPr>
                <a:r>
                  <a:rPr kumimoji="0" sz="1400" b="0" i="0" u="none" strike="noStrike" kern="0" cap="none" spc="0" normalizeH="0" baseline="0" noProof="0">
                    <a:ln>
                      <a:noFill/>
                    </a:ln>
                    <a:solidFill>
                      <a:srgbClr val="000000"/>
                    </a:solidFill>
                    <a:effectLst/>
                    <a:uLnTx/>
                    <a:uFillTx/>
                    <a:latin typeface="Helvetica"/>
                    <a:cs typeface="Helvetica"/>
                    <a:sym typeface="Helvetica"/>
                  </a:rPr>
                  <a:t>OK B</a:t>
                </a:r>
              </a:p>
            </p:txBody>
          </p:sp>
        </p:grpSp>
      </p:grpSp>
    </p:spTree>
    <p:extLst>
      <p:ext uri="{BB962C8B-B14F-4D97-AF65-F5344CB8AC3E}">
        <p14:creationId xmlns:p14="http://schemas.microsoft.com/office/powerpoint/2010/main" val="4930892"/>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55CABA-EB8E-4F91-A123-7BF166E3CE45}"/>
              </a:ext>
            </a:extLst>
          </p:cNvPr>
          <p:cNvSpPr>
            <a:spLocks noGrp="1"/>
          </p:cNvSpPr>
          <p:nvPr>
            <p:ph type="title"/>
          </p:nvPr>
        </p:nvSpPr>
        <p:spPr/>
        <p:txBody>
          <a:bodyPr/>
          <a:lstStyle/>
          <a:p>
            <a:r>
              <a:rPr lang="en-US"/>
              <a:t>Distributed Approach</a:t>
            </a:r>
          </a:p>
        </p:txBody>
      </p:sp>
      <p:sp>
        <p:nvSpPr>
          <p:cNvPr id="3" name="Content Placeholder 2">
            <a:extLst>
              <a:ext uri="{FF2B5EF4-FFF2-40B4-BE49-F238E27FC236}">
                <a16:creationId xmlns:a16="http://schemas.microsoft.com/office/drawing/2014/main" id="{E2BBD471-0AFA-4B80-8AD4-166B6D08D6E3}"/>
              </a:ext>
            </a:extLst>
          </p:cNvPr>
          <p:cNvSpPr>
            <a:spLocks noGrp="1"/>
          </p:cNvSpPr>
          <p:nvPr>
            <p:ph idx="1"/>
          </p:nvPr>
        </p:nvSpPr>
        <p:spPr/>
        <p:txBody>
          <a:bodyPr/>
          <a:lstStyle/>
          <a:p>
            <a:r>
              <a:rPr lang="en-US"/>
              <a:t>Use </a:t>
            </a:r>
            <a:r>
              <a:rPr lang="en-US" err="1"/>
              <a:t>Lamport</a:t>
            </a:r>
            <a:r>
              <a:rPr lang="en-US"/>
              <a:t> Clocks to order lock requests across nodes</a:t>
            </a:r>
          </a:p>
          <a:p>
            <a:r>
              <a:rPr lang="en-US"/>
              <a:t>Send Lock message with ++clock</a:t>
            </a:r>
          </a:p>
          <a:p>
            <a:pPr lvl="1"/>
            <a:r>
              <a:rPr lang="en-US"/>
              <a:t>Wait for OKs from all nodes</a:t>
            </a:r>
          </a:p>
          <a:p>
            <a:r>
              <a:rPr lang="en-US"/>
              <a:t>When receiving Lock msg:</a:t>
            </a:r>
          </a:p>
          <a:p>
            <a:pPr lvl="1"/>
            <a:r>
              <a:rPr lang="en-US"/>
              <a:t>Update clock following </a:t>
            </a:r>
            <a:r>
              <a:rPr lang="en-US" err="1"/>
              <a:t>Lamport’s</a:t>
            </a:r>
            <a:r>
              <a:rPr lang="en-US"/>
              <a:t> rules</a:t>
            </a:r>
          </a:p>
          <a:p>
            <a:pPr lvl="1"/>
            <a:r>
              <a:rPr lang="en-US"/>
              <a:t>Send OK if not interested</a:t>
            </a:r>
          </a:p>
          <a:p>
            <a:pPr lvl="1"/>
            <a:r>
              <a:rPr lang="en-US"/>
              <a:t>If I want the lock:</a:t>
            </a:r>
          </a:p>
          <a:p>
            <a:pPr lvl="2"/>
            <a:r>
              <a:rPr lang="en-US"/>
              <a:t>Send OK if request's clock is smaller than own</a:t>
            </a:r>
          </a:p>
          <a:p>
            <a:pPr lvl="2"/>
            <a:r>
              <a:rPr lang="en-US"/>
              <a:t>Else, put request in queue</a:t>
            </a:r>
          </a:p>
          <a:p>
            <a:r>
              <a:rPr lang="en-US"/>
              <a:t>When done with a lock:</a:t>
            </a:r>
          </a:p>
          <a:p>
            <a:pPr lvl="1"/>
            <a:r>
              <a:rPr lang="en-US"/>
              <a:t>Send OK to anybody in queue</a:t>
            </a:r>
          </a:p>
        </p:txBody>
      </p:sp>
      <p:sp>
        <p:nvSpPr>
          <p:cNvPr id="4" name="Footer Placeholder 3">
            <a:extLst>
              <a:ext uri="{FF2B5EF4-FFF2-40B4-BE49-F238E27FC236}">
                <a16:creationId xmlns:a16="http://schemas.microsoft.com/office/drawing/2014/main" id="{29919D10-91B4-4B64-9180-E4FA7064B665}"/>
              </a:ext>
            </a:extLst>
          </p:cNvPr>
          <p:cNvSpPr>
            <a:spLocks noGrp="1"/>
          </p:cNvSpPr>
          <p:nvPr>
            <p:ph type="ftr" sz="quarter" idx="11"/>
          </p:nvPr>
        </p:nvSpPr>
        <p:spPr/>
        <p:txBody>
          <a:bodyPr/>
          <a:lstStyle/>
          <a:p>
            <a:r>
              <a:rPr lang="en-US"/>
              <a:t>Prof. Tim Wood &amp; Prof. Roozbeh Haghnazar</a:t>
            </a:r>
          </a:p>
        </p:txBody>
      </p:sp>
      <p:grpSp>
        <p:nvGrpSpPr>
          <p:cNvPr id="5" name="Group 4">
            <a:extLst>
              <a:ext uri="{FF2B5EF4-FFF2-40B4-BE49-F238E27FC236}">
                <a16:creationId xmlns:a16="http://schemas.microsoft.com/office/drawing/2014/main" id="{9C013681-0841-4913-8195-5B93843EF0B3}"/>
              </a:ext>
            </a:extLst>
          </p:cNvPr>
          <p:cNvGrpSpPr/>
          <p:nvPr/>
        </p:nvGrpSpPr>
        <p:grpSpPr>
          <a:xfrm>
            <a:off x="8432407" y="1018973"/>
            <a:ext cx="2945102" cy="4575026"/>
            <a:chOff x="8255000" y="1446529"/>
            <a:chExt cx="4279900" cy="6915153"/>
          </a:xfrm>
        </p:grpSpPr>
        <p:grpSp>
          <p:nvGrpSpPr>
            <p:cNvPr id="6" name="Group">
              <a:extLst>
                <a:ext uri="{FF2B5EF4-FFF2-40B4-BE49-F238E27FC236}">
                  <a16:creationId xmlns:a16="http://schemas.microsoft.com/office/drawing/2014/main" id="{8CEE999E-F314-420B-8C0C-FE1FB71F4022}"/>
                </a:ext>
              </a:extLst>
            </p:cNvPr>
            <p:cNvGrpSpPr/>
            <p:nvPr/>
          </p:nvGrpSpPr>
          <p:grpSpPr>
            <a:xfrm>
              <a:off x="8382000" y="1446529"/>
              <a:ext cx="4038601" cy="3646174"/>
              <a:chOff x="0" y="0"/>
              <a:chExt cx="4038601" cy="3646172"/>
            </a:xfrm>
          </p:grpSpPr>
          <p:sp>
            <p:nvSpPr>
              <p:cNvPr id="19" name="C 15">
                <a:extLst>
                  <a:ext uri="{FF2B5EF4-FFF2-40B4-BE49-F238E27FC236}">
                    <a16:creationId xmlns:a16="http://schemas.microsoft.com/office/drawing/2014/main" id="{FFBCA79D-5F07-47EB-86D3-A63FFF390728}"/>
                  </a:ext>
                </a:extLst>
              </p:cNvPr>
              <p:cNvSpPr/>
              <p:nvPr/>
            </p:nvSpPr>
            <p:spPr>
              <a:xfrm>
                <a:off x="3139134" y="2283757"/>
                <a:ext cx="899467" cy="980155"/>
              </a:xfrm>
              <a:prstGeom prst="ellipse">
                <a:avLst/>
              </a:prstGeom>
              <a:solidFill>
                <a:srgbClr val="E0EDD4"/>
              </a:solidFill>
              <a:ln w="25400" cap="flat">
                <a:solidFill>
                  <a:srgbClr val="000000"/>
                </a:solidFill>
                <a:prstDash val="solid"/>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ctr">
                <a:noAutofit/>
              </a:bodyPr>
              <a:lstStyle/>
              <a:p>
                <a:pPr marL="0" marR="0" lvl="0" indent="0" algn="ctr" defTabSz="584200" eaLnBrk="1" fontAlgn="auto" latinLnBrk="0" hangingPunct="0">
                  <a:lnSpc>
                    <a:spcPct val="100000"/>
                  </a:lnSpc>
                  <a:spcBef>
                    <a:spcPts val="0"/>
                  </a:spcBef>
                  <a:spcAft>
                    <a:spcPts val="0"/>
                  </a:spcAft>
                  <a:buClrTx/>
                  <a:buSzTx/>
                  <a:buFontTx/>
                  <a:buNone/>
                  <a:tabLst/>
                  <a:defRPr sz="2600" b="1">
                    <a:latin typeface="Courier"/>
                    <a:ea typeface="Courier"/>
                    <a:cs typeface="Courier"/>
                    <a:sym typeface="Courier"/>
                  </a:defRPr>
                </a:pPr>
                <a:r>
                  <a:rPr kumimoji="0" sz="2000" b="1" i="0" u="none" strike="noStrike" kern="0" cap="none" spc="0" normalizeH="0" baseline="0" noProof="0">
                    <a:ln>
                      <a:noFill/>
                    </a:ln>
                    <a:solidFill>
                      <a:srgbClr val="000000"/>
                    </a:solidFill>
                    <a:effectLst/>
                    <a:uLnTx/>
                    <a:uFillTx/>
                    <a:latin typeface="Courier"/>
                    <a:ea typeface="Courier"/>
                    <a:cs typeface="Courier"/>
                    <a:sym typeface="Courier"/>
                  </a:rPr>
                  <a:t>C</a:t>
                </a:r>
                <a:br>
                  <a:rPr kumimoji="0" sz="2000" b="1" i="0" u="none" strike="noStrike" kern="0" cap="none" spc="0" normalizeH="0" baseline="0" noProof="0">
                    <a:ln>
                      <a:noFill/>
                    </a:ln>
                    <a:solidFill>
                      <a:srgbClr val="000000"/>
                    </a:solidFill>
                    <a:effectLst/>
                    <a:uLnTx/>
                    <a:uFillTx/>
                    <a:latin typeface="Courier"/>
                    <a:ea typeface="Courier"/>
                    <a:cs typeface="Courier"/>
                    <a:sym typeface="Courier"/>
                  </a:rPr>
                </a:br>
                <a:r>
                  <a:rPr kumimoji="0" sz="2000" b="1" i="0" u="none" strike="noStrike" kern="0" cap="none" spc="0" normalizeH="0" baseline="0" noProof="0">
                    <a:ln>
                      <a:noFill/>
                    </a:ln>
                    <a:solidFill>
                      <a:srgbClr val="000000"/>
                    </a:solidFill>
                    <a:effectLst/>
                    <a:uLnTx/>
                    <a:uFillTx/>
                    <a:latin typeface="Courier"/>
                    <a:ea typeface="Courier"/>
                    <a:cs typeface="Courier"/>
                    <a:sym typeface="Courier"/>
                  </a:rPr>
                  <a:t>15</a:t>
                </a:r>
              </a:p>
            </p:txBody>
          </p:sp>
          <p:sp>
            <p:nvSpPr>
              <p:cNvPr id="20" name="B 5">
                <a:extLst>
                  <a:ext uri="{FF2B5EF4-FFF2-40B4-BE49-F238E27FC236}">
                    <a16:creationId xmlns:a16="http://schemas.microsoft.com/office/drawing/2014/main" id="{96A6F3AD-91C1-410D-B465-D45832D12876}"/>
                  </a:ext>
                </a:extLst>
              </p:cNvPr>
              <p:cNvSpPr/>
              <p:nvPr/>
            </p:nvSpPr>
            <p:spPr>
              <a:xfrm>
                <a:off x="0" y="2283757"/>
                <a:ext cx="899466" cy="980155"/>
              </a:xfrm>
              <a:prstGeom prst="ellipse">
                <a:avLst/>
              </a:prstGeom>
              <a:solidFill>
                <a:srgbClr val="E0EDD4"/>
              </a:solidFill>
              <a:ln w="25400" cap="flat">
                <a:solidFill>
                  <a:srgbClr val="000000"/>
                </a:solidFill>
                <a:prstDash val="solid"/>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50800" tIns="50800" rIns="50800" bIns="50800" numCol="1" anchor="ctr">
                <a:noAutofit/>
              </a:bodyPr>
              <a:lstStyle/>
              <a:p>
                <a:pPr marL="0" marR="0" lvl="0" indent="0" algn="ctr" defTabSz="584200" eaLnBrk="1" fontAlgn="auto" latinLnBrk="0" hangingPunct="0">
                  <a:lnSpc>
                    <a:spcPct val="100000"/>
                  </a:lnSpc>
                  <a:spcBef>
                    <a:spcPts val="0"/>
                  </a:spcBef>
                  <a:spcAft>
                    <a:spcPts val="0"/>
                  </a:spcAft>
                  <a:buClrTx/>
                  <a:buSzTx/>
                  <a:buFontTx/>
                  <a:buNone/>
                  <a:tabLst/>
                  <a:defRPr sz="2600" b="1">
                    <a:latin typeface="Courier"/>
                    <a:ea typeface="Courier"/>
                    <a:cs typeface="Courier"/>
                    <a:sym typeface="Courier"/>
                  </a:defRPr>
                </a:pPr>
                <a:r>
                  <a:rPr kumimoji="0" sz="2000" b="1" i="0" u="none" strike="noStrike" kern="0" cap="none" spc="0" normalizeH="0" baseline="0" noProof="0">
                    <a:ln>
                      <a:noFill/>
                    </a:ln>
                    <a:solidFill>
                      <a:srgbClr val="000000"/>
                    </a:solidFill>
                    <a:effectLst/>
                    <a:uLnTx/>
                    <a:uFillTx/>
                    <a:latin typeface="Courier"/>
                    <a:ea typeface="Courier"/>
                    <a:cs typeface="Courier"/>
                    <a:sym typeface="Courier"/>
                  </a:rPr>
                  <a:t>B</a:t>
                </a:r>
                <a:br>
                  <a:rPr kumimoji="0" sz="2000" b="1" i="0" u="none" strike="noStrike" kern="0" cap="none" spc="0" normalizeH="0" baseline="0" noProof="0">
                    <a:ln>
                      <a:noFill/>
                    </a:ln>
                    <a:solidFill>
                      <a:srgbClr val="000000"/>
                    </a:solidFill>
                    <a:effectLst/>
                    <a:uLnTx/>
                    <a:uFillTx/>
                    <a:latin typeface="Courier"/>
                    <a:ea typeface="Courier"/>
                    <a:cs typeface="Courier"/>
                    <a:sym typeface="Courier"/>
                  </a:rPr>
                </a:br>
                <a:r>
                  <a:rPr kumimoji="0" sz="2000" b="1" i="0" u="none" strike="noStrike" kern="0" cap="none" spc="0" normalizeH="0" baseline="0" noProof="0">
                    <a:ln>
                      <a:noFill/>
                    </a:ln>
                    <a:solidFill>
                      <a:srgbClr val="000000"/>
                    </a:solidFill>
                    <a:effectLst/>
                    <a:uLnTx/>
                    <a:uFillTx/>
                    <a:latin typeface="Courier"/>
                    <a:ea typeface="Courier"/>
                    <a:cs typeface="Courier"/>
                    <a:sym typeface="Courier"/>
                  </a:rPr>
                  <a:t>5</a:t>
                </a:r>
              </a:p>
            </p:txBody>
          </p:sp>
          <p:sp>
            <p:nvSpPr>
              <p:cNvPr id="21" name="Line">
                <a:extLst>
                  <a:ext uri="{FF2B5EF4-FFF2-40B4-BE49-F238E27FC236}">
                    <a16:creationId xmlns:a16="http://schemas.microsoft.com/office/drawing/2014/main" id="{EBD3C404-22A3-4449-8436-ABB584046CD5}"/>
                  </a:ext>
                </a:extLst>
              </p:cNvPr>
              <p:cNvSpPr/>
              <p:nvPr/>
            </p:nvSpPr>
            <p:spPr>
              <a:xfrm flipH="1">
                <a:off x="539679" y="833130"/>
                <a:ext cx="926450" cy="1313407"/>
              </a:xfrm>
              <a:prstGeom prst="line">
                <a:avLst/>
              </a:prstGeom>
              <a:noFill/>
              <a:ln w="38100" cap="flat">
                <a:solidFill>
                  <a:srgbClr val="000000"/>
                </a:solidFill>
                <a:prstDash val="solid"/>
                <a:miter lim="400000"/>
                <a:headEnd type="stealth" w="med" len="med"/>
              </a:ln>
              <a:effectLst/>
            </p:spPr>
            <p:txBody>
              <a:bodyPr wrap="square" lIns="0" tIns="0" rIns="0" bIns="0" numCol="1" anchor="t">
                <a:noAutofit/>
              </a:bodyPr>
              <a:lstStyle/>
              <a:p>
                <a:pPr marL="0" marR="0" lvl="0" indent="0" defTabSz="914400" eaLnBrk="1" fontAlgn="auto" latinLnBrk="0" hangingPunct="0">
                  <a:lnSpc>
                    <a:spcPct val="100000"/>
                  </a:lnSpc>
                  <a:spcBef>
                    <a:spcPts val="0"/>
                  </a:spcBef>
                  <a:spcAft>
                    <a:spcPts val="0"/>
                  </a:spcAft>
                  <a:buClrTx/>
                  <a:buSzTx/>
                  <a:buFontTx/>
                  <a:buNone/>
                  <a:tabLst/>
                  <a:defRPr sz="1200"/>
                </a:pPr>
                <a:endParaRPr kumimoji="0" sz="800" b="0" i="0" u="none" strike="noStrike" kern="0" cap="none" spc="0" normalizeH="0" baseline="0" noProof="0">
                  <a:ln>
                    <a:noFill/>
                  </a:ln>
                  <a:solidFill>
                    <a:srgbClr val="000000"/>
                  </a:solidFill>
                  <a:effectLst/>
                  <a:uLnTx/>
                  <a:uFillTx/>
                  <a:latin typeface="Helvetica"/>
                  <a:cs typeface="Helvetica"/>
                  <a:sym typeface="Helvetica"/>
                </a:endParaRPr>
              </a:p>
            </p:txBody>
          </p:sp>
          <p:sp>
            <p:nvSpPr>
              <p:cNvPr id="22" name="Line">
                <a:extLst>
                  <a:ext uri="{FF2B5EF4-FFF2-40B4-BE49-F238E27FC236}">
                    <a16:creationId xmlns:a16="http://schemas.microsoft.com/office/drawing/2014/main" id="{95D7B0FF-2372-4FA2-B12A-AA126FAB90C5}"/>
                  </a:ext>
                </a:extLst>
              </p:cNvPr>
              <p:cNvSpPr/>
              <p:nvPr/>
            </p:nvSpPr>
            <p:spPr>
              <a:xfrm flipH="1">
                <a:off x="989412" y="2685620"/>
                <a:ext cx="2059777" cy="2"/>
              </a:xfrm>
              <a:prstGeom prst="line">
                <a:avLst/>
              </a:prstGeom>
              <a:noFill/>
              <a:ln w="38100" cap="flat">
                <a:solidFill>
                  <a:srgbClr val="000000"/>
                </a:solidFill>
                <a:prstDash val="solid"/>
                <a:miter lim="400000"/>
                <a:tailEnd type="triangle" w="med" len="med"/>
              </a:ln>
              <a:effectLst/>
            </p:spPr>
            <p:txBody>
              <a:bodyPr wrap="square" lIns="0" tIns="0" rIns="0" bIns="0" numCol="1" anchor="t">
                <a:noAutofit/>
              </a:bodyPr>
              <a:lstStyle/>
              <a:p>
                <a:pPr marL="0" marR="0" lvl="0" indent="0" defTabSz="914400" eaLnBrk="1" fontAlgn="auto" latinLnBrk="0" hangingPunct="0">
                  <a:lnSpc>
                    <a:spcPct val="100000"/>
                  </a:lnSpc>
                  <a:spcBef>
                    <a:spcPts val="0"/>
                  </a:spcBef>
                  <a:spcAft>
                    <a:spcPts val="0"/>
                  </a:spcAft>
                  <a:buClrTx/>
                  <a:buSzTx/>
                  <a:buFontTx/>
                  <a:buNone/>
                  <a:tabLst/>
                  <a:defRPr sz="1200"/>
                </a:pPr>
                <a:endParaRPr kumimoji="0" sz="800" b="0" i="0" u="none" strike="noStrike" kern="0" cap="none" spc="0" normalizeH="0" baseline="0" noProof="0">
                  <a:ln>
                    <a:noFill/>
                  </a:ln>
                  <a:solidFill>
                    <a:srgbClr val="000000"/>
                  </a:solidFill>
                  <a:effectLst/>
                  <a:uLnTx/>
                  <a:uFillTx/>
                  <a:latin typeface="Helvetica"/>
                  <a:cs typeface="Helvetica"/>
                  <a:sym typeface="Helvetica"/>
                </a:endParaRPr>
              </a:p>
            </p:txBody>
          </p:sp>
          <p:sp>
            <p:nvSpPr>
              <p:cNvPr id="23" name="Line">
                <a:extLst>
                  <a:ext uri="{FF2B5EF4-FFF2-40B4-BE49-F238E27FC236}">
                    <a16:creationId xmlns:a16="http://schemas.microsoft.com/office/drawing/2014/main" id="{0AB171BC-02F7-49F3-9F88-F49FC7345D48}"/>
                  </a:ext>
                </a:extLst>
              </p:cNvPr>
              <p:cNvSpPr/>
              <p:nvPr/>
            </p:nvSpPr>
            <p:spPr>
              <a:xfrm>
                <a:off x="2347605" y="891940"/>
                <a:ext cx="1079360" cy="1254597"/>
              </a:xfrm>
              <a:prstGeom prst="line">
                <a:avLst/>
              </a:prstGeom>
              <a:noFill/>
              <a:ln w="38100" cap="flat">
                <a:solidFill>
                  <a:srgbClr val="000000"/>
                </a:solidFill>
                <a:prstDash val="solid"/>
                <a:miter lim="400000"/>
                <a:headEnd type="stealth" w="med" len="med"/>
              </a:ln>
              <a:effectLst/>
            </p:spPr>
            <p:txBody>
              <a:bodyPr wrap="square" lIns="0" tIns="0" rIns="0" bIns="0" numCol="1" anchor="t">
                <a:noAutofit/>
              </a:bodyPr>
              <a:lstStyle/>
              <a:p>
                <a:pPr marL="0" marR="0" lvl="0" indent="0" defTabSz="914400" eaLnBrk="1" fontAlgn="auto" latinLnBrk="0" hangingPunct="0">
                  <a:lnSpc>
                    <a:spcPct val="100000"/>
                  </a:lnSpc>
                  <a:spcBef>
                    <a:spcPts val="0"/>
                  </a:spcBef>
                  <a:spcAft>
                    <a:spcPts val="0"/>
                  </a:spcAft>
                  <a:buClrTx/>
                  <a:buSzTx/>
                  <a:buFontTx/>
                  <a:buNone/>
                  <a:tabLst/>
                  <a:defRPr sz="1200"/>
                </a:pPr>
                <a:endParaRPr kumimoji="0" sz="800" b="0" i="0" u="none" strike="noStrike" kern="0" cap="none" spc="0" normalizeH="0" baseline="0" noProof="0">
                  <a:ln>
                    <a:noFill/>
                  </a:ln>
                  <a:solidFill>
                    <a:srgbClr val="000000"/>
                  </a:solidFill>
                  <a:effectLst/>
                  <a:uLnTx/>
                  <a:uFillTx/>
                  <a:latin typeface="Helvetica"/>
                  <a:cs typeface="Helvetica"/>
                  <a:sym typeface="Helvetica"/>
                </a:endParaRPr>
              </a:p>
            </p:txBody>
          </p:sp>
          <p:sp>
            <p:nvSpPr>
              <p:cNvPr id="24" name="5 Lock">
                <a:extLst>
                  <a:ext uri="{FF2B5EF4-FFF2-40B4-BE49-F238E27FC236}">
                    <a16:creationId xmlns:a16="http://schemas.microsoft.com/office/drawing/2014/main" id="{23DCB431-8C9A-4A75-8CB8-F07F598827B3}"/>
                  </a:ext>
                </a:extLst>
              </p:cNvPr>
              <p:cNvSpPr txBox="1"/>
              <p:nvPr/>
            </p:nvSpPr>
            <p:spPr>
              <a:xfrm rot="18271838">
                <a:off x="60912" y="1053707"/>
                <a:ext cx="1263596" cy="539001"/>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50800" tIns="50800" rIns="50800" bIns="50800" numCol="1" anchor="ctr">
                <a:noAutofit/>
              </a:bodyPr>
              <a:lstStyle>
                <a:lvl1pPr>
                  <a:defRPr sz="2800"/>
                </a:lvl1pPr>
              </a:lstStyle>
              <a:p>
                <a:pPr marL="0" marR="0" lvl="0" indent="0" algn="ctr" defTabSz="584200" eaLnBrk="1" fontAlgn="auto" latinLnBrk="0" hangingPunct="0">
                  <a:lnSpc>
                    <a:spcPct val="100000"/>
                  </a:lnSpc>
                  <a:spcBef>
                    <a:spcPts val="0"/>
                  </a:spcBef>
                  <a:spcAft>
                    <a:spcPts val="0"/>
                  </a:spcAft>
                  <a:buClrTx/>
                  <a:buSzTx/>
                  <a:buFontTx/>
                  <a:buNone/>
                  <a:tabLst/>
                  <a:defRPr/>
                </a:pPr>
                <a:r>
                  <a:rPr lang="en-US" sz="1400" kern="0">
                    <a:solidFill>
                      <a:srgbClr val="000000"/>
                    </a:solidFill>
                    <a:latin typeface="Helvetica"/>
                    <a:cs typeface="Helvetica"/>
                    <a:sym typeface="Helvetica"/>
                  </a:rPr>
                  <a:t>6</a:t>
                </a:r>
                <a:r>
                  <a:rPr kumimoji="0" sz="1400" b="0" i="0" u="none" strike="noStrike" kern="0" cap="none" spc="0" normalizeH="0" baseline="0" noProof="0">
                    <a:ln>
                      <a:noFill/>
                    </a:ln>
                    <a:solidFill>
                      <a:srgbClr val="000000"/>
                    </a:solidFill>
                    <a:effectLst/>
                    <a:uLnTx/>
                    <a:uFillTx/>
                    <a:latin typeface="Helvetica"/>
                    <a:cs typeface="Helvetica"/>
                    <a:sym typeface="Helvetica"/>
                  </a:rPr>
                  <a:t> Lock</a:t>
                </a:r>
              </a:p>
            </p:txBody>
          </p:sp>
          <p:sp>
            <p:nvSpPr>
              <p:cNvPr id="25" name="15 Lock">
                <a:extLst>
                  <a:ext uri="{FF2B5EF4-FFF2-40B4-BE49-F238E27FC236}">
                    <a16:creationId xmlns:a16="http://schemas.microsoft.com/office/drawing/2014/main" id="{839763A5-42DC-460B-87A2-928188337060}"/>
                  </a:ext>
                </a:extLst>
              </p:cNvPr>
              <p:cNvSpPr txBox="1"/>
              <p:nvPr/>
            </p:nvSpPr>
            <p:spPr>
              <a:xfrm rot="2930061">
                <a:off x="2400715" y="1045204"/>
                <a:ext cx="1471453" cy="544463"/>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50800" tIns="50800" rIns="50800" bIns="50800" numCol="1" anchor="ctr">
                <a:noAutofit/>
              </a:bodyPr>
              <a:lstStyle>
                <a:lvl1pPr>
                  <a:defRPr sz="2800"/>
                </a:lvl1pPr>
              </a:lstStyle>
              <a:p>
                <a:pPr marL="0" marR="0" lvl="0" indent="0" algn="ctr" defTabSz="584200" eaLnBrk="1" fontAlgn="auto" latinLnBrk="0" hangingPunct="0">
                  <a:lnSpc>
                    <a:spcPct val="100000"/>
                  </a:lnSpc>
                  <a:spcBef>
                    <a:spcPts val="0"/>
                  </a:spcBef>
                  <a:spcAft>
                    <a:spcPts val="0"/>
                  </a:spcAft>
                  <a:buClrTx/>
                  <a:buSzTx/>
                  <a:buFontTx/>
                  <a:buNone/>
                  <a:tabLst/>
                  <a:defRPr/>
                </a:pPr>
                <a:r>
                  <a:rPr kumimoji="0" sz="1400" b="0" i="0" u="none" strike="noStrike" kern="0" cap="none" spc="0" normalizeH="0" baseline="0" noProof="0">
                    <a:ln>
                      <a:noFill/>
                    </a:ln>
                    <a:solidFill>
                      <a:srgbClr val="000000"/>
                    </a:solidFill>
                    <a:effectLst/>
                    <a:uLnTx/>
                    <a:uFillTx/>
                    <a:latin typeface="Helvetica"/>
                    <a:cs typeface="Helvetica"/>
                    <a:sym typeface="Helvetica"/>
                  </a:rPr>
                  <a:t>1</a:t>
                </a:r>
                <a:r>
                  <a:rPr kumimoji="0" lang="en-US" sz="1400" b="0" i="0" u="none" strike="noStrike" kern="0" cap="none" spc="0" normalizeH="0" baseline="0" noProof="0">
                    <a:ln>
                      <a:noFill/>
                    </a:ln>
                    <a:solidFill>
                      <a:srgbClr val="000000"/>
                    </a:solidFill>
                    <a:effectLst/>
                    <a:uLnTx/>
                    <a:uFillTx/>
                    <a:latin typeface="Helvetica"/>
                    <a:cs typeface="Helvetica"/>
                    <a:sym typeface="Helvetica"/>
                  </a:rPr>
                  <a:t>6</a:t>
                </a:r>
                <a:r>
                  <a:rPr kumimoji="0" sz="1400" b="0" i="0" u="none" strike="noStrike" kern="0" cap="none" spc="0" normalizeH="0" baseline="0" noProof="0">
                    <a:ln>
                      <a:noFill/>
                    </a:ln>
                    <a:solidFill>
                      <a:srgbClr val="000000"/>
                    </a:solidFill>
                    <a:effectLst/>
                    <a:uLnTx/>
                    <a:uFillTx/>
                    <a:latin typeface="Helvetica"/>
                    <a:cs typeface="Helvetica"/>
                    <a:sym typeface="Helvetica"/>
                  </a:rPr>
                  <a:t> Lock</a:t>
                </a:r>
              </a:p>
            </p:txBody>
          </p:sp>
          <p:sp>
            <p:nvSpPr>
              <p:cNvPr id="26" name="A 3">
                <a:extLst>
                  <a:ext uri="{FF2B5EF4-FFF2-40B4-BE49-F238E27FC236}">
                    <a16:creationId xmlns:a16="http://schemas.microsoft.com/office/drawing/2014/main" id="{AD9AD5DF-0BD2-44CA-BA89-D3375BC542B3}"/>
                  </a:ext>
                </a:extLst>
              </p:cNvPr>
              <p:cNvSpPr/>
              <p:nvPr/>
            </p:nvSpPr>
            <p:spPr>
              <a:xfrm>
                <a:off x="1439144" y="0"/>
                <a:ext cx="899467" cy="980155"/>
              </a:xfrm>
              <a:prstGeom prst="ellipse">
                <a:avLst/>
              </a:prstGeom>
              <a:solidFill>
                <a:srgbClr val="E0EDD4"/>
              </a:solidFill>
              <a:ln w="25400" cap="flat">
                <a:solidFill>
                  <a:srgbClr val="000000"/>
                </a:solidFill>
                <a:prstDash val="solid"/>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50800" tIns="50800" rIns="50800" bIns="50800" numCol="1" anchor="ctr">
                <a:noAutofit/>
              </a:bodyPr>
              <a:lstStyle/>
              <a:p>
                <a:pPr marL="0" marR="0" lvl="0" indent="0" algn="ctr" defTabSz="584200" eaLnBrk="1" fontAlgn="auto" latinLnBrk="0" hangingPunct="0">
                  <a:lnSpc>
                    <a:spcPct val="100000"/>
                  </a:lnSpc>
                  <a:spcBef>
                    <a:spcPts val="0"/>
                  </a:spcBef>
                  <a:spcAft>
                    <a:spcPts val="0"/>
                  </a:spcAft>
                  <a:buClrTx/>
                  <a:buSzTx/>
                  <a:buFontTx/>
                  <a:buNone/>
                  <a:tabLst/>
                  <a:defRPr sz="2600" b="1">
                    <a:latin typeface="Courier"/>
                    <a:ea typeface="Courier"/>
                    <a:cs typeface="Courier"/>
                    <a:sym typeface="Courier"/>
                  </a:defRPr>
                </a:pPr>
                <a:r>
                  <a:rPr kumimoji="0" sz="2000" b="1" i="0" u="none" strike="noStrike" kern="0" cap="none" spc="0" normalizeH="0" baseline="0" noProof="0">
                    <a:ln>
                      <a:noFill/>
                    </a:ln>
                    <a:solidFill>
                      <a:srgbClr val="000000"/>
                    </a:solidFill>
                    <a:effectLst/>
                    <a:uLnTx/>
                    <a:uFillTx/>
                    <a:latin typeface="Courier"/>
                    <a:ea typeface="Courier"/>
                    <a:cs typeface="Courier"/>
                    <a:sym typeface="Courier"/>
                  </a:rPr>
                  <a:t>A</a:t>
                </a:r>
                <a:br>
                  <a:rPr kumimoji="0" sz="2000" b="1" i="0" u="none" strike="noStrike" kern="0" cap="none" spc="0" normalizeH="0" baseline="0" noProof="0">
                    <a:ln>
                      <a:noFill/>
                    </a:ln>
                    <a:solidFill>
                      <a:srgbClr val="000000"/>
                    </a:solidFill>
                    <a:effectLst/>
                    <a:uLnTx/>
                    <a:uFillTx/>
                    <a:latin typeface="Courier"/>
                    <a:ea typeface="Courier"/>
                    <a:cs typeface="Courier"/>
                    <a:sym typeface="Courier"/>
                  </a:rPr>
                </a:br>
                <a:r>
                  <a:rPr kumimoji="0" sz="2000" b="1" i="0" u="none" strike="noStrike" kern="0" cap="none" spc="0" normalizeH="0" baseline="0" noProof="0">
                    <a:ln>
                      <a:noFill/>
                    </a:ln>
                    <a:solidFill>
                      <a:srgbClr val="000000"/>
                    </a:solidFill>
                    <a:effectLst/>
                    <a:uLnTx/>
                    <a:uFillTx/>
                    <a:latin typeface="Courier"/>
                    <a:ea typeface="Courier"/>
                    <a:cs typeface="Courier"/>
                    <a:sym typeface="Courier"/>
                  </a:rPr>
                  <a:t>3</a:t>
                </a:r>
              </a:p>
            </p:txBody>
          </p:sp>
          <p:sp>
            <p:nvSpPr>
              <p:cNvPr id="27" name="15 Lock">
                <a:extLst>
                  <a:ext uri="{FF2B5EF4-FFF2-40B4-BE49-F238E27FC236}">
                    <a16:creationId xmlns:a16="http://schemas.microsoft.com/office/drawing/2014/main" id="{4179D914-2A29-4ADC-A6A9-B680EB5438D2}"/>
                  </a:ext>
                </a:extLst>
              </p:cNvPr>
              <p:cNvSpPr txBox="1"/>
              <p:nvPr/>
            </p:nvSpPr>
            <p:spPr>
              <a:xfrm>
                <a:off x="1402705" y="2166140"/>
                <a:ext cx="1404089" cy="56849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50800" tIns="50800" rIns="50800" bIns="50800" numCol="1" anchor="ctr">
                <a:noAutofit/>
              </a:bodyPr>
              <a:lstStyle>
                <a:lvl1pPr>
                  <a:defRPr sz="2800"/>
                </a:lvl1pPr>
              </a:lstStyle>
              <a:p>
                <a:pPr marL="0" marR="0" lvl="0" indent="0" algn="ctr" defTabSz="584200" eaLnBrk="1" fontAlgn="auto" latinLnBrk="0" hangingPunct="0">
                  <a:lnSpc>
                    <a:spcPct val="100000"/>
                  </a:lnSpc>
                  <a:spcBef>
                    <a:spcPts val="0"/>
                  </a:spcBef>
                  <a:spcAft>
                    <a:spcPts val="0"/>
                  </a:spcAft>
                  <a:buClrTx/>
                  <a:buSzTx/>
                  <a:buFontTx/>
                  <a:buNone/>
                  <a:tabLst/>
                  <a:defRPr/>
                </a:pPr>
                <a:r>
                  <a:rPr kumimoji="0" sz="1400" b="0" i="0" u="none" strike="noStrike" kern="0" cap="none" spc="0" normalizeH="0" baseline="0" noProof="0">
                    <a:ln>
                      <a:noFill/>
                    </a:ln>
                    <a:solidFill>
                      <a:srgbClr val="000000"/>
                    </a:solidFill>
                    <a:effectLst/>
                    <a:uLnTx/>
                    <a:uFillTx/>
                    <a:latin typeface="Helvetica"/>
                    <a:cs typeface="Helvetica"/>
                    <a:sym typeface="Helvetica"/>
                  </a:rPr>
                  <a:t>1</a:t>
                </a:r>
                <a:r>
                  <a:rPr kumimoji="0" lang="en-US" sz="1400" b="0" i="0" u="none" strike="noStrike" kern="0" cap="none" spc="0" normalizeH="0" baseline="0" noProof="0">
                    <a:ln>
                      <a:noFill/>
                    </a:ln>
                    <a:solidFill>
                      <a:srgbClr val="000000"/>
                    </a:solidFill>
                    <a:effectLst/>
                    <a:uLnTx/>
                    <a:uFillTx/>
                    <a:latin typeface="Helvetica"/>
                    <a:cs typeface="Helvetica"/>
                    <a:sym typeface="Helvetica"/>
                  </a:rPr>
                  <a:t>6</a:t>
                </a:r>
                <a:r>
                  <a:rPr kumimoji="0" sz="1400" b="0" i="0" u="none" strike="noStrike" kern="0" cap="none" spc="0" normalizeH="0" baseline="0" noProof="0">
                    <a:ln>
                      <a:noFill/>
                    </a:ln>
                    <a:solidFill>
                      <a:srgbClr val="000000"/>
                    </a:solidFill>
                    <a:effectLst/>
                    <a:uLnTx/>
                    <a:uFillTx/>
                    <a:latin typeface="Helvetica"/>
                    <a:cs typeface="Helvetica"/>
                    <a:sym typeface="Helvetica"/>
                  </a:rPr>
                  <a:t> Lock</a:t>
                </a:r>
              </a:p>
            </p:txBody>
          </p:sp>
          <p:sp>
            <p:nvSpPr>
              <p:cNvPr id="28" name="Line">
                <a:extLst>
                  <a:ext uri="{FF2B5EF4-FFF2-40B4-BE49-F238E27FC236}">
                    <a16:creationId xmlns:a16="http://schemas.microsoft.com/office/drawing/2014/main" id="{163B8C80-52C4-4437-8973-AF4F219BF241}"/>
                  </a:ext>
                </a:extLst>
              </p:cNvPr>
              <p:cNvSpPr/>
              <p:nvPr/>
            </p:nvSpPr>
            <p:spPr>
              <a:xfrm flipH="1">
                <a:off x="989412" y="2999270"/>
                <a:ext cx="2059777" cy="2"/>
              </a:xfrm>
              <a:prstGeom prst="line">
                <a:avLst/>
              </a:prstGeom>
              <a:noFill/>
              <a:ln w="38100" cap="flat">
                <a:solidFill>
                  <a:srgbClr val="000000"/>
                </a:solidFill>
                <a:prstDash val="solid"/>
                <a:miter lim="400000"/>
                <a:headEnd type="triangle" w="med" len="med"/>
              </a:ln>
              <a:effectLst/>
            </p:spPr>
            <p:txBody>
              <a:bodyPr wrap="square" lIns="0" tIns="0" rIns="0" bIns="0" numCol="1" anchor="t">
                <a:noAutofit/>
              </a:bodyPr>
              <a:lstStyle/>
              <a:p>
                <a:pPr marL="0" marR="0" lvl="0" indent="0" defTabSz="914400" eaLnBrk="1" fontAlgn="auto" latinLnBrk="0" hangingPunct="0">
                  <a:lnSpc>
                    <a:spcPct val="100000"/>
                  </a:lnSpc>
                  <a:spcBef>
                    <a:spcPts val="0"/>
                  </a:spcBef>
                  <a:spcAft>
                    <a:spcPts val="0"/>
                  </a:spcAft>
                  <a:buClrTx/>
                  <a:buSzTx/>
                  <a:buFontTx/>
                  <a:buNone/>
                  <a:tabLst/>
                  <a:defRPr sz="1200"/>
                </a:pPr>
                <a:endParaRPr kumimoji="0" sz="800" b="0" i="0" u="none" strike="noStrike" kern="0" cap="none" spc="0" normalizeH="0" baseline="0" noProof="0">
                  <a:ln>
                    <a:noFill/>
                  </a:ln>
                  <a:solidFill>
                    <a:srgbClr val="000000"/>
                  </a:solidFill>
                  <a:effectLst/>
                  <a:uLnTx/>
                  <a:uFillTx/>
                  <a:latin typeface="Helvetica"/>
                  <a:cs typeface="Helvetica"/>
                  <a:sym typeface="Helvetica"/>
                </a:endParaRPr>
              </a:p>
            </p:txBody>
          </p:sp>
          <p:sp>
            <p:nvSpPr>
              <p:cNvPr id="29" name="5 Lock">
                <a:extLst>
                  <a:ext uri="{FF2B5EF4-FFF2-40B4-BE49-F238E27FC236}">
                    <a16:creationId xmlns:a16="http://schemas.microsoft.com/office/drawing/2014/main" id="{42552243-A6AC-4D9B-B973-A5E99B6B2995}"/>
                  </a:ext>
                </a:extLst>
              </p:cNvPr>
              <p:cNvSpPr txBox="1"/>
              <p:nvPr/>
            </p:nvSpPr>
            <p:spPr>
              <a:xfrm>
                <a:off x="1508217" y="3077682"/>
                <a:ext cx="1193989" cy="56849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50800" tIns="50800" rIns="50800" bIns="50800" numCol="1" anchor="ctr">
                <a:noAutofit/>
              </a:bodyPr>
              <a:lstStyle>
                <a:lvl1pPr>
                  <a:defRPr sz="2800"/>
                </a:lvl1pPr>
              </a:lstStyle>
              <a:p>
                <a:pPr marL="0" marR="0" lvl="0" indent="0" algn="ctr" defTabSz="584200" eaLnBrk="1" fontAlgn="auto" latinLnBrk="0" hangingPunct="0">
                  <a:lnSpc>
                    <a:spcPct val="100000"/>
                  </a:lnSpc>
                  <a:spcBef>
                    <a:spcPts val="0"/>
                  </a:spcBef>
                  <a:spcAft>
                    <a:spcPts val="0"/>
                  </a:spcAft>
                  <a:buClrTx/>
                  <a:buSzTx/>
                  <a:buFontTx/>
                  <a:buNone/>
                  <a:tabLst/>
                  <a:defRPr/>
                </a:pPr>
                <a:r>
                  <a:rPr lang="en-US" sz="1400" kern="0">
                    <a:solidFill>
                      <a:srgbClr val="000000"/>
                    </a:solidFill>
                    <a:latin typeface="Helvetica"/>
                    <a:cs typeface="Helvetica"/>
                    <a:sym typeface="Helvetica"/>
                  </a:rPr>
                  <a:t>6</a:t>
                </a:r>
                <a:r>
                  <a:rPr kumimoji="0" sz="1400" b="0" i="0" u="none" strike="noStrike" kern="0" cap="none" spc="0" normalizeH="0" baseline="0" noProof="0">
                    <a:ln>
                      <a:noFill/>
                    </a:ln>
                    <a:solidFill>
                      <a:srgbClr val="000000"/>
                    </a:solidFill>
                    <a:effectLst/>
                    <a:uLnTx/>
                    <a:uFillTx/>
                    <a:latin typeface="Helvetica"/>
                    <a:cs typeface="Helvetica"/>
                    <a:sym typeface="Helvetica"/>
                  </a:rPr>
                  <a:t> Lock</a:t>
                </a:r>
              </a:p>
            </p:txBody>
          </p:sp>
        </p:grpSp>
        <p:grpSp>
          <p:nvGrpSpPr>
            <p:cNvPr id="7" name="Group">
              <a:extLst>
                <a:ext uri="{FF2B5EF4-FFF2-40B4-BE49-F238E27FC236}">
                  <a16:creationId xmlns:a16="http://schemas.microsoft.com/office/drawing/2014/main" id="{83C9E4D5-6CE6-48E8-86E4-0A7272FF7BA8}"/>
                </a:ext>
              </a:extLst>
            </p:cNvPr>
            <p:cNvGrpSpPr/>
            <p:nvPr/>
          </p:nvGrpSpPr>
          <p:grpSpPr>
            <a:xfrm>
              <a:off x="8255000" y="5194300"/>
              <a:ext cx="4279900" cy="3167382"/>
              <a:chOff x="0" y="0"/>
              <a:chExt cx="4279900" cy="3167382"/>
            </a:xfrm>
          </p:grpSpPr>
          <p:sp>
            <p:nvSpPr>
              <p:cNvPr id="10" name="C 16">
                <a:extLst>
                  <a:ext uri="{FF2B5EF4-FFF2-40B4-BE49-F238E27FC236}">
                    <a16:creationId xmlns:a16="http://schemas.microsoft.com/office/drawing/2014/main" id="{7F86895F-1EE5-4752-9F4E-863980CDE2B1}"/>
                  </a:ext>
                </a:extLst>
              </p:cNvPr>
              <p:cNvSpPr/>
              <p:nvPr/>
            </p:nvSpPr>
            <p:spPr>
              <a:xfrm>
                <a:off x="3326693" y="2216216"/>
                <a:ext cx="953207" cy="951166"/>
              </a:xfrm>
              <a:prstGeom prst="ellipse">
                <a:avLst/>
              </a:prstGeom>
              <a:solidFill>
                <a:srgbClr val="E0EDD4"/>
              </a:solidFill>
              <a:ln w="25400" cap="flat">
                <a:solidFill>
                  <a:srgbClr val="000000"/>
                </a:solidFill>
                <a:prstDash val="solid"/>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ctr">
                <a:noAutofit/>
              </a:bodyPr>
              <a:lstStyle/>
              <a:p>
                <a:pPr marL="0" marR="0" lvl="0" indent="0" algn="ctr" defTabSz="584200" eaLnBrk="1" fontAlgn="auto" latinLnBrk="0" hangingPunct="0">
                  <a:lnSpc>
                    <a:spcPct val="100000"/>
                  </a:lnSpc>
                  <a:spcBef>
                    <a:spcPts val="0"/>
                  </a:spcBef>
                  <a:spcAft>
                    <a:spcPts val="0"/>
                  </a:spcAft>
                  <a:buClrTx/>
                  <a:buSzTx/>
                  <a:buFontTx/>
                  <a:buNone/>
                  <a:tabLst/>
                  <a:defRPr sz="2300" b="1">
                    <a:latin typeface="Courier"/>
                    <a:ea typeface="Courier"/>
                    <a:cs typeface="Courier"/>
                    <a:sym typeface="Courier"/>
                  </a:defRPr>
                </a:pPr>
                <a:r>
                  <a:rPr kumimoji="0" sz="2000" b="1" i="0" u="none" strike="noStrike" kern="0" cap="none" spc="0" normalizeH="0" baseline="0" noProof="0">
                    <a:ln>
                      <a:noFill/>
                    </a:ln>
                    <a:solidFill>
                      <a:srgbClr val="000000"/>
                    </a:solidFill>
                    <a:effectLst/>
                    <a:uLnTx/>
                    <a:uFillTx/>
                    <a:latin typeface="Courier"/>
                    <a:ea typeface="Courier"/>
                    <a:cs typeface="Courier"/>
                    <a:sym typeface="Courier"/>
                  </a:rPr>
                  <a:t>C</a:t>
                </a:r>
                <a:br>
                  <a:rPr kumimoji="0" sz="2000" b="1" i="0" u="none" strike="noStrike" kern="0" cap="none" spc="0" normalizeH="0" baseline="0" noProof="0">
                    <a:ln>
                      <a:noFill/>
                    </a:ln>
                    <a:solidFill>
                      <a:srgbClr val="000000"/>
                    </a:solidFill>
                    <a:effectLst/>
                    <a:uLnTx/>
                    <a:uFillTx/>
                    <a:latin typeface="Courier"/>
                    <a:ea typeface="Courier"/>
                    <a:cs typeface="Courier"/>
                    <a:sym typeface="Courier"/>
                  </a:rPr>
                </a:br>
                <a:endParaRPr kumimoji="0" sz="2000" b="1" i="0" u="none" strike="noStrike" kern="0" cap="none" spc="0" normalizeH="0" baseline="0" noProof="0">
                  <a:ln>
                    <a:noFill/>
                  </a:ln>
                  <a:solidFill>
                    <a:srgbClr val="000000"/>
                  </a:solidFill>
                  <a:effectLst/>
                  <a:uLnTx/>
                  <a:uFillTx/>
                  <a:latin typeface="Courier"/>
                  <a:ea typeface="Courier"/>
                  <a:cs typeface="Courier"/>
                  <a:sym typeface="Courier"/>
                </a:endParaRPr>
              </a:p>
            </p:txBody>
          </p:sp>
          <p:sp>
            <p:nvSpPr>
              <p:cNvPr id="11" name="B 16">
                <a:extLst>
                  <a:ext uri="{FF2B5EF4-FFF2-40B4-BE49-F238E27FC236}">
                    <a16:creationId xmlns:a16="http://schemas.microsoft.com/office/drawing/2014/main" id="{30F33A96-3205-4C8E-82B4-E350C6A67A6B}"/>
                  </a:ext>
                </a:extLst>
              </p:cNvPr>
              <p:cNvSpPr/>
              <p:nvPr/>
            </p:nvSpPr>
            <p:spPr>
              <a:xfrm>
                <a:off x="0" y="2216216"/>
                <a:ext cx="953207" cy="951166"/>
              </a:xfrm>
              <a:prstGeom prst="ellipse">
                <a:avLst/>
              </a:prstGeom>
              <a:solidFill>
                <a:srgbClr val="E1EED4"/>
              </a:solidFill>
              <a:ln w="25400" cap="flat">
                <a:solidFill>
                  <a:srgbClr val="000000"/>
                </a:solidFill>
                <a:prstDash val="solid"/>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ctr">
                <a:noAutofit/>
              </a:bodyPr>
              <a:lstStyle/>
              <a:p>
                <a:pPr marL="0" marR="0" lvl="0" indent="0" algn="ctr" defTabSz="584200" eaLnBrk="1" fontAlgn="auto" latinLnBrk="0" hangingPunct="0">
                  <a:lnSpc>
                    <a:spcPct val="100000"/>
                  </a:lnSpc>
                  <a:spcBef>
                    <a:spcPts val="0"/>
                  </a:spcBef>
                  <a:spcAft>
                    <a:spcPts val="0"/>
                  </a:spcAft>
                  <a:buClrTx/>
                  <a:buSzTx/>
                  <a:buFontTx/>
                  <a:buNone/>
                  <a:tabLst/>
                  <a:defRPr sz="2300" b="1">
                    <a:latin typeface="Courier"/>
                    <a:ea typeface="Courier"/>
                    <a:cs typeface="Courier"/>
                    <a:sym typeface="Courier"/>
                  </a:defRPr>
                </a:pPr>
                <a:r>
                  <a:rPr kumimoji="0" sz="2000" b="1" i="0" u="none" strike="noStrike" kern="0" cap="none" spc="0" normalizeH="0" baseline="0" noProof="0">
                    <a:ln>
                      <a:noFill/>
                    </a:ln>
                    <a:solidFill>
                      <a:srgbClr val="000000"/>
                    </a:solidFill>
                    <a:effectLst/>
                    <a:uLnTx/>
                    <a:uFillTx/>
                    <a:latin typeface="Courier"/>
                    <a:ea typeface="Courier"/>
                    <a:cs typeface="Courier"/>
                    <a:sym typeface="Courier"/>
                  </a:rPr>
                  <a:t>B</a:t>
                </a:r>
                <a:br>
                  <a:rPr kumimoji="0" sz="2000" b="1" i="0" u="none" strike="noStrike" kern="0" cap="none" spc="0" normalizeH="0" baseline="0" noProof="0">
                    <a:ln>
                      <a:noFill/>
                    </a:ln>
                    <a:solidFill>
                      <a:srgbClr val="000000"/>
                    </a:solidFill>
                    <a:effectLst/>
                    <a:uLnTx/>
                    <a:uFillTx/>
                    <a:latin typeface="Courier"/>
                    <a:ea typeface="Courier"/>
                    <a:cs typeface="Courier"/>
                    <a:sym typeface="Courier"/>
                  </a:rPr>
                </a:br>
                <a:endParaRPr kumimoji="0" sz="2000" b="1" i="0" u="none" strike="noStrike" kern="0" cap="none" spc="0" normalizeH="0" baseline="0" noProof="0">
                  <a:ln>
                    <a:noFill/>
                  </a:ln>
                  <a:solidFill>
                    <a:srgbClr val="000000"/>
                  </a:solidFill>
                  <a:effectLst/>
                  <a:uLnTx/>
                  <a:uFillTx/>
                  <a:latin typeface="Courier"/>
                  <a:ea typeface="Courier"/>
                  <a:cs typeface="Courier"/>
                  <a:sym typeface="Courier"/>
                </a:endParaRPr>
              </a:p>
            </p:txBody>
          </p:sp>
          <p:sp>
            <p:nvSpPr>
              <p:cNvPr id="17" name="A 16">
                <a:extLst>
                  <a:ext uri="{FF2B5EF4-FFF2-40B4-BE49-F238E27FC236}">
                    <a16:creationId xmlns:a16="http://schemas.microsoft.com/office/drawing/2014/main" id="{293CA516-5983-4CCF-A8E8-DE4FF054DBC9}"/>
                  </a:ext>
                </a:extLst>
              </p:cNvPr>
              <p:cNvSpPr/>
              <p:nvPr/>
            </p:nvSpPr>
            <p:spPr>
              <a:xfrm>
                <a:off x="1525132" y="0"/>
                <a:ext cx="953208" cy="951166"/>
              </a:xfrm>
              <a:prstGeom prst="ellipse">
                <a:avLst/>
              </a:prstGeom>
              <a:solidFill>
                <a:srgbClr val="E0EDD4"/>
              </a:solidFill>
              <a:ln w="25400" cap="flat">
                <a:solidFill>
                  <a:srgbClr val="000000"/>
                </a:solidFill>
                <a:prstDash val="solid"/>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ctr">
                <a:noAutofit/>
              </a:bodyPr>
              <a:lstStyle/>
              <a:p>
                <a:pPr marL="0" marR="0" lvl="0" indent="0" algn="ctr" defTabSz="584200" eaLnBrk="1" fontAlgn="auto" latinLnBrk="0" hangingPunct="0">
                  <a:lnSpc>
                    <a:spcPct val="100000"/>
                  </a:lnSpc>
                  <a:spcBef>
                    <a:spcPts val="0"/>
                  </a:spcBef>
                  <a:spcAft>
                    <a:spcPts val="0"/>
                  </a:spcAft>
                  <a:buClrTx/>
                  <a:buSzTx/>
                  <a:buFontTx/>
                  <a:buNone/>
                  <a:tabLst/>
                  <a:defRPr sz="2300" b="1">
                    <a:latin typeface="Courier"/>
                    <a:ea typeface="Courier"/>
                    <a:cs typeface="Courier"/>
                    <a:sym typeface="Courier"/>
                  </a:defRPr>
                </a:pPr>
                <a:r>
                  <a:rPr kumimoji="0" sz="2000" b="1" i="0" u="none" strike="noStrike" kern="0" cap="none" spc="0" normalizeH="0" baseline="0" noProof="0">
                    <a:ln>
                      <a:noFill/>
                    </a:ln>
                    <a:solidFill>
                      <a:srgbClr val="000000"/>
                    </a:solidFill>
                    <a:effectLst/>
                    <a:uLnTx/>
                    <a:uFillTx/>
                    <a:latin typeface="Courier"/>
                    <a:ea typeface="Courier"/>
                    <a:cs typeface="Courier"/>
                    <a:sym typeface="Courier"/>
                  </a:rPr>
                  <a:t>A</a:t>
                </a:r>
                <a:br>
                  <a:rPr kumimoji="0" sz="2000" b="1" i="0" u="none" strike="noStrike" kern="0" cap="none" spc="0" normalizeH="0" baseline="0" noProof="0">
                    <a:ln>
                      <a:noFill/>
                    </a:ln>
                    <a:solidFill>
                      <a:srgbClr val="000000"/>
                    </a:solidFill>
                    <a:effectLst/>
                    <a:uLnTx/>
                    <a:uFillTx/>
                    <a:latin typeface="Courier"/>
                    <a:ea typeface="Courier"/>
                    <a:cs typeface="Courier"/>
                    <a:sym typeface="Courier"/>
                  </a:rPr>
                </a:br>
                <a:endParaRPr kumimoji="0" sz="2000" b="1" i="0" u="none" strike="noStrike" kern="0" cap="none" spc="0" normalizeH="0" baseline="0" noProof="0">
                  <a:ln>
                    <a:noFill/>
                  </a:ln>
                  <a:solidFill>
                    <a:srgbClr val="000000"/>
                  </a:solidFill>
                  <a:effectLst/>
                  <a:uLnTx/>
                  <a:uFillTx/>
                  <a:latin typeface="Courier"/>
                  <a:ea typeface="Courier"/>
                  <a:cs typeface="Courier"/>
                  <a:sym typeface="Courier"/>
                </a:endParaRPr>
              </a:p>
            </p:txBody>
          </p:sp>
        </p:grpSp>
      </p:grpSp>
    </p:spTree>
    <p:extLst>
      <p:ext uri="{BB962C8B-B14F-4D97-AF65-F5344CB8AC3E}">
        <p14:creationId xmlns:p14="http://schemas.microsoft.com/office/powerpoint/2010/main" val="1021370056"/>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55CABA-EB8E-4F91-A123-7BF166E3CE45}"/>
              </a:ext>
            </a:extLst>
          </p:cNvPr>
          <p:cNvSpPr>
            <a:spLocks noGrp="1"/>
          </p:cNvSpPr>
          <p:nvPr>
            <p:ph type="title"/>
          </p:nvPr>
        </p:nvSpPr>
        <p:spPr/>
        <p:txBody>
          <a:bodyPr/>
          <a:lstStyle/>
          <a:p>
            <a:r>
              <a:rPr lang="en-US"/>
              <a:t>Distributed Approach</a:t>
            </a:r>
          </a:p>
        </p:txBody>
      </p:sp>
      <p:sp>
        <p:nvSpPr>
          <p:cNvPr id="3" name="Content Placeholder 2">
            <a:extLst>
              <a:ext uri="{FF2B5EF4-FFF2-40B4-BE49-F238E27FC236}">
                <a16:creationId xmlns:a16="http://schemas.microsoft.com/office/drawing/2014/main" id="{E2BBD471-0AFA-4B80-8AD4-166B6D08D6E3}"/>
              </a:ext>
            </a:extLst>
          </p:cNvPr>
          <p:cNvSpPr>
            <a:spLocks noGrp="1"/>
          </p:cNvSpPr>
          <p:nvPr>
            <p:ph idx="1"/>
          </p:nvPr>
        </p:nvSpPr>
        <p:spPr/>
        <p:txBody>
          <a:bodyPr/>
          <a:lstStyle/>
          <a:p>
            <a:r>
              <a:rPr lang="en-US"/>
              <a:t>Use </a:t>
            </a:r>
            <a:r>
              <a:rPr lang="en-US" err="1"/>
              <a:t>Lamport</a:t>
            </a:r>
            <a:r>
              <a:rPr lang="en-US"/>
              <a:t> Clocks to order lock requests across nodes</a:t>
            </a:r>
          </a:p>
          <a:p>
            <a:r>
              <a:rPr lang="en-US"/>
              <a:t>Send Lock message with ++clock</a:t>
            </a:r>
          </a:p>
          <a:p>
            <a:pPr lvl="1"/>
            <a:r>
              <a:rPr lang="en-US"/>
              <a:t>Wait for OKs from all nodes</a:t>
            </a:r>
          </a:p>
          <a:p>
            <a:r>
              <a:rPr lang="en-US"/>
              <a:t>When receiving Lock msg:</a:t>
            </a:r>
          </a:p>
          <a:p>
            <a:pPr lvl="1"/>
            <a:r>
              <a:rPr lang="en-US"/>
              <a:t>Update clock following </a:t>
            </a:r>
            <a:r>
              <a:rPr lang="en-US" err="1"/>
              <a:t>Lamport’s</a:t>
            </a:r>
            <a:r>
              <a:rPr lang="en-US"/>
              <a:t> rules</a:t>
            </a:r>
          </a:p>
          <a:p>
            <a:pPr lvl="1"/>
            <a:r>
              <a:rPr lang="en-US"/>
              <a:t>Send OK if not interested</a:t>
            </a:r>
          </a:p>
          <a:p>
            <a:pPr lvl="1"/>
            <a:r>
              <a:rPr lang="en-US"/>
              <a:t>If I want the lock:</a:t>
            </a:r>
          </a:p>
          <a:p>
            <a:pPr lvl="2"/>
            <a:r>
              <a:rPr lang="en-US"/>
              <a:t>Send OK if request's clock is smaller than own</a:t>
            </a:r>
          </a:p>
          <a:p>
            <a:pPr lvl="2"/>
            <a:r>
              <a:rPr lang="en-US"/>
              <a:t>Else, put request in queue</a:t>
            </a:r>
          </a:p>
          <a:p>
            <a:r>
              <a:rPr lang="en-US"/>
              <a:t>When done with a lock:</a:t>
            </a:r>
          </a:p>
          <a:p>
            <a:pPr lvl="1"/>
            <a:r>
              <a:rPr lang="en-US"/>
              <a:t>Send OK to anybody in queue</a:t>
            </a:r>
          </a:p>
        </p:txBody>
      </p:sp>
      <p:sp>
        <p:nvSpPr>
          <p:cNvPr id="4" name="Footer Placeholder 3">
            <a:extLst>
              <a:ext uri="{FF2B5EF4-FFF2-40B4-BE49-F238E27FC236}">
                <a16:creationId xmlns:a16="http://schemas.microsoft.com/office/drawing/2014/main" id="{29919D10-91B4-4B64-9180-E4FA7064B665}"/>
              </a:ext>
            </a:extLst>
          </p:cNvPr>
          <p:cNvSpPr>
            <a:spLocks noGrp="1"/>
          </p:cNvSpPr>
          <p:nvPr>
            <p:ph type="ftr" sz="quarter" idx="11"/>
          </p:nvPr>
        </p:nvSpPr>
        <p:spPr/>
        <p:txBody>
          <a:bodyPr/>
          <a:lstStyle/>
          <a:p>
            <a:r>
              <a:rPr lang="en-US"/>
              <a:t>Prof. Tim Wood &amp; Prof. Roozbeh Haghnazar</a:t>
            </a:r>
          </a:p>
        </p:txBody>
      </p:sp>
      <p:grpSp>
        <p:nvGrpSpPr>
          <p:cNvPr id="5" name="Group 4">
            <a:extLst>
              <a:ext uri="{FF2B5EF4-FFF2-40B4-BE49-F238E27FC236}">
                <a16:creationId xmlns:a16="http://schemas.microsoft.com/office/drawing/2014/main" id="{9C013681-0841-4913-8195-5B93843EF0B3}"/>
              </a:ext>
            </a:extLst>
          </p:cNvPr>
          <p:cNvGrpSpPr/>
          <p:nvPr/>
        </p:nvGrpSpPr>
        <p:grpSpPr>
          <a:xfrm>
            <a:off x="8266360" y="1018932"/>
            <a:ext cx="3507174" cy="5519479"/>
            <a:chOff x="8013700" y="1446529"/>
            <a:chExt cx="5096718" cy="8342694"/>
          </a:xfrm>
        </p:grpSpPr>
        <p:grpSp>
          <p:nvGrpSpPr>
            <p:cNvPr id="6" name="Group">
              <a:extLst>
                <a:ext uri="{FF2B5EF4-FFF2-40B4-BE49-F238E27FC236}">
                  <a16:creationId xmlns:a16="http://schemas.microsoft.com/office/drawing/2014/main" id="{8CEE999E-F314-420B-8C0C-FE1FB71F4022}"/>
                </a:ext>
              </a:extLst>
            </p:cNvPr>
            <p:cNvGrpSpPr/>
            <p:nvPr/>
          </p:nvGrpSpPr>
          <p:grpSpPr>
            <a:xfrm>
              <a:off x="8382000" y="1446529"/>
              <a:ext cx="4038601" cy="3646174"/>
              <a:chOff x="0" y="0"/>
              <a:chExt cx="4038601" cy="3646172"/>
            </a:xfrm>
          </p:grpSpPr>
          <p:sp>
            <p:nvSpPr>
              <p:cNvPr id="19" name="C 15">
                <a:extLst>
                  <a:ext uri="{FF2B5EF4-FFF2-40B4-BE49-F238E27FC236}">
                    <a16:creationId xmlns:a16="http://schemas.microsoft.com/office/drawing/2014/main" id="{FFBCA79D-5F07-47EB-86D3-A63FFF390728}"/>
                  </a:ext>
                </a:extLst>
              </p:cNvPr>
              <p:cNvSpPr/>
              <p:nvPr/>
            </p:nvSpPr>
            <p:spPr>
              <a:xfrm>
                <a:off x="3139134" y="2283757"/>
                <a:ext cx="899467" cy="980155"/>
              </a:xfrm>
              <a:prstGeom prst="ellipse">
                <a:avLst/>
              </a:prstGeom>
              <a:solidFill>
                <a:srgbClr val="E0EDD4"/>
              </a:solidFill>
              <a:ln w="25400" cap="flat">
                <a:solidFill>
                  <a:srgbClr val="000000"/>
                </a:solidFill>
                <a:prstDash val="solid"/>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ctr">
                <a:noAutofit/>
              </a:bodyPr>
              <a:lstStyle/>
              <a:p>
                <a:pPr marL="0" marR="0" lvl="0" indent="0" algn="ctr" defTabSz="584200" eaLnBrk="1" fontAlgn="auto" latinLnBrk="0" hangingPunct="0">
                  <a:lnSpc>
                    <a:spcPct val="100000"/>
                  </a:lnSpc>
                  <a:spcBef>
                    <a:spcPts val="0"/>
                  </a:spcBef>
                  <a:spcAft>
                    <a:spcPts val="0"/>
                  </a:spcAft>
                  <a:buClrTx/>
                  <a:buSzTx/>
                  <a:buFontTx/>
                  <a:buNone/>
                  <a:tabLst/>
                  <a:defRPr sz="2600" b="1">
                    <a:latin typeface="Courier"/>
                    <a:ea typeface="Courier"/>
                    <a:cs typeface="Courier"/>
                    <a:sym typeface="Courier"/>
                  </a:defRPr>
                </a:pPr>
                <a:r>
                  <a:rPr kumimoji="0" sz="2000" b="1" i="0" u="none" strike="noStrike" kern="0" cap="none" spc="0" normalizeH="0" baseline="0" noProof="0">
                    <a:ln>
                      <a:noFill/>
                    </a:ln>
                    <a:solidFill>
                      <a:srgbClr val="000000"/>
                    </a:solidFill>
                    <a:effectLst/>
                    <a:uLnTx/>
                    <a:uFillTx/>
                    <a:latin typeface="Courier"/>
                    <a:ea typeface="Courier"/>
                    <a:cs typeface="Courier"/>
                    <a:sym typeface="Courier"/>
                  </a:rPr>
                  <a:t>C</a:t>
                </a:r>
                <a:br>
                  <a:rPr kumimoji="0" sz="2000" b="1" i="0" u="none" strike="noStrike" kern="0" cap="none" spc="0" normalizeH="0" baseline="0" noProof="0">
                    <a:ln>
                      <a:noFill/>
                    </a:ln>
                    <a:solidFill>
                      <a:srgbClr val="000000"/>
                    </a:solidFill>
                    <a:effectLst/>
                    <a:uLnTx/>
                    <a:uFillTx/>
                    <a:latin typeface="Courier"/>
                    <a:ea typeface="Courier"/>
                    <a:cs typeface="Courier"/>
                    <a:sym typeface="Courier"/>
                  </a:rPr>
                </a:br>
                <a:r>
                  <a:rPr kumimoji="0" sz="2000" b="1" i="0" u="none" strike="noStrike" kern="0" cap="none" spc="0" normalizeH="0" baseline="0" noProof="0">
                    <a:ln>
                      <a:noFill/>
                    </a:ln>
                    <a:solidFill>
                      <a:srgbClr val="000000"/>
                    </a:solidFill>
                    <a:effectLst/>
                    <a:uLnTx/>
                    <a:uFillTx/>
                    <a:latin typeface="Courier"/>
                    <a:ea typeface="Courier"/>
                    <a:cs typeface="Courier"/>
                    <a:sym typeface="Courier"/>
                  </a:rPr>
                  <a:t>15</a:t>
                </a:r>
              </a:p>
            </p:txBody>
          </p:sp>
          <p:sp>
            <p:nvSpPr>
              <p:cNvPr id="20" name="B 5">
                <a:extLst>
                  <a:ext uri="{FF2B5EF4-FFF2-40B4-BE49-F238E27FC236}">
                    <a16:creationId xmlns:a16="http://schemas.microsoft.com/office/drawing/2014/main" id="{96A6F3AD-91C1-410D-B465-D45832D12876}"/>
                  </a:ext>
                </a:extLst>
              </p:cNvPr>
              <p:cNvSpPr/>
              <p:nvPr/>
            </p:nvSpPr>
            <p:spPr>
              <a:xfrm>
                <a:off x="0" y="2283757"/>
                <a:ext cx="899466" cy="980155"/>
              </a:xfrm>
              <a:prstGeom prst="ellipse">
                <a:avLst/>
              </a:prstGeom>
              <a:solidFill>
                <a:srgbClr val="E0EDD4"/>
              </a:solidFill>
              <a:ln w="25400" cap="flat">
                <a:solidFill>
                  <a:srgbClr val="000000"/>
                </a:solidFill>
                <a:prstDash val="solid"/>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50800" tIns="50800" rIns="50800" bIns="50800" numCol="1" anchor="ctr">
                <a:noAutofit/>
              </a:bodyPr>
              <a:lstStyle/>
              <a:p>
                <a:pPr marL="0" marR="0" lvl="0" indent="0" algn="ctr" defTabSz="584200" eaLnBrk="1" fontAlgn="auto" latinLnBrk="0" hangingPunct="0">
                  <a:lnSpc>
                    <a:spcPct val="100000"/>
                  </a:lnSpc>
                  <a:spcBef>
                    <a:spcPts val="0"/>
                  </a:spcBef>
                  <a:spcAft>
                    <a:spcPts val="0"/>
                  </a:spcAft>
                  <a:buClrTx/>
                  <a:buSzTx/>
                  <a:buFontTx/>
                  <a:buNone/>
                  <a:tabLst/>
                  <a:defRPr sz="2600" b="1">
                    <a:latin typeface="Courier"/>
                    <a:ea typeface="Courier"/>
                    <a:cs typeface="Courier"/>
                    <a:sym typeface="Courier"/>
                  </a:defRPr>
                </a:pPr>
                <a:r>
                  <a:rPr kumimoji="0" sz="2000" b="1" i="0" u="none" strike="noStrike" kern="0" cap="none" spc="0" normalizeH="0" baseline="0" noProof="0">
                    <a:ln>
                      <a:noFill/>
                    </a:ln>
                    <a:solidFill>
                      <a:srgbClr val="000000"/>
                    </a:solidFill>
                    <a:effectLst/>
                    <a:uLnTx/>
                    <a:uFillTx/>
                    <a:latin typeface="Courier"/>
                    <a:ea typeface="Courier"/>
                    <a:cs typeface="Courier"/>
                    <a:sym typeface="Courier"/>
                  </a:rPr>
                  <a:t>B</a:t>
                </a:r>
                <a:br>
                  <a:rPr kumimoji="0" sz="2000" b="1" i="0" u="none" strike="noStrike" kern="0" cap="none" spc="0" normalizeH="0" baseline="0" noProof="0">
                    <a:ln>
                      <a:noFill/>
                    </a:ln>
                    <a:solidFill>
                      <a:srgbClr val="000000"/>
                    </a:solidFill>
                    <a:effectLst/>
                    <a:uLnTx/>
                    <a:uFillTx/>
                    <a:latin typeface="Courier"/>
                    <a:ea typeface="Courier"/>
                    <a:cs typeface="Courier"/>
                    <a:sym typeface="Courier"/>
                  </a:rPr>
                </a:br>
                <a:r>
                  <a:rPr kumimoji="0" sz="2000" b="1" i="0" u="none" strike="noStrike" kern="0" cap="none" spc="0" normalizeH="0" baseline="0" noProof="0">
                    <a:ln>
                      <a:noFill/>
                    </a:ln>
                    <a:solidFill>
                      <a:srgbClr val="000000"/>
                    </a:solidFill>
                    <a:effectLst/>
                    <a:uLnTx/>
                    <a:uFillTx/>
                    <a:latin typeface="Courier"/>
                    <a:ea typeface="Courier"/>
                    <a:cs typeface="Courier"/>
                    <a:sym typeface="Courier"/>
                  </a:rPr>
                  <a:t>5</a:t>
                </a:r>
              </a:p>
            </p:txBody>
          </p:sp>
          <p:sp>
            <p:nvSpPr>
              <p:cNvPr id="21" name="Line">
                <a:extLst>
                  <a:ext uri="{FF2B5EF4-FFF2-40B4-BE49-F238E27FC236}">
                    <a16:creationId xmlns:a16="http://schemas.microsoft.com/office/drawing/2014/main" id="{EBD3C404-22A3-4449-8436-ABB584046CD5}"/>
                  </a:ext>
                </a:extLst>
              </p:cNvPr>
              <p:cNvSpPr/>
              <p:nvPr/>
            </p:nvSpPr>
            <p:spPr>
              <a:xfrm flipH="1">
                <a:off x="539679" y="833130"/>
                <a:ext cx="926450" cy="1313407"/>
              </a:xfrm>
              <a:prstGeom prst="line">
                <a:avLst/>
              </a:prstGeom>
              <a:noFill/>
              <a:ln w="38100" cap="flat">
                <a:solidFill>
                  <a:srgbClr val="000000"/>
                </a:solidFill>
                <a:prstDash val="solid"/>
                <a:miter lim="400000"/>
                <a:headEnd type="stealth" w="med" len="med"/>
              </a:ln>
              <a:effectLst/>
            </p:spPr>
            <p:txBody>
              <a:bodyPr wrap="square" lIns="0" tIns="0" rIns="0" bIns="0" numCol="1" anchor="t">
                <a:noAutofit/>
              </a:bodyPr>
              <a:lstStyle/>
              <a:p>
                <a:pPr marL="0" marR="0" lvl="0" indent="0" defTabSz="914400" eaLnBrk="1" fontAlgn="auto" latinLnBrk="0" hangingPunct="0">
                  <a:lnSpc>
                    <a:spcPct val="100000"/>
                  </a:lnSpc>
                  <a:spcBef>
                    <a:spcPts val="0"/>
                  </a:spcBef>
                  <a:spcAft>
                    <a:spcPts val="0"/>
                  </a:spcAft>
                  <a:buClrTx/>
                  <a:buSzTx/>
                  <a:buFontTx/>
                  <a:buNone/>
                  <a:tabLst/>
                  <a:defRPr sz="1200"/>
                </a:pPr>
                <a:endParaRPr kumimoji="0" sz="800" b="0" i="0" u="none" strike="noStrike" kern="0" cap="none" spc="0" normalizeH="0" baseline="0" noProof="0">
                  <a:ln>
                    <a:noFill/>
                  </a:ln>
                  <a:solidFill>
                    <a:srgbClr val="000000"/>
                  </a:solidFill>
                  <a:effectLst/>
                  <a:uLnTx/>
                  <a:uFillTx/>
                  <a:latin typeface="Helvetica"/>
                  <a:cs typeface="Helvetica"/>
                  <a:sym typeface="Helvetica"/>
                </a:endParaRPr>
              </a:p>
            </p:txBody>
          </p:sp>
          <p:sp>
            <p:nvSpPr>
              <p:cNvPr id="22" name="Line">
                <a:extLst>
                  <a:ext uri="{FF2B5EF4-FFF2-40B4-BE49-F238E27FC236}">
                    <a16:creationId xmlns:a16="http://schemas.microsoft.com/office/drawing/2014/main" id="{95D7B0FF-2372-4FA2-B12A-AA126FAB90C5}"/>
                  </a:ext>
                </a:extLst>
              </p:cNvPr>
              <p:cNvSpPr/>
              <p:nvPr/>
            </p:nvSpPr>
            <p:spPr>
              <a:xfrm flipH="1">
                <a:off x="989412" y="2685620"/>
                <a:ext cx="2059777" cy="2"/>
              </a:xfrm>
              <a:prstGeom prst="line">
                <a:avLst/>
              </a:prstGeom>
              <a:noFill/>
              <a:ln w="38100" cap="flat">
                <a:solidFill>
                  <a:srgbClr val="000000"/>
                </a:solidFill>
                <a:prstDash val="solid"/>
                <a:miter lim="400000"/>
                <a:tailEnd type="triangle" w="med" len="med"/>
              </a:ln>
              <a:effectLst/>
            </p:spPr>
            <p:txBody>
              <a:bodyPr wrap="square" lIns="0" tIns="0" rIns="0" bIns="0" numCol="1" anchor="t">
                <a:noAutofit/>
              </a:bodyPr>
              <a:lstStyle/>
              <a:p>
                <a:pPr marL="0" marR="0" lvl="0" indent="0" defTabSz="914400" eaLnBrk="1" fontAlgn="auto" latinLnBrk="0" hangingPunct="0">
                  <a:lnSpc>
                    <a:spcPct val="100000"/>
                  </a:lnSpc>
                  <a:spcBef>
                    <a:spcPts val="0"/>
                  </a:spcBef>
                  <a:spcAft>
                    <a:spcPts val="0"/>
                  </a:spcAft>
                  <a:buClrTx/>
                  <a:buSzTx/>
                  <a:buFontTx/>
                  <a:buNone/>
                  <a:tabLst/>
                  <a:defRPr sz="1200"/>
                </a:pPr>
                <a:endParaRPr kumimoji="0" sz="800" b="0" i="0" u="none" strike="noStrike" kern="0" cap="none" spc="0" normalizeH="0" baseline="0" noProof="0">
                  <a:ln>
                    <a:noFill/>
                  </a:ln>
                  <a:solidFill>
                    <a:srgbClr val="000000"/>
                  </a:solidFill>
                  <a:effectLst/>
                  <a:uLnTx/>
                  <a:uFillTx/>
                  <a:latin typeface="Helvetica"/>
                  <a:cs typeface="Helvetica"/>
                  <a:sym typeface="Helvetica"/>
                </a:endParaRPr>
              </a:p>
            </p:txBody>
          </p:sp>
          <p:sp>
            <p:nvSpPr>
              <p:cNvPr id="23" name="Line">
                <a:extLst>
                  <a:ext uri="{FF2B5EF4-FFF2-40B4-BE49-F238E27FC236}">
                    <a16:creationId xmlns:a16="http://schemas.microsoft.com/office/drawing/2014/main" id="{0AB171BC-02F7-49F3-9F88-F49FC7345D48}"/>
                  </a:ext>
                </a:extLst>
              </p:cNvPr>
              <p:cNvSpPr/>
              <p:nvPr/>
            </p:nvSpPr>
            <p:spPr>
              <a:xfrm>
                <a:off x="2347605" y="891940"/>
                <a:ext cx="1079360" cy="1254597"/>
              </a:xfrm>
              <a:prstGeom prst="line">
                <a:avLst/>
              </a:prstGeom>
              <a:noFill/>
              <a:ln w="38100" cap="flat">
                <a:solidFill>
                  <a:srgbClr val="000000"/>
                </a:solidFill>
                <a:prstDash val="solid"/>
                <a:miter lim="400000"/>
                <a:headEnd type="stealth" w="med" len="med"/>
              </a:ln>
              <a:effectLst/>
            </p:spPr>
            <p:txBody>
              <a:bodyPr wrap="square" lIns="0" tIns="0" rIns="0" bIns="0" numCol="1" anchor="t">
                <a:noAutofit/>
              </a:bodyPr>
              <a:lstStyle/>
              <a:p>
                <a:pPr marL="0" marR="0" lvl="0" indent="0" defTabSz="914400" eaLnBrk="1" fontAlgn="auto" latinLnBrk="0" hangingPunct="0">
                  <a:lnSpc>
                    <a:spcPct val="100000"/>
                  </a:lnSpc>
                  <a:spcBef>
                    <a:spcPts val="0"/>
                  </a:spcBef>
                  <a:spcAft>
                    <a:spcPts val="0"/>
                  </a:spcAft>
                  <a:buClrTx/>
                  <a:buSzTx/>
                  <a:buFontTx/>
                  <a:buNone/>
                  <a:tabLst/>
                  <a:defRPr sz="1200"/>
                </a:pPr>
                <a:endParaRPr kumimoji="0" sz="800" b="0" i="0" u="none" strike="noStrike" kern="0" cap="none" spc="0" normalizeH="0" baseline="0" noProof="0">
                  <a:ln>
                    <a:noFill/>
                  </a:ln>
                  <a:solidFill>
                    <a:srgbClr val="000000"/>
                  </a:solidFill>
                  <a:effectLst/>
                  <a:uLnTx/>
                  <a:uFillTx/>
                  <a:latin typeface="Helvetica"/>
                  <a:cs typeface="Helvetica"/>
                  <a:sym typeface="Helvetica"/>
                </a:endParaRPr>
              </a:p>
            </p:txBody>
          </p:sp>
          <p:sp>
            <p:nvSpPr>
              <p:cNvPr id="24" name="5 Lock">
                <a:extLst>
                  <a:ext uri="{FF2B5EF4-FFF2-40B4-BE49-F238E27FC236}">
                    <a16:creationId xmlns:a16="http://schemas.microsoft.com/office/drawing/2014/main" id="{23DCB431-8C9A-4A75-8CB8-F07F598827B3}"/>
                  </a:ext>
                </a:extLst>
              </p:cNvPr>
              <p:cNvSpPr txBox="1"/>
              <p:nvPr/>
            </p:nvSpPr>
            <p:spPr>
              <a:xfrm rot="18271838">
                <a:off x="60912" y="1053707"/>
                <a:ext cx="1263596" cy="539001"/>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50800" tIns="50800" rIns="50800" bIns="50800" numCol="1" anchor="ctr">
                <a:noAutofit/>
              </a:bodyPr>
              <a:lstStyle>
                <a:lvl1pPr>
                  <a:defRPr sz="2800"/>
                </a:lvl1pPr>
              </a:lstStyle>
              <a:p>
                <a:pPr marL="0" marR="0" lvl="0" indent="0" algn="ctr" defTabSz="584200" eaLnBrk="1" fontAlgn="auto" latinLnBrk="0" hangingPunct="0">
                  <a:lnSpc>
                    <a:spcPct val="100000"/>
                  </a:lnSpc>
                  <a:spcBef>
                    <a:spcPts val="0"/>
                  </a:spcBef>
                  <a:spcAft>
                    <a:spcPts val="0"/>
                  </a:spcAft>
                  <a:buClrTx/>
                  <a:buSzTx/>
                  <a:buFontTx/>
                  <a:buNone/>
                  <a:tabLst/>
                  <a:defRPr/>
                </a:pPr>
                <a:r>
                  <a:rPr lang="en-US" sz="1400" kern="0">
                    <a:solidFill>
                      <a:srgbClr val="000000"/>
                    </a:solidFill>
                    <a:latin typeface="Helvetica"/>
                    <a:cs typeface="Helvetica"/>
                    <a:sym typeface="Helvetica"/>
                  </a:rPr>
                  <a:t>6</a:t>
                </a:r>
                <a:r>
                  <a:rPr kumimoji="0" sz="1400" b="0" i="0" u="none" strike="noStrike" kern="0" cap="none" spc="0" normalizeH="0" baseline="0" noProof="0">
                    <a:ln>
                      <a:noFill/>
                    </a:ln>
                    <a:solidFill>
                      <a:srgbClr val="000000"/>
                    </a:solidFill>
                    <a:effectLst/>
                    <a:uLnTx/>
                    <a:uFillTx/>
                    <a:latin typeface="Helvetica"/>
                    <a:cs typeface="Helvetica"/>
                    <a:sym typeface="Helvetica"/>
                  </a:rPr>
                  <a:t> Lock</a:t>
                </a:r>
              </a:p>
            </p:txBody>
          </p:sp>
          <p:sp>
            <p:nvSpPr>
              <p:cNvPr id="25" name="15 Lock">
                <a:extLst>
                  <a:ext uri="{FF2B5EF4-FFF2-40B4-BE49-F238E27FC236}">
                    <a16:creationId xmlns:a16="http://schemas.microsoft.com/office/drawing/2014/main" id="{839763A5-42DC-460B-87A2-928188337060}"/>
                  </a:ext>
                </a:extLst>
              </p:cNvPr>
              <p:cNvSpPr txBox="1"/>
              <p:nvPr/>
            </p:nvSpPr>
            <p:spPr>
              <a:xfrm rot="2930061">
                <a:off x="2400715" y="1045204"/>
                <a:ext cx="1471453" cy="544463"/>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50800" tIns="50800" rIns="50800" bIns="50800" numCol="1" anchor="ctr">
                <a:noAutofit/>
              </a:bodyPr>
              <a:lstStyle>
                <a:lvl1pPr>
                  <a:defRPr sz="2800"/>
                </a:lvl1pPr>
              </a:lstStyle>
              <a:p>
                <a:pPr marL="0" marR="0" lvl="0" indent="0" algn="ctr" defTabSz="584200" eaLnBrk="1" fontAlgn="auto" latinLnBrk="0" hangingPunct="0">
                  <a:lnSpc>
                    <a:spcPct val="100000"/>
                  </a:lnSpc>
                  <a:spcBef>
                    <a:spcPts val="0"/>
                  </a:spcBef>
                  <a:spcAft>
                    <a:spcPts val="0"/>
                  </a:spcAft>
                  <a:buClrTx/>
                  <a:buSzTx/>
                  <a:buFontTx/>
                  <a:buNone/>
                  <a:tabLst/>
                  <a:defRPr/>
                </a:pPr>
                <a:r>
                  <a:rPr kumimoji="0" sz="1400" b="0" i="0" u="none" strike="noStrike" kern="0" cap="none" spc="0" normalizeH="0" baseline="0" noProof="0">
                    <a:ln>
                      <a:noFill/>
                    </a:ln>
                    <a:solidFill>
                      <a:srgbClr val="000000"/>
                    </a:solidFill>
                    <a:effectLst/>
                    <a:uLnTx/>
                    <a:uFillTx/>
                    <a:latin typeface="Helvetica"/>
                    <a:cs typeface="Helvetica"/>
                    <a:sym typeface="Helvetica"/>
                  </a:rPr>
                  <a:t>1</a:t>
                </a:r>
                <a:r>
                  <a:rPr kumimoji="0" lang="en-US" sz="1400" b="0" i="0" u="none" strike="noStrike" kern="0" cap="none" spc="0" normalizeH="0" baseline="0" noProof="0">
                    <a:ln>
                      <a:noFill/>
                    </a:ln>
                    <a:solidFill>
                      <a:srgbClr val="000000"/>
                    </a:solidFill>
                    <a:effectLst/>
                    <a:uLnTx/>
                    <a:uFillTx/>
                    <a:latin typeface="Helvetica"/>
                    <a:cs typeface="Helvetica"/>
                    <a:sym typeface="Helvetica"/>
                  </a:rPr>
                  <a:t>6</a:t>
                </a:r>
                <a:r>
                  <a:rPr kumimoji="0" sz="1400" b="0" i="0" u="none" strike="noStrike" kern="0" cap="none" spc="0" normalizeH="0" baseline="0" noProof="0">
                    <a:ln>
                      <a:noFill/>
                    </a:ln>
                    <a:solidFill>
                      <a:srgbClr val="000000"/>
                    </a:solidFill>
                    <a:effectLst/>
                    <a:uLnTx/>
                    <a:uFillTx/>
                    <a:latin typeface="Helvetica"/>
                    <a:cs typeface="Helvetica"/>
                    <a:sym typeface="Helvetica"/>
                  </a:rPr>
                  <a:t> Lock</a:t>
                </a:r>
              </a:p>
            </p:txBody>
          </p:sp>
          <p:sp>
            <p:nvSpPr>
              <p:cNvPr id="26" name="A 3">
                <a:extLst>
                  <a:ext uri="{FF2B5EF4-FFF2-40B4-BE49-F238E27FC236}">
                    <a16:creationId xmlns:a16="http://schemas.microsoft.com/office/drawing/2014/main" id="{AD9AD5DF-0BD2-44CA-BA89-D3375BC542B3}"/>
                  </a:ext>
                </a:extLst>
              </p:cNvPr>
              <p:cNvSpPr/>
              <p:nvPr/>
            </p:nvSpPr>
            <p:spPr>
              <a:xfrm>
                <a:off x="1439144" y="0"/>
                <a:ext cx="899467" cy="980155"/>
              </a:xfrm>
              <a:prstGeom prst="ellipse">
                <a:avLst/>
              </a:prstGeom>
              <a:solidFill>
                <a:srgbClr val="E0EDD4"/>
              </a:solidFill>
              <a:ln w="25400" cap="flat">
                <a:solidFill>
                  <a:srgbClr val="000000"/>
                </a:solidFill>
                <a:prstDash val="solid"/>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50800" tIns="50800" rIns="50800" bIns="50800" numCol="1" anchor="ctr">
                <a:noAutofit/>
              </a:bodyPr>
              <a:lstStyle/>
              <a:p>
                <a:pPr marL="0" marR="0" lvl="0" indent="0" algn="ctr" defTabSz="584200" eaLnBrk="1" fontAlgn="auto" latinLnBrk="0" hangingPunct="0">
                  <a:lnSpc>
                    <a:spcPct val="100000"/>
                  </a:lnSpc>
                  <a:spcBef>
                    <a:spcPts val="0"/>
                  </a:spcBef>
                  <a:spcAft>
                    <a:spcPts val="0"/>
                  </a:spcAft>
                  <a:buClrTx/>
                  <a:buSzTx/>
                  <a:buFontTx/>
                  <a:buNone/>
                  <a:tabLst/>
                  <a:defRPr sz="2600" b="1">
                    <a:latin typeface="Courier"/>
                    <a:ea typeface="Courier"/>
                    <a:cs typeface="Courier"/>
                    <a:sym typeface="Courier"/>
                  </a:defRPr>
                </a:pPr>
                <a:r>
                  <a:rPr kumimoji="0" sz="2000" b="1" i="0" u="none" strike="noStrike" kern="0" cap="none" spc="0" normalizeH="0" baseline="0" noProof="0">
                    <a:ln>
                      <a:noFill/>
                    </a:ln>
                    <a:solidFill>
                      <a:srgbClr val="000000"/>
                    </a:solidFill>
                    <a:effectLst/>
                    <a:uLnTx/>
                    <a:uFillTx/>
                    <a:latin typeface="Courier"/>
                    <a:ea typeface="Courier"/>
                    <a:cs typeface="Courier"/>
                    <a:sym typeface="Courier"/>
                  </a:rPr>
                  <a:t>A</a:t>
                </a:r>
                <a:br>
                  <a:rPr kumimoji="0" sz="2000" b="1" i="0" u="none" strike="noStrike" kern="0" cap="none" spc="0" normalizeH="0" baseline="0" noProof="0">
                    <a:ln>
                      <a:noFill/>
                    </a:ln>
                    <a:solidFill>
                      <a:srgbClr val="000000"/>
                    </a:solidFill>
                    <a:effectLst/>
                    <a:uLnTx/>
                    <a:uFillTx/>
                    <a:latin typeface="Courier"/>
                    <a:ea typeface="Courier"/>
                    <a:cs typeface="Courier"/>
                    <a:sym typeface="Courier"/>
                  </a:rPr>
                </a:br>
                <a:r>
                  <a:rPr kumimoji="0" sz="2000" b="1" i="0" u="none" strike="noStrike" kern="0" cap="none" spc="0" normalizeH="0" baseline="0" noProof="0">
                    <a:ln>
                      <a:noFill/>
                    </a:ln>
                    <a:solidFill>
                      <a:srgbClr val="000000"/>
                    </a:solidFill>
                    <a:effectLst/>
                    <a:uLnTx/>
                    <a:uFillTx/>
                    <a:latin typeface="Courier"/>
                    <a:ea typeface="Courier"/>
                    <a:cs typeface="Courier"/>
                    <a:sym typeface="Courier"/>
                  </a:rPr>
                  <a:t>3</a:t>
                </a:r>
              </a:p>
            </p:txBody>
          </p:sp>
          <p:sp>
            <p:nvSpPr>
              <p:cNvPr id="27" name="15 Lock">
                <a:extLst>
                  <a:ext uri="{FF2B5EF4-FFF2-40B4-BE49-F238E27FC236}">
                    <a16:creationId xmlns:a16="http://schemas.microsoft.com/office/drawing/2014/main" id="{4179D914-2A29-4ADC-A6A9-B680EB5438D2}"/>
                  </a:ext>
                </a:extLst>
              </p:cNvPr>
              <p:cNvSpPr txBox="1"/>
              <p:nvPr/>
            </p:nvSpPr>
            <p:spPr>
              <a:xfrm>
                <a:off x="1402705" y="2166140"/>
                <a:ext cx="1404089" cy="56849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50800" tIns="50800" rIns="50800" bIns="50800" numCol="1" anchor="ctr">
                <a:noAutofit/>
              </a:bodyPr>
              <a:lstStyle>
                <a:lvl1pPr>
                  <a:defRPr sz="2800"/>
                </a:lvl1pPr>
              </a:lstStyle>
              <a:p>
                <a:pPr marL="0" marR="0" lvl="0" indent="0" algn="ctr" defTabSz="584200" eaLnBrk="1" fontAlgn="auto" latinLnBrk="0" hangingPunct="0">
                  <a:lnSpc>
                    <a:spcPct val="100000"/>
                  </a:lnSpc>
                  <a:spcBef>
                    <a:spcPts val="0"/>
                  </a:spcBef>
                  <a:spcAft>
                    <a:spcPts val="0"/>
                  </a:spcAft>
                  <a:buClrTx/>
                  <a:buSzTx/>
                  <a:buFontTx/>
                  <a:buNone/>
                  <a:tabLst/>
                  <a:defRPr/>
                </a:pPr>
                <a:r>
                  <a:rPr kumimoji="0" sz="1400" b="0" i="0" u="none" strike="noStrike" kern="0" cap="none" spc="0" normalizeH="0" baseline="0" noProof="0">
                    <a:ln>
                      <a:noFill/>
                    </a:ln>
                    <a:solidFill>
                      <a:srgbClr val="000000"/>
                    </a:solidFill>
                    <a:effectLst/>
                    <a:uLnTx/>
                    <a:uFillTx/>
                    <a:latin typeface="Helvetica"/>
                    <a:cs typeface="Helvetica"/>
                    <a:sym typeface="Helvetica"/>
                  </a:rPr>
                  <a:t>1</a:t>
                </a:r>
                <a:r>
                  <a:rPr kumimoji="0" lang="en-US" sz="1400" b="0" i="0" u="none" strike="noStrike" kern="0" cap="none" spc="0" normalizeH="0" baseline="0" noProof="0">
                    <a:ln>
                      <a:noFill/>
                    </a:ln>
                    <a:solidFill>
                      <a:srgbClr val="000000"/>
                    </a:solidFill>
                    <a:effectLst/>
                    <a:uLnTx/>
                    <a:uFillTx/>
                    <a:latin typeface="Helvetica"/>
                    <a:cs typeface="Helvetica"/>
                    <a:sym typeface="Helvetica"/>
                  </a:rPr>
                  <a:t>6</a:t>
                </a:r>
                <a:r>
                  <a:rPr kumimoji="0" sz="1400" b="0" i="0" u="none" strike="noStrike" kern="0" cap="none" spc="0" normalizeH="0" baseline="0" noProof="0">
                    <a:ln>
                      <a:noFill/>
                    </a:ln>
                    <a:solidFill>
                      <a:srgbClr val="000000"/>
                    </a:solidFill>
                    <a:effectLst/>
                    <a:uLnTx/>
                    <a:uFillTx/>
                    <a:latin typeface="Helvetica"/>
                    <a:cs typeface="Helvetica"/>
                    <a:sym typeface="Helvetica"/>
                  </a:rPr>
                  <a:t> Lock</a:t>
                </a:r>
              </a:p>
            </p:txBody>
          </p:sp>
          <p:sp>
            <p:nvSpPr>
              <p:cNvPr id="28" name="Line">
                <a:extLst>
                  <a:ext uri="{FF2B5EF4-FFF2-40B4-BE49-F238E27FC236}">
                    <a16:creationId xmlns:a16="http://schemas.microsoft.com/office/drawing/2014/main" id="{163B8C80-52C4-4437-8973-AF4F219BF241}"/>
                  </a:ext>
                </a:extLst>
              </p:cNvPr>
              <p:cNvSpPr/>
              <p:nvPr/>
            </p:nvSpPr>
            <p:spPr>
              <a:xfrm flipH="1">
                <a:off x="989412" y="2999270"/>
                <a:ext cx="2059777" cy="2"/>
              </a:xfrm>
              <a:prstGeom prst="line">
                <a:avLst/>
              </a:prstGeom>
              <a:noFill/>
              <a:ln w="38100" cap="flat">
                <a:solidFill>
                  <a:srgbClr val="000000"/>
                </a:solidFill>
                <a:prstDash val="solid"/>
                <a:miter lim="400000"/>
                <a:headEnd type="triangle" w="med" len="med"/>
              </a:ln>
              <a:effectLst/>
            </p:spPr>
            <p:txBody>
              <a:bodyPr wrap="square" lIns="0" tIns="0" rIns="0" bIns="0" numCol="1" anchor="t">
                <a:noAutofit/>
              </a:bodyPr>
              <a:lstStyle/>
              <a:p>
                <a:pPr marL="0" marR="0" lvl="0" indent="0" defTabSz="914400" eaLnBrk="1" fontAlgn="auto" latinLnBrk="0" hangingPunct="0">
                  <a:lnSpc>
                    <a:spcPct val="100000"/>
                  </a:lnSpc>
                  <a:spcBef>
                    <a:spcPts val="0"/>
                  </a:spcBef>
                  <a:spcAft>
                    <a:spcPts val="0"/>
                  </a:spcAft>
                  <a:buClrTx/>
                  <a:buSzTx/>
                  <a:buFontTx/>
                  <a:buNone/>
                  <a:tabLst/>
                  <a:defRPr sz="1200"/>
                </a:pPr>
                <a:endParaRPr kumimoji="0" sz="800" b="0" i="0" u="none" strike="noStrike" kern="0" cap="none" spc="0" normalizeH="0" baseline="0" noProof="0">
                  <a:ln>
                    <a:noFill/>
                  </a:ln>
                  <a:solidFill>
                    <a:srgbClr val="000000"/>
                  </a:solidFill>
                  <a:effectLst/>
                  <a:uLnTx/>
                  <a:uFillTx/>
                  <a:latin typeface="Helvetica"/>
                  <a:cs typeface="Helvetica"/>
                  <a:sym typeface="Helvetica"/>
                </a:endParaRPr>
              </a:p>
            </p:txBody>
          </p:sp>
          <p:sp>
            <p:nvSpPr>
              <p:cNvPr id="29" name="5 Lock">
                <a:extLst>
                  <a:ext uri="{FF2B5EF4-FFF2-40B4-BE49-F238E27FC236}">
                    <a16:creationId xmlns:a16="http://schemas.microsoft.com/office/drawing/2014/main" id="{42552243-A6AC-4D9B-B973-A5E99B6B2995}"/>
                  </a:ext>
                </a:extLst>
              </p:cNvPr>
              <p:cNvSpPr txBox="1"/>
              <p:nvPr/>
            </p:nvSpPr>
            <p:spPr>
              <a:xfrm>
                <a:off x="1508217" y="3077682"/>
                <a:ext cx="1193989" cy="56849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50800" tIns="50800" rIns="50800" bIns="50800" numCol="1" anchor="ctr">
                <a:noAutofit/>
              </a:bodyPr>
              <a:lstStyle>
                <a:lvl1pPr>
                  <a:defRPr sz="2800"/>
                </a:lvl1pPr>
              </a:lstStyle>
              <a:p>
                <a:pPr marL="0" marR="0" lvl="0" indent="0" algn="ctr" defTabSz="584200" eaLnBrk="1" fontAlgn="auto" latinLnBrk="0" hangingPunct="0">
                  <a:lnSpc>
                    <a:spcPct val="100000"/>
                  </a:lnSpc>
                  <a:spcBef>
                    <a:spcPts val="0"/>
                  </a:spcBef>
                  <a:spcAft>
                    <a:spcPts val="0"/>
                  </a:spcAft>
                  <a:buClrTx/>
                  <a:buSzTx/>
                  <a:buFontTx/>
                  <a:buNone/>
                  <a:tabLst/>
                  <a:defRPr/>
                </a:pPr>
                <a:r>
                  <a:rPr lang="en-US" sz="1400" kern="0">
                    <a:solidFill>
                      <a:srgbClr val="000000"/>
                    </a:solidFill>
                    <a:latin typeface="Helvetica"/>
                    <a:cs typeface="Helvetica"/>
                    <a:sym typeface="Helvetica"/>
                  </a:rPr>
                  <a:t>6</a:t>
                </a:r>
                <a:r>
                  <a:rPr kumimoji="0" sz="1400" b="0" i="0" u="none" strike="noStrike" kern="0" cap="none" spc="0" normalizeH="0" baseline="0" noProof="0">
                    <a:ln>
                      <a:noFill/>
                    </a:ln>
                    <a:solidFill>
                      <a:srgbClr val="000000"/>
                    </a:solidFill>
                    <a:effectLst/>
                    <a:uLnTx/>
                    <a:uFillTx/>
                    <a:latin typeface="Helvetica"/>
                    <a:cs typeface="Helvetica"/>
                    <a:sym typeface="Helvetica"/>
                  </a:rPr>
                  <a:t> Lock</a:t>
                </a:r>
              </a:p>
            </p:txBody>
          </p:sp>
        </p:grpSp>
        <p:grpSp>
          <p:nvGrpSpPr>
            <p:cNvPr id="7" name="Group">
              <a:extLst>
                <a:ext uri="{FF2B5EF4-FFF2-40B4-BE49-F238E27FC236}">
                  <a16:creationId xmlns:a16="http://schemas.microsoft.com/office/drawing/2014/main" id="{83C9E4D5-6CE6-48E8-86E4-0A7272FF7BA8}"/>
                </a:ext>
              </a:extLst>
            </p:cNvPr>
            <p:cNvGrpSpPr/>
            <p:nvPr/>
          </p:nvGrpSpPr>
          <p:grpSpPr>
            <a:xfrm>
              <a:off x="8255000" y="5194300"/>
              <a:ext cx="4279900" cy="3167382"/>
              <a:chOff x="0" y="0"/>
              <a:chExt cx="4279900" cy="3167382"/>
            </a:xfrm>
          </p:grpSpPr>
          <p:sp>
            <p:nvSpPr>
              <p:cNvPr id="10" name="C 16">
                <a:extLst>
                  <a:ext uri="{FF2B5EF4-FFF2-40B4-BE49-F238E27FC236}">
                    <a16:creationId xmlns:a16="http://schemas.microsoft.com/office/drawing/2014/main" id="{7F86895F-1EE5-4752-9F4E-863980CDE2B1}"/>
                  </a:ext>
                </a:extLst>
              </p:cNvPr>
              <p:cNvSpPr/>
              <p:nvPr/>
            </p:nvSpPr>
            <p:spPr>
              <a:xfrm>
                <a:off x="3326693" y="2216216"/>
                <a:ext cx="953207" cy="951166"/>
              </a:xfrm>
              <a:prstGeom prst="ellipse">
                <a:avLst/>
              </a:prstGeom>
              <a:solidFill>
                <a:srgbClr val="E0EDD4"/>
              </a:solidFill>
              <a:ln w="25400" cap="flat">
                <a:solidFill>
                  <a:srgbClr val="000000"/>
                </a:solidFill>
                <a:prstDash val="solid"/>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ctr">
                <a:noAutofit/>
              </a:bodyPr>
              <a:lstStyle/>
              <a:p>
                <a:pPr marL="0" marR="0" lvl="0" indent="0" algn="ctr" defTabSz="584200" eaLnBrk="1" fontAlgn="auto" latinLnBrk="0" hangingPunct="0">
                  <a:lnSpc>
                    <a:spcPct val="100000"/>
                  </a:lnSpc>
                  <a:spcBef>
                    <a:spcPts val="0"/>
                  </a:spcBef>
                  <a:spcAft>
                    <a:spcPts val="0"/>
                  </a:spcAft>
                  <a:buClrTx/>
                  <a:buSzTx/>
                  <a:buFontTx/>
                  <a:buNone/>
                  <a:tabLst/>
                  <a:defRPr sz="2300" b="1">
                    <a:latin typeface="Courier"/>
                    <a:ea typeface="Courier"/>
                    <a:cs typeface="Courier"/>
                    <a:sym typeface="Courier"/>
                  </a:defRPr>
                </a:pPr>
                <a:r>
                  <a:rPr kumimoji="0" sz="2000" b="1" i="0" u="none" strike="noStrike" kern="0" cap="none" spc="0" normalizeH="0" baseline="0" noProof="0">
                    <a:ln>
                      <a:noFill/>
                    </a:ln>
                    <a:solidFill>
                      <a:srgbClr val="000000"/>
                    </a:solidFill>
                    <a:effectLst/>
                    <a:uLnTx/>
                    <a:uFillTx/>
                    <a:latin typeface="Courier"/>
                    <a:ea typeface="Courier"/>
                    <a:cs typeface="Courier"/>
                    <a:sym typeface="Courier"/>
                  </a:rPr>
                  <a:t>C</a:t>
                </a:r>
                <a:br>
                  <a:rPr kumimoji="0" sz="2000" b="1" i="0" u="none" strike="noStrike" kern="0" cap="none" spc="0" normalizeH="0" baseline="0" noProof="0">
                    <a:ln>
                      <a:noFill/>
                    </a:ln>
                    <a:solidFill>
                      <a:srgbClr val="000000"/>
                    </a:solidFill>
                    <a:effectLst/>
                    <a:uLnTx/>
                    <a:uFillTx/>
                    <a:latin typeface="Courier"/>
                    <a:ea typeface="Courier"/>
                    <a:cs typeface="Courier"/>
                    <a:sym typeface="Courier"/>
                  </a:rPr>
                </a:br>
                <a:r>
                  <a:rPr kumimoji="0" sz="2000" b="1" i="0" u="none" strike="noStrike" kern="0" cap="none" spc="0" normalizeH="0" baseline="0" noProof="0">
                    <a:ln>
                      <a:noFill/>
                    </a:ln>
                    <a:solidFill>
                      <a:srgbClr val="000000"/>
                    </a:solidFill>
                    <a:effectLst/>
                    <a:uLnTx/>
                    <a:uFillTx/>
                    <a:latin typeface="Courier"/>
                    <a:ea typeface="Courier"/>
                    <a:cs typeface="Courier"/>
                    <a:sym typeface="Courier"/>
                  </a:rPr>
                  <a:t>16</a:t>
                </a:r>
              </a:p>
            </p:txBody>
          </p:sp>
          <p:sp>
            <p:nvSpPr>
              <p:cNvPr id="11" name="B 16">
                <a:extLst>
                  <a:ext uri="{FF2B5EF4-FFF2-40B4-BE49-F238E27FC236}">
                    <a16:creationId xmlns:a16="http://schemas.microsoft.com/office/drawing/2014/main" id="{30F33A96-3205-4C8E-82B4-E350C6A67A6B}"/>
                  </a:ext>
                </a:extLst>
              </p:cNvPr>
              <p:cNvSpPr/>
              <p:nvPr/>
            </p:nvSpPr>
            <p:spPr>
              <a:xfrm>
                <a:off x="0" y="2216216"/>
                <a:ext cx="953207" cy="951166"/>
              </a:xfrm>
              <a:prstGeom prst="ellipse">
                <a:avLst/>
              </a:prstGeom>
              <a:solidFill>
                <a:srgbClr val="F5EC00"/>
              </a:solidFill>
              <a:ln w="25400" cap="flat">
                <a:solidFill>
                  <a:srgbClr val="000000"/>
                </a:solidFill>
                <a:prstDash val="solid"/>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ctr">
                <a:noAutofit/>
              </a:bodyPr>
              <a:lstStyle/>
              <a:p>
                <a:pPr marL="0" marR="0" lvl="0" indent="0" algn="ctr" defTabSz="584200" eaLnBrk="1" fontAlgn="auto" latinLnBrk="0" hangingPunct="0">
                  <a:lnSpc>
                    <a:spcPct val="100000"/>
                  </a:lnSpc>
                  <a:spcBef>
                    <a:spcPts val="0"/>
                  </a:spcBef>
                  <a:spcAft>
                    <a:spcPts val="0"/>
                  </a:spcAft>
                  <a:buClrTx/>
                  <a:buSzTx/>
                  <a:buFontTx/>
                  <a:buNone/>
                  <a:tabLst/>
                  <a:defRPr sz="2300" b="1">
                    <a:latin typeface="Courier"/>
                    <a:ea typeface="Courier"/>
                    <a:cs typeface="Courier"/>
                    <a:sym typeface="Courier"/>
                  </a:defRPr>
                </a:pPr>
                <a:r>
                  <a:rPr kumimoji="0" sz="2000" b="1" i="0" u="none" strike="noStrike" kern="0" cap="none" spc="0" normalizeH="0" baseline="0" noProof="0">
                    <a:ln>
                      <a:noFill/>
                    </a:ln>
                    <a:solidFill>
                      <a:srgbClr val="000000"/>
                    </a:solidFill>
                    <a:effectLst/>
                    <a:uLnTx/>
                    <a:uFillTx/>
                    <a:latin typeface="Courier"/>
                    <a:ea typeface="Courier"/>
                    <a:cs typeface="Courier"/>
                    <a:sym typeface="Courier"/>
                  </a:rPr>
                  <a:t>B</a:t>
                </a:r>
                <a:br>
                  <a:rPr kumimoji="0" sz="2000" b="1" i="0" u="none" strike="noStrike" kern="0" cap="none" spc="0" normalizeH="0" baseline="0" noProof="0">
                    <a:ln>
                      <a:noFill/>
                    </a:ln>
                    <a:solidFill>
                      <a:srgbClr val="000000"/>
                    </a:solidFill>
                    <a:effectLst/>
                    <a:uLnTx/>
                    <a:uFillTx/>
                    <a:latin typeface="Courier"/>
                    <a:ea typeface="Courier"/>
                    <a:cs typeface="Courier"/>
                    <a:sym typeface="Courier"/>
                  </a:rPr>
                </a:br>
                <a:r>
                  <a:rPr kumimoji="0" sz="2000" b="1" i="0" u="none" strike="noStrike" kern="0" cap="none" spc="0" normalizeH="0" baseline="0" noProof="0">
                    <a:ln>
                      <a:noFill/>
                    </a:ln>
                    <a:solidFill>
                      <a:srgbClr val="000000"/>
                    </a:solidFill>
                    <a:effectLst/>
                    <a:uLnTx/>
                    <a:uFillTx/>
                    <a:latin typeface="Courier"/>
                    <a:ea typeface="Courier"/>
                    <a:cs typeface="Courier"/>
                    <a:sym typeface="Courier"/>
                  </a:rPr>
                  <a:t>16</a:t>
                </a:r>
              </a:p>
            </p:txBody>
          </p:sp>
          <p:sp>
            <p:nvSpPr>
              <p:cNvPr id="12" name="Line">
                <a:extLst>
                  <a:ext uri="{FF2B5EF4-FFF2-40B4-BE49-F238E27FC236}">
                    <a16:creationId xmlns:a16="http://schemas.microsoft.com/office/drawing/2014/main" id="{7CD8C9ED-2A5D-4F42-8C48-4177B658F3A5}"/>
                  </a:ext>
                </a:extLst>
              </p:cNvPr>
              <p:cNvSpPr/>
              <p:nvPr/>
            </p:nvSpPr>
            <p:spPr>
              <a:xfrm flipH="1">
                <a:off x="571924" y="808490"/>
                <a:ext cx="981803" cy="1274563"/>
              </a:xfrm>
              <a:prstGeom prst="line">
                <a:avLst/>
              </a:prstGeom>
              <a:noFill/>
              <a:ln w="38100" cap="flat">
                <a:solidFill>
                  <a:srgbClr val="000000"/>
                </a:solidFill>
                <a:prstDash val="solid"/>
                <a:miter lim="400000"/>
                <a:tailEnd type="triangle" w="med" len="med"/>
              </a:ln>
              <a:effectLst/>
            </p:spPr>
            <p:txBody>
              <a:bodyPr wrap="square" lIns="0" tIns="0" rIns="0" bIns="0" numCol="1" anchor="t">
                <a:noAutofit/>
              </a:bodyPr>
              <a:lstStyle/>
              <a:p>
                <a:pPr marL="0" marR="0" lvl="0" indent="0" defTabSz="914400" eaLnBrk="1" fontAlgn="auto" latinLnBrk="0" hangingPunct="0">
                  <a:lnSpc>
                    <a:spcPct val="100000"/>
                  </a:lnSpc>
                  <a:spcBef>
                    <a:spcPts val="0"/>
                  </a:spcBef>
                  <a:spcAft>
                    <a:spcPts val="0"/>
                  </a:spcAft>
                  <a:buClrTx/>
                  <a:buSzTx/>
                  <a:buFontTx/>
                  <a:buNone/>
                  <a:tabLst/>
                  <a:defRPr sz="1200"/>
                </a:pPr>
                <a:endParaRPr kumimoji="0" sz="800" b="0" i="0" u="none" strike="noStrike" kern="0" cap="none" spc="0" normalizeH="0" baseline="0" noProof="0">
                  <a:ln>
                    <a:noFill/>
                  </a:ln>
                  <a:solidFill>
                    <a:srgbClr val="000000"/>
                  </a:solidFill>
                  <a:effectLst/>
                  <a:uLnTx/>
                  <a:uFillTx/>
                  <a:latin typeface="Helvetica"/>
                  <a:cs typeface="Helvetica"/>
                  <a:sym typeface="Helvetica"/>
                </a:endParaRPr>
              </a:p>
            </p:txBody>
          </p:sp>
          <p:sp>
            <p:nvSpPr>
              <p:cNvPr id="13" name="Line">
                <a:extLst>
                  <a:ext uri="{FF2B5EF4-FFF2-40B4-BE49-F238E27FC236}">
                    <a16:creationId xmlns:a16="http://schemas.microsoft.com/office/drawing/2014/main" id="{53652DBB-68D7-423D-8DCF-75411176A906}"/>
                  </a:ext>
                </a:extLst>
              </p:cNvPr>
              <p:cNvSpPr/>
              <p:nvPr/>
            </p:nvSpPr>
            <p:spPr>
              <a:xfrm flipH="1">
                <a:off x="1048529" y="2606194"/>
                <a:ext cx="2182843" cy="1"/>
              </a:xfrm>
              <a:prstGeom prst="line">
                <a:avLst/>
              </a:prstGeom>
              <a:noFill/>
              <a:ln w="38100" cap="flat">
                <a:solidFill>
                  <a:srgbClr val="000000"/>
                </a:solidFill>
                <a:prstDash val="solid"/>
                <a:miter lim="400000"/>
                <a:tailEnd type="triangle" w="med" len="med"/>
              </a:ln>
              <a:effectLst/>
            </p:spPr>
            <p:txBody>
              <a:bodyPr wrap="square" lIns="0" tIns="0" rIns="0" bIns="0" numCol="1" anchor="t">
                <a:noAutofit/>
              </a:bodyPr>
              <a:lstStyle/>
              <a:p>
                <a:pPr marL="0" marR="0" lvl="0" indent="0" defTabSz="914400" eaLnBrk="1" fontAlgn="auto" latinLnBrk="0" hangingPunct="0">
                  <a:lnSpc>
                    <a:spcPct val="100000"/>
                  </a:lnSpc>
                  <a:spcBef>
                    <a:spcPts val="0"/>
                  </a:spcBef>
                  <a:spcAft>
                    <a:spcPts val="0"/>
                  </a:spcAft>
                  <a:buClrTx/>
                  <a:buSzTx/>
                  <a:buFontTx/>
                  <a:buNone/>
                  <a:tabLst/>
                  <a:defRPr sz="1200"/>
                </a:pPr>
                <a:endParaRPr kumimoji="0" sz="800" b="0" i="0" u="none" strike="noStrike" kern="0" cap="none" spc="0" normalizeH="0" baseline="0" noProof="0">
                  <a:ln>
                    <a:noFill/>
                  </a:ln>
                  <a:solidFill>
                    <a:srgbClr val="000000"/>
                  </a:solidFill>
                  <a:effectLst/>
                  <a:uLnTx/>
                  <a:uFillTx/>
                  <a:latin typeface="Helvetica"/>
                  <a:cs typeface="Helvetica"/>
                  <a:sym typeface="Helvetica"/>
                </a:endParaRPr>
              </a:p>
            </p:txBody>
          </p:sp>
          <p:sp>
            <p:nvSpPr>
              <p:cNvPr id="14" name="Line">
                <a:extLst>
                  <a:ext uri="{FF2B5EF4-FFF2-40B4-BE49-F238E27FC236}">
                    <a16:creationId xmlns:a16="http://schemas.microsoft.com/office/drawing/2014/main" id="{67A55940-ED94-4FC5-B7B7-651E479559EF}"/>
                  </a:ext>
                </a:extLst>
              </p:cNvPr>
              <p:cNvSpPr/>
              <p:nvPr/>
            </p:nvSpPr>
            <p:spPr>
              <a:xfrm>
                <a:off x="2487871" y="865560"/>
                <a:ext cx="1143850" cy="1217493"/>
              </a:xfrm>
              <a:prstGeom prst="line">
                <a:avLst/>
              </a:prstGeom>
              <a:noFill/>
              <a:ln w="38100" cap="flat">
                <a:solidFill>
                  <a:srgbClr val="000000"/>
                </a:solidFill>
                <a:prstDash val="solid"/>
                <a:miter lim="400000"/>
                <a:tailEnd type="triangle" w="med" len="med"/>
              </a:ln>
              <a:effectLst/>
            </p:spPr>
            <p:txBody>
              <a:bodyPr wrap="square" lIns="0" tIns="0" rIns="0" bIns="0" numCol="1" anchor="t">
                <a:noAutofit/>
              </a:bodyPr>
              <a:lstStyle/>
              <a:p>
                <a:pPr marL="0" marR="0" lvl="0" indent="0" defTabSz="914400" eaLnBrk="1" fontAlgn="auto" latinLnBrk="0" hangingPunct="0">
                  <a:lnSpc>
                    <a:spcPct val="100000"/>
                  </a:lnSpc>
                  <a:spcBef>
                    <a:spcPts val="0"/>
                  </a:spcBef>
                  <a:spcAft>
                    <a:spcPts val="0"/>
                  </a:spcAft>
                  <a:buClrTx/>
                  <a:buSzTx/>
                  <a:buFontTx/>
                  <a:buNone/>
                  <a:tabLst/>
                  <a:defRPr sz="1200"/>
                </a:pPr>
                <a:endParaRPr kumimoji="0" sz="800" b="0" i="0" u="none" strike="noStrike" kern="0" cap="none" spc="0" normalizeH="0" baseline="0" noProof="0">
                  <a:ln>
                    <a:noFill/>
                  </a:ln>
                  <a:solidFill>
                    <a:srgbClr val="000000"/>
                  </a:solidFill>
                  <a:effectLst/>
                  <a:uLnTx/>
                  <a:uFillTx/>
                  <a:latin typeface="Helvetica"/>
                  <a:cs typeface="Helvetica"/>
                  <a:sym typeface="Helvetica"/>
                </a:endParaRPr>
              </a:p>
            </p:txBody>
          </p:sp>
          <p:sp>
            <p:nvSpPr>
              <p:cNvPr id="15" name="OK B">
                <a:extLst>
                  <a:ext uri="{FF2B5EF4-FFF2-40B4-BE49-F238E27FC236}">
                    <a16:creationId xmlns:a16="http://schemas.microsoft.com/office/drawing/2014/main" id="{A03D8DE6-56E9-4512-A92E-AA06F5BD8F99}"/>
                  </a:ext>
                </a:extLst>
              </p:cNvPr>
              <p:cNvSpPr txBox="1"/>
              <p:nvPr/>
            </p:nvSpPr>
            <p:spPr>
              <a:xfrm rot="18415280">
                <a:off x="293238" y="1050708"/>
                <a:ext cx="881818" cy="476236"/>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50800" tIns="50800" rIns="50800" bIns="50800" numCol="1" anchor="ctr">
                <a:noAutofit/>
              </a:bodyPr>
              <a:lstStyle>
                <a:lvl1pPr>
                  <a:defRPr sz="2500"/>
                </a:lvl1pPr>
              </a:lstStyle>
              <a:p>
                <a:pPr marL="0" marR="0" lvl="0" indent="0" algn="ctr" defTabSz="584200" eaLnBrk="1" fontAlgn="auto" latinLnBrk="0" hangingPunct="0">
                  <a:lnSpc>
                    <a:spcPct val="100000"/>
                  </a:lnSpc>
                  <a:spcBef>
                    <a:spcPts val="0"/>
                  </a:spcBef>
                  <a:spcAft>
                    <a:spcPts val="0"/>
                  </a:spcAft>
                  <a:buClrTx/>
                  <a:buSzTx/>
                  <a:buFontTx/>
                  <a:buNone/>
                  <a:tabLst/>
                  <a:defRPr/>
                </a:pPr>
                <a:r>
                  <a:rPr kumimoji="0" sz="1400" b="0" i="0" u="none" strike="noStrike" kern="0" cap="none" spc="0" normalizeH="0" baseline="0" noProof="0">
                    <a:ln>
                      <a:noFill/>
                    </a:ln>
                    <a:solidFill>
                      <a:srgbClr val="000000"/>
                    </a:solidFill>
                    <a:effectLst/>
                    <a:uLnTx/>
                    <a:uFillTx/>
                    <a:latin typeface="Helvetica"/>
                    <a:cs typeface="Helvetica"/>
                    <a:sym typeface="Helvetica"/>
                  </a:rPr>
                  <a:t>OK B</a:t>
                </a:r>
              </a:p>
            </p:txBody>
          </p:sp>
          <p:sp>
            <p:nvSpPr>
              <p:cNvPr id="16" name="OK C">
                <a:extLst>
                  <a:ext uri="{FF2B5EF4-FFF2-40B4-BE49-F238E27FC236}">
                    <a16:creationId xmlns:a16="http://schemas.microsoft.com/office/drawing/2014/main" id="{054FCA71-8843-44D7-9540-B0DFBAF862D4}"/>
                  </a:ext>
                </a:extLst>
              </p:cNvPr>
              <p:cNvSpPr txBox="1"/>
              <p:nvPr/>
            </p:nvSpPr>
            <p:spPr>
              <a:xfrm rot="2779420">
                <a:off x="2874923" y="1041376"/>
                <a:ext cx="900427" cy="476118"/>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50800" tIns="50800" rIns="50800" bIns="50800" numCol="1" anchor="ctr">
                <a:noAutofit/>
              </a:bodyPr>
              <a:lstStyle>
                <a:lvl1pPr>
                  <a:defRPr sz="2500"/>
                </a:lvl1pPr>
              </a:lstStyle>
              <a:p>
                <a:pPr marL="0" marR="0" lvl="0" indent="0" algn="ctr" defTabSz="584200" eaLnBrk="1" fontAlgn="auto" latinLnBrk="0" hangingPunct="0">
                  <a:lnSpc>
                    <a:spcPct val="100000"/>
                  </a:lnSpc>
                  <a:spcBef>
                    <a:spcPts val="0"/>
                  </a:spcBef>
                  <a:spcAft>
                    <a:spcPts val="0"/>
                  </a:spcAft>
                  <a:buClrTx/>
                  <a:buSzTx/>
                  <a:buFontTx/>
                  <a:buNone/>
                  <a:tabLst/>
                  <a:defRPr/>
                </a:pPr>
                <a:r>
                  <a:rPr kumimoji="0" sz="1400" b="0" i="0" u="none" strike="noStrike" kern="0" cap="none" spc="0" normalizeH="0" baseline="0" noProof="0">
                    <a:ln>
                      <a:noFill/>
                    </a:ln>
                    <a:solidFill>
                      <a:srgbClr val="000000"/>
                    </a:solidFill>
                    <a:effectLst/>
                    <a:uLnTx/>
                    <a:uFillTx/>
                    <a:latin typeface="Helvetica"/>
                    <a:cs typeface="Helvetica"/>
                    <a:sym typeface="Helvetica"/>
                  </a:rPr>
                  <a:t>OK C</a:t>
                </a:r>
              </a:p>
            </p:txBody>
          </p:sp>
          <p:sp>
            <p:nvSpPr>
              <p:cNvPr id="17" name="A 16">
                <a:extLst>
                  <a:ext uri="{FF2B5EF4-FFF2-40B4-BE49-F238E27FC236}">
                    <a16:creationId xmlns:a16="http://schemas.microsoft.com/office/drawing/2014/main" id="{293CA516-5983-4CCF-A8E8-DE4FF054DBC9}"/>
                  </a:ext>
                </a:extLst>
              </p:cNvPr>
              <p:cNvSpPr/>
              <p:nvPr/>
            </p:nvSpPr>
            <p:spPr>
              <a:xfrm>
                <a:off x="1525132" y="0"/>
                <a:ext cx="953208" cy="951166"/>
              </a:xfrm>
              <a:prstGeom prst="ellipse">
                <a:avLst/>
              </a:prstGeom>
              <a:solidFill>
                <a:srgbClr val="E0EDD4"/>
              </a:solidFill>
              <a:ln w="25400" cap="flat">
                <a:solidFill>
                  <a:srgbClr val="000000"/>
                </a:solidFill>
                <a:prstDash val="solid"/>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ctr">
                <a:noAutofit/>
              </a:bodyPr>
              <a:lstStyle/>
              <a:p>
                <a:pPr marL="0" marR="0" lvl="0" indent="0" algn="ctr" defTabSz="584200" eaLnBrk="1" fontAlgn="auto" latinLnBrk="0" hangingPunct="0">
                  <a:lnSpc>
                    <a:spcPct val="100000"/>
                  </a:lnSpc>
                  <a:spcBef>
                    <a:spcPts val="0"/>
                  </a:spcBef>
                  <a:spcAft>
                    <a:spcPts val="0"/>
                  </a:spcAft>
                  <a:buClrTx/>
                  <a:buSzTx/>
                  <a:buFontTx/>
                  <a:buNone/>
                  <a:tabLst/>
                  <a:defRPr sz="2300" b="1">
                    <a:latin typeface="Courier"/>
                    <a:ea typeface="Courier"/>
                    <a:cs typeface="Courier"/>
                    <a:sym typeface="Courier"/>
                  </a:defRPr>
                </a:pPr>
                <a:r>
                  <a:rPr kumimoji="0" sz="2000" b="1" i="0" u="none" strike="noStrike" kern="0" cap="none" spc="0" normalizeH="0" baseline="0" noProof="0">
                    <a:ln>
                      <a:noFill/>
                    </a:ln>
                    <a:solidFill>
                      <a:srgbClr val="000000"/>
                    </a:solidFill>
                    <a:effectLst/>
                    <a:uLnTx/>
                    <a:uFillTx/>
                    <a:latin typeface="Courier"/>
                    <a:ea typeface="Courier"/>
                    <a:cs typeface="Courier"/>
                    <a:sym typeface="Courier"/>
                  </a:rPr>
                  <a:t>A</a:t>
                </a:r>
                <a:br>
                  <a:rPr kumimoji="0" sz="2000" b="1" i="0" u="none" strike="noStrike" kern="0" cap="none" spc="0" normalizeH="0" baseline="0" noProof="0">
                    <a:ln>
                      <a:noFill/>
                    </a:ln>
                    <a:solidFill>
                      <a:srgbClr val="000000"/>
                    </a:solidFill>
                    <a:effectLst/>
                    <a:uLnTx/>
                    <a:uFillTx/>
                    <a:latin typeface="Courier"/>
                    <a:ea typeface="Courier"/>
                    <a:cs typeface="Courier"/>
                    <a:sym typeface="Courier"/>
                  </a:rPr>
                </a:br>
                <a:r>
                  <a:rPr kumimoji="0" sz="2000" b="1" i="0" u="none" strike="noStrike" kern="0" cap="none" spc="0" normalizeH="0" baseline="0" noProof="0">
                    <a:ln>
                      <a:noFill/>
                    </a:ln>
                    <a:solidFill>
                      <a:srgbClr val="000000"/>
                    </a:solidFill>
                    <a:effectLst/>
                    <a:uLnTx/>
                    <a:uFillTx/>
                    <a:latin typeface="Courier"/>
                    <a:ea typeface="Courier"/>
                    <a:cs typeface="Courier"/>
                    <a:sym typeface="Courier"/>
                  </a:rPr>
                  <a:t>16</a:t>
                </a:r>
              </a:p>
            </p:txBody>
          </p:sp>
          <p:sp>
            <p:nvSpPr>
              <p:cNvPr id="18" name="OK B">
                <a:extLst>
                  <a:ext uri="{FF2B5EF4-FFF2-40B4-BE49-F238E27FC236}">
                    <a16:creationId xmlns:a16="http://schemas.microsoft.com/office/drawing/2014/main" id="{C855D46B-E46F-416F-A715-E5F52B947E06}"/>
                  </a:ext>
                </a:extLst>
              </p:cNvPr>
              <p:cNvSpPr txBox="1"/>
              <p:nvPr/>
            </p:nvSpPr>
            <p:spPr>
              <a:xfrm>
                <a:off x="1789481" y="2140122"/>
                <a:ext cx="883029" cy="475584"/>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50800" tIns="50800" rIns="50800" bIns="50800" numCol="1" anchor="ctr">
                <a:noAutofit/>
              </a:bodyPr>
              <a:lstStyle>
                <a:lvl1pPr>
                  <a:defRPr sz="2500"/>
                </a:lvl1pPr>
              </a:lstStyle>
              <a:p>
                <a:pPr marL="0" marR="0" lvl="0" indent="0" algn="ctr" defTabSz="584200" eaLnBrk="1" fontAlgn="auto" latinLnBrk="0" hangingPunct="0">
                  <a:lnSpc>
                    <a:spcPct val="100000"/>
                  </a:lnSpc>
                  <a:spcBef>
                    <a:spcPts val="0"/>
                  </a:spcBef>
                  <a:spcAft>
                    <a:spcPts val="0"/>
                  </a:spcAft>
                  <a:buClrTx/>
                  <a:buSzTx/>
                  <a:buFontTx/>
                  <a:buNone/>
                  <a:tabLst/>
                  <a:defRPr/>
                </a:pPr>
                <a:r>
                  <a:rPr kumimoji="0" sz="1400" b="0" i="0" u="none" strike="noStrike" kern="0" cap="none" spc="0" normalizeH="0" baseline="0" noProof="0">
                    <a:ln>
                      <a:noFill/>
                    </a:ln>
                    <a:solidFill>
                      <a:srgbClr val="000000"/>
                    </a:solidFill>
                    <a:effectLst/>
                    <a:uLnTx/>
                    <a:uFillTx/>
                    <a:latin typeface="Helvetica"/>
                    <a:cs typeface="Helvetica"/>
                    <a:sym typeface="Helvetica"/>
                  </a:rPr>
                  <a:t>OK B</a:t>
                </a:r>
              </a:p>
            </p:txBody>
          </p:sp>
        </p:grpSp>
        <p:graphicFrame>
          <p:nvGraphicFramePr>
            <p:cNvPr id="8" name="Table">
              <a:extLst>
                <a:ext uri="{FF2B5EF4-FFF2-40B4-BE49-F238E27FC236}">
                  <a16:creationId xmlns:a16="http://schemas.microsoft.com/office/drawing/2014/main" id="{210D92A1-B65E-47D4-A39D-A9043C6128C5}"/>
                </a:ext>
              </a:extLst>
            </p:cNvPr>
            <p:cNvGraphicFramePr/>
            <p:nvPr>
              <p:extLst>
                <p:ext uri="{D42A27DB-BD31-4B8C-83A1-F6EECF244321}">
                  <p14:modId xmlns:p14="http://schemas.microsoft.com/office/powerpoint/2010/main" val="84375113"/>
                </p:ext>
              </p:extLst>
            </p:nvPr>
          </p:nvGraphicFramePr>
          <p:xfrm>
            <a:off x="8013700" y="8445500"/>
            <a:ext cx="2048614" cy="1343723"/>
          </p:xfrm>
          <a:graphic>
            <a:graphicData uri="http://schemas.openxmlformats.org/drawingml/2006/table">
              <a:tbl>
                <a:tblPr firstRow="1"/>
                <a:tblGrid>
                  <a:gridCol w="1409700">
                    <a:extLst>
                      <a:ext uri="{9D8B030D-6E8A-4147-A177-3AD203B41FA5}">
                        <a16:colId xmlns:a16="http://schemas.microsoft.com/office/drawing/2014/main" val="20000"/>
                      </a:ext>
                    </a:extLst>
                  </a:gridCol>
                </a:tblGrid>
                <a:tr h="444500">
                  <a:tc>
                    <a:txBody>
                      <a:bodyPr/>
                      <a:lstStyle>
                        <a:lvl1pPr marL="0" algn="l" defTabSz="914400" rtl="0" eaLnBrk="1" latinLnBrk="0" hangingPunct="1">
                          <a:defRPr sz="1800" kern="1200">
                            <a:solidFill>
                              <a:schemeClr val="tx1"/>
                            </a:solidFill>
                            <a:latin typeface="Helvetica"/>
                            <a:ea typeface="Helvetica"/>
                            <a:cs typeface="Helvetica"/>
                          </a:defRPr>
                        </a:lvl1pPr>
                        <a:lvl2pPr marL="457200" algn="l" defTabSz="914400" rtl="0" eaLnBrk="1" latinLnBrk="0" hangingPunct="1">
                          <a:defRPr sz="1800" kern="1200">
                            <a:solidFill>
                              <a:schemeClr val="tx1"/>
                            </a:solidFill>
                            <a:latin typeface="Helvetica"/>
                            <a:ea typeface="Helvetica"/>
                            <a:cs typeface="Helvetica"/>
                          </a:defRPr>
                        </a:lvl2pPr>
                        <a:lvl3pPr marL="914400" algn="l" defTabSz="914400" rtl="0" eaLnBrk="1" latinLnBrk="0" hangingPunct="1">
                          <a:defRPr sz="1800" kern="1200">
                            <a:solidFill>
                              <a:schemeClr val="tx1"/>
                            </a:solidFill>
                            <a:latin typeface="Helvetica"/>
                            <a:ea typeface="Helvetica"/>
                            <a:cs typeface="Helvetica"/>
                          </a:defRPr>
                        </a:lvl3pPr>
                        <a:lvl4pPr marL="1371600" algn="l" defTabSz="914400" rtl="0" eaLnBrk="1" latinLnBrk="0" hangingPunct="1">
                          <a:defRPr sz="1800" kern="1200">
                            <a:solidFill>
                              <a:schemeClr val="tx1"/>
                            </a:solidFill>
                            <a:latin typeface="Helvetica"/>
                            <a:ea typeface="Helvetica"/>
                            <a:cs typeface="Helvetica"/>
                          </a:defRPr>
                        </a:lvl4pPr>
                        <a:lvl5pPr marL="1828800" algn="l" defTabSz="914400" rtl="0" eaLnBrk="1" latinLnBrk="0" hangingPunct="1">
                          <a:defRPr sz="1800" kern="1200">
                            <a:solidFill>
                              <a:schemeClr val="tx1"/>
                            </a:solidFill>
                            <a:latin typeface="Helvetica"/>
                            <a:ea typeface="Helvetica"/>
                            <a:cs typeface="Helvetica"/>
                          </a:defRPr>
                        </a:lvl5pPr>
                        <a:lvl6pPr marL="2286000" algn="l" defTabSz="914400" rtl="0" eaLnBrk="1" latinLnBrk="0" hangingPunct="1">
                          <a:defRPr sz="1800" kern="1200">
                            <a:solidFill>
                              <a:schemeClr val="tx1"/>
                            </a:solidFill>
                            <a:latin typeface="Helvetica"/>
                            <a:ea typeface="Helvetica"/>
                            <a:cs typeface="Helvetica"/>
                          </a:defRPr>
                        </a:lvl6pPr>
                        <a:lvl7pPr marL="2743200" algn="l" defTabSz="914400" rtl="0" eaLnBrk="1" latinLnBrk="0" hangingPunct="1">
                          <a:defRPr sz="1800" kern="1200">
                            <a:solidFill>
                              <a:schemeClr val="tx1"/>
                            </a:solidFill>
                            <a:latin typeface="Helvetica"/>
                            <a:ea typeface="Helvetica"/>
                            <a:cs typeface="Helvetica"/>
                          </a:defRPr>
                        </a:lvl7pPr>
                        <a:lvl8pPr marL="3200400" algn="l" defTabSz="914400" rtl="0" eaLnBrk="1" latinLnBrk="0" hangingPunct="1">
                          <a:defRPr sz="1800" kern="1200">
                            <a:solidFill>
                              <a:schemeClr val="tx1"/>
                            </a:solidFill>
                            <a:latin typeface="Helvetica"/>
                            <a:ea typeface="Helvetica"/>
                            <a:cs typeface="Helvetica"/>
                          </a:defRPr>
                        </a:lvl8pPr>
                        <a:lvl9pPr marL="3657600" algn="l" defTabSz="914400" rtl="0" eaLnBrk="1" latinLnBrk="0" hangingPunct="1">
                          <a:defRPr sz="1800" kern="1200">
                            <a:solidFill>
                              <a:schemeClr val="tx1"/>
                            </a:solidFill>
                            <a:latin typeface="Helvetica"/>
                            <a:ea typeface="Helvetica"/>
                            <a:cs typeface="Helvetica"/>
                          </a:defRPr>
                        </a:lvl9pPr>
                      </a:lstStyle>
                      <a:p>
                        <a:pPr defTabSz="914400">
                          <a:tabLst>
                            <a:tab pos="914400" algn="l"/>
                          </a:tabLst>
                          <a:defRPr>
                            <a:solidFill>
                              <a:srgbClr val="000000"/>
                            </a:solidFill>
                          </a:defRPr>
                        </a:pPr>
                        <a:r>
                          <a:rPr sz="2200">
                            <a:effectLst>
                              <a:outerShdw blurRad="25400" dist="25400" dir="5400000" rotWithShape="0">
                                <a:srgbClr val="000000">
                                  <a:alpha val="60000"/>
                                </a:srgbClr>
                              </a:outerShdw>
                            </a:effectLst>
                            <a:latin typeface="+mn-lt"/>
                            <a:ea typeface="+mn-ea"/>
                            <a:cs typeface="+mn-cs"/>
                            <a:sym typeface="Helvetica"/>
                          </a:rPr>
                          <a:t>Queue</a:t>
                        </a:r>
                      </a:p>
                    </a:txBody>
                    <a:tcPr marL="50800" marR="50800" marT="50800" marB="50800" anchor="ctr" horzOverflow="overflow">
                      <a:lnL w="12700" cmpd="sng">
                        <a:solidFill>
                          <a:prstClr val="black"/>
                        </a:solidFill>
                        <a:prstDash val="solid"/>
                      </a:lnL>
                      <a:lnR w="12700" cmpd="sng">
                        <a:solidFill>
                          <a:prstClr val="black"/>
                        </a:solidFill>
                        <a:prstDash val="solid"/>
                      </a:lnR>
                      <a:lnT w="12700" cmpd="sng">
                        <a:solidFill>
                          <a:prstClr val="black"/>
                        </a:solidFill>
                        <a:prstDash val="solid"/>
                      </a:lnT>
                      <a:lnB w="12700" cmpd="sng">
                        <a:solidFill>
                          <a:prstClr val="black"/>
                        </a:solidFill>
                        <a:prstDash val="solid"/>
                      </a:lnB>
                      <a:lnTlToBr w="12700" cmpd="sng">
                        <a:noFill/>
                        <a:prstDash val="solid"/>
                      </a:lnTlToBr>
                      <a:lnBlToTr w="12700" cmpd="sng">
                        <a:noFill/>
                        <a:prstDash val="solid"/>
                      </a:lnBlToTr>
                      <a:solidFill>
                        <a:srgbClr val="D6D6D6"/>
                      </a:solidFill>
                    </a:tcPr>
                  </a:tc>
                  <a:extLst>
                    <a:ext uri="{0D108BD9-81ED-4DB2-BD59-A6C34878D82A}">
                      <a16:rowId xmlns:a16="http://schemas.microsoft.com/office/drawing/2014/main" val="10000"/>
                    </a:ext>
                  </a:extLst>
                </a:tr>
                <a:tr h="444500">
                  <a:tc>
                    <a:txBody>
                      <a:bodyPr/>
                      <a:lstStyle>
                        <a:lvl1pPr marL="0" algn="l" defTabSz="914400" rtl="0" eaLnBrk="1" latinLnBrk="0" hangingPunct="1">
                          <a:defRPr sz="1800" kern="1200">
                            <a:solidFill>
                              <a:schemeClr val="tx1"/>
                            </a:solidFill>
                            <a:latin typeface="Helvetica"/>
                            <a:ea typeface="Helvetica"/>
                            <a:cs typeface="Helvetica"/>
                          </a:defRPr>
                        </a:lvl1pPr>
                        <a:lvl2pPr marL="457200" algn="l" defTabSz="914400" rtl="0" eaLnBrk="1" latinLnBrk="0" hangingPunct="1">
                          <a:defRPr sz="1800" kern="1200">
                            <a:solidFill>
                              <a:schemeClr val="tx1"/>
                            </a:solidFill>
                            <a:latin typeface="Helvetica"/>
                            <a:ea typeface="Helvetica"/>
                            <a:cs typeface="Helvetica"/>
                          </a:defRPr>
                        </a:lvl2pPr>
                        <a:lvl3pPr marL="914400" algn="l" defTabSz="914400" rtl="0" eaLnBrk="1" latinLnBrk="0" hangingPunct="1">
                          <a:defRPr sz="1800" kern="1200">
                            <a:solidFill>
                              <a:schemeClr val="tx1"/>
                            </a:solidFill>
                            <a:latin typeface="Helvetica"/>
                            <a:ea typeface="Helvetica"/>
                            <a:cs typeface="Helvetica"/>
                          </a:defRPr>
                        </a:lvl3pPr>
                        <a:lvl4pPr marL="1371600" algn="l" defTabSz="914400" rtl="0" eaLnBrk="1" latinLnBrk="0" hangingPunct="1">
                          <a:defRPr sz="1800" kern="1200">
                            <a:solidFill>
                              <a:schemeClr val="tx1"/>
                            </a:solidFill>
                            <a:latin typeface="Helvetica"/>
                            <a:ea typeface="Helvetica"/>
                            <a:cs typeface="Helvetica"/>
                          </a:defRPr>
                        </a:lvl4pPr>
                        <a:lvl5pPr marL="1828800" algn="l" defTabSz="914400" rtl="0" eaLnBrk="1" latinLnBrk="0" hangingPunct="1">
                          <a:defRPr sz="1800" kern="1200">
                            <a:solidFill>
                              <a:schemeClr val="tx1"/>
                            </a:solidFill>
                            <a:latin typeface="Helvetica"/>
                            <a:ea typeface="Helvetica"/>
                            <a:cs typeface="Helvetica"/>
                          </a:defRPr>
                        </a:lvl5pPr>
                        <a:lvl6pPr marL="2286000" algn="l" defTabSz="914400" rtl="0" eaLnBrk="1" latinLnBrk="0" hangingPunct="1">
                          <a:defRPr sz="1800" kern="1200">
                            <a:solidFill>
                              <a:schemeClr val="tx1"/>
                            </a:solidFill>
                            <a:latin typeface="Helvetica"/>
                            <a:ea typeface="Helvetica"/>
                            <a:cs typeface="Helvetica"/>
                          </a:defRPr>
                        </a:lvl6pPr>
                        <a:lvl7pPr marL="2743200" algn="l" defTabSz="914400" rtl="0" eaLnBrk="1" latinLnBrk="0" hangingPunct="1">
                          <a:defRPr sz="1800" kern="1200">
                            <a:solidFill>
                              <a:schemeClr val="tx1"/>
                            </a:solidFill>
                            <a:latin typeface="Helvetica"/>
                            <a:ea typeface="Helvetica"/>
                            <a:cs typeface="Helvetica"/>
                          </a:defRPr>
                        </a:lvl7pPr>
                        <a:lvl8pPr marL="3200400" algn="l" defTabSz="914400" rtl="0" eaLnBrk="1" latinLnBrk="0" hangingPunct="1">
                          <a:defRPr sz="1800" kern="1200">
                            <a:solidFill>
                              <a:schemeClr val="tx1"/>
                            </a:solidFill>
                            <a:latin typeface="Helvetica"/>
                            <a:ea typeface="Helvetica"/>
                            <a:cs typeface="Helvetica"/>
                          </a:defRPr>
                        </a:lvl8pPr>
                        <a:lvl9pPr marL="3657600" algn="l" defTabSz="914400" rtl="0" eaLnBrk="1" latinLnBrk="0" hangingPunct="1">
                          <a:defRPr sz="1800" kern="1200">
                            <a:solidFill>
                              <a:schemeClr val="tx1"/>
                            </a:solidFill>
                            <a:latin typeface="Helvetica"/>
                            <a:ea typeface="Helvetica"/>
                            <a:cs typeface="Helvetica"/>
                          </a:defRPr>
                        </a:lvl9pPr>
                      </a:lstStyle>
                      <a:p>
                        <a:pPr defTabSz="914400">
                          <a:tabLst>
                            <a:tab pos="914400" algn="l"/>
                          </a:tabLst>
                        </a:pPr>
                        <a:r>
                          <a:rPr sz="2200" dirty="0">
                            <a:latin typeface="+mn-lt"/>
                            <a:ea typeface="+mn-ea"/>
                            <a:cs typeface="+mn-cs"/>
                            <a:sym typeface="Helvetica"/>
                          </a:rPr>
                          <a:t>C 1</a:t>
                        </a:r>
                        <a:r>
                          <a:rPr lang="en-US" sz="2200" dirty="0">
                            <a:latin typeface="+mn-lt"/>
                            <a:ea typeface="+mn-ea"/>
                            <a:cs typeface="+mn-cs"/>
                            <a:sym typeface="Helvetica"/>
                          </a:rPr>
                          <a:t>6</a:t>
                        </a:r>
                        <a:endParaRPr sz="2200" dirty="0">
                          <a:latin typeface="+mn-lt"/>
                          <a:ea typeface="+mn-ea"/>
                          <a:cs typeface="+mn-cs"/>
                          <a:sym typeface="Helvetica"/>
                        </a:endParaRPr>
                      </a:p>
                    </a:txBody>
                    <a:tcPr marL="50800" marR="50800" marT="50800" marB="50800" anchor="ctr" horzOverflow="overflow">
                      <a:lnL w="12700" cmpd="sng">
                        <a:solidFill>
                          <a:prstClr val="black"/>
                        </a:solidFill>
                        <a:prstDash val="solid"/>
                      </a:lnL>
                      <a:lnR w="12700" cmpd="sng">
                        <a:solidFill>
                          <a:prstClr val="black"/>
                        </a:solidFill>
                        <a:prstDash val="solid"/>
                      </a:lnR>
                      <a:lnT w="12700" cmpd="sng">
                        <a:solidFill>
                          <a:prstClr val="black"/>
                        </a:solidFill>
                        <a:prstDash val="solid"/>
                      </a:lnT>
                      <a:lnB w="12700" cmpd="sng">
                        <a:solidFill>
                          <a:prstClr val="black"/>
                        </a:solidFill>
                        <a:prstDash val="soli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0001"/>
                    </a:ext>
                  </a:extLst>
                </a:tr>
              </a:tbl>
            </a:graphicData>
          </a:graphic>
        </p:graphicFrame>
        <p:sp>
          <p:nvSpPr>
            <p:cNvPr id="9" name="waiting for  OK from B...">
              <a:extLst>
                <a:ext uri="{FF2B5EF4-FFF2-40B4-BE49-F238E27FC236}">
                  <a16:creationId xmlns:a16="http://schemas.microsoft.com/office/drawing/2014/main" id="{1E506274-18C5-41C4-910F-C512DE6F74C7}"/>
                </a:ext>
              </a:extLst>
            </p:cNvPr>
            <p:cNvSpPr txBox="1"/>
            <p:nvPr/>
          </p:nvSpPr>
          <p:spPr>
            <a:xfrm>
              <a:off x="10918332" y="8645737"/>
              <a:ext cx="2192086" cy="1085476"/>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50800" tIns="50800" rIns="50800" bIns="50800" anchor="ctr">
              <a:spAutoFit/>
            </a:bodyPr>
            <a:lstStyle/>
            <a:p>
              <a:pPr marL="0" marR="0" lvl="0" indent="0" algn="ctr" defTabSz="584200" eaLnBrk="1" fontAlgn="auto" latinLnBrk="0" hangingPunct="0">
                <a:lnSpc>
                  <a:spcPct val="100000"/>
                </a:lnSpc>
                <a:spcBef>
                  <a:spcPts val="0"/>
                </a:spcBef>
                <a:spcAft>
                  <a:spcPts val="0"/>
                </a:spcAft>
                <a:buClrTx/>
                <a:buSzTx/>
                <a:buFontTx/>
                <a:buNone/>
                <a:tabLst/>
                <a:defRPr sz="2700"/>
              </a:pPr>
              <a:r>
                <a:rPr kumimoji="0" sz="2000" b="0" i="0" u="none" strike="noStrike" kern="0" cap="none" spc="0" normalizeH="0" baseline="0" noProof="0">
                  <a:ln>
                    <a:noFill/>
                  </a:ln>
                  <a:solidFill>
                    <a:srgbClr val="000000"/>
                  </a:solidFill>
                  <a:effectLst/>
                  <a:uLnTx/>
                  <a:uFillTx/>
                  <a:latin typeface="Helvetica"/>
                  <a:cs typeface="Helvetica"/>
                  <a:sym typeface="Helvetica"/>
                </a:rPr>
                <a:t>waiting for </a:t>
              </a:r>
              <a:br>
                <a:rPr kumimoji="0" sz="2000" b="0" i="0" u="none" strike="noStrike" kern="0" cap="none" spc="0" normalizeH="0" baseline="0" noProof="0">
                  <a:ln>
                    <a:noFill/>
                  </a:ln>
                  <a:solidFill>
                    <a:srgbClr val="000000"/>
                  </a:solidFill>
                  <a:effectLst/>
                  <a:uLnTx/>
                  <a:uFillTx/>
                  <a:latin typeface="Helvetica"/>
                  <a:cs typeface="Helvetica"/>
                  <a:sym typeface="Helvetica"/>
                </a:rPr>
              </a:br>
              <a:r>
                <a:rPr kumimoji="0" sz="2000" b="0" i="0" u="none" strike="noStrike" kern="0" cap="none" spc="0" normalizeH="0" baseline="0" noProof="0">
                  <a:ln>
                    <a:noFill/>
                  </a:ln>
                  <a:solidFill>
                    <a:srgbClr val="000000"/>
                  </a:solidFill>
                  <a:effectLst/>
                  <a:uLnTx/>
                  <a:uFillTx/>
                  <a:latin typeface="Helvetica"/>
                  <a:cs typeface="Helvetica"/>
                  <a:sym typeface="Helvetica"/>
                </a:rPr>
                <a:t>OK from B...</a:t>
              </a:r>
            </a:p>
          </p:txBody>
        </p:sp>
      </p:grpSp>
    </p:spTree>
    <p:extLst>
      <p:ext uri="{BB962C8B-B14F-4D97-AF65-F5344CB8AC3E}">
        <p14:creationId xmlns:p14="http://schemas.microsoft.com/office/powerpoint/2010/main" val="4064557591"/>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1A55CB-8945-4130-94A4-205CE10DB358}"/>
              </a:ext>
            </a:extLst>
          </p:cNvPr>
          <p:cNvSpPr>
            <a:spLocks noGrp="1"/>
          </p:cNvSpPr>
          <p:nvPr>
            <p:ph type="title"/>
          </p:nvPr>
        </p:nvSpPr>
        <p:spPr/>
        <p:txBody>
          <a:bodyPr/>
          <a:lstStyle/>
          <a:p>
            <a:r>
              <a:rPr lang="en-US"/>
              <a:t>Comparison</a:t>
            </a:r>
          </a:p>
        </p:txBody>
      </p:sp>
      <p:sp>
        <p:nvSpPr>
          <p:cNvPr id="3" name="Content Placeholder 2">
            <a:extLst>
              <a:ext uri="{FF2B5EF4-FFF2-40B4-BE49-F238E27FC236}">
                <a16:creationId xmlns:a16="http://schemas.microsoft.com/office/drawing/2014/main" id="{EE867E36-E04F-4C3A-B812-6CAC1517D114}"/>
              </a:ext>
            </a:extLst>
          </p:cNvPr>
          <p:cNvSpPr>
            <a:spLocks noGrp="1"/>
          </p:cNvSpPr>
          <p:nvPr>
            <p:ph idx="1"/>
          </p:nvPr>
        </p:nvSpPr>
        <p:spPr/>
        <p:txBody>
          <a:bodyPr>
            <a:normAutofit/>
          </a:bodyPr>
          <a:lstStyle/>
          <a:p>
            <a:r>
              <a:rPr lang="en-US"/>
              <a:t>Messages per lock acquire and release</a:t>
            </a:r>
          </a:p>
          <a:p>
            <a:pPr lvl="1"/>
            <a:r>
              <a:rPr lang="en-US"/>
              <a:t>Centralized:</a:t>
            </a:r>
          </a:p>
          <a:p>
            <a:pPr lvl="1"/>
            <a:r>
              <a:rPr lang="en-US"/>
              <a:t>Distributed: </a:t>
            </a:r>
          </a:p>
          <a:p>
            <a:r>
              <a:rPr lang="en-US"/>
              <a:t>Delay before entry</a:t>
            </a:r>
          </a:p>
          <a:p>
            <a:pPr lvl="1"/>
            <a:r>
              <a:rPr lang="en-US"/>
              <a:t>Centralized: </a:t>
            </a:r>
          </a:p>
          <a:p>
            <a:pPr lvl="1"/>
            <a:r>
              <a:rPr lang="en-US"/>
              <a:t>Distributed: </a:t>
            </a:r>
          </a:p>
          <a:p>
            <a:r>
              <a:rPr lang="en-US"/>
              <a:t>Problems</a:t>
            </a:r>
          </a:p>
          <a:p>
            <a:pPr lvl="1"/>
            <a:r>
              <a:rPr lang="en-US"/>
              <a:t>Centralized:</a:t>
            </a:r>
          </a:p>
          <a:p>
            <a:pPr lvl="1"/>
            <a:r>
              <a:rPr lang="en-US"/>
              <a:t>Distributed:</a:t>
            </a:r>
          </a:p>
        </p:txBody>
      </p:sp>
      <p:sp>
        <p:nvSpPr>
          <p:cNvPr id="4" name="Footer Placeholder 3">
            <a:extLst>
              <a:ext uri="{FF2B5EF4-FFF2-40B4-BE49-F238E27FC236}">
                <a16:creationId xmlns:a16="http://schemas.microsoft.com/office/drawing/2014/main" id="{A5A72DEA-8BD1-43AD-8183-B35B7599CFA6}"/>
              </a:ext>
            </a:extLst>
          </p:cNvPr>
          <p:cNvSpPr>
            <a:spLocks noGrp="1"/>
          </p:cNvSpPr>
          <p:nvPr>
            <p:ph type="ftr" sz="quarter" idx="11"/>
          </p:nvPr>
        </p:nvSpPr>
        <p:spPr/>
        <p:txBody>
          <a:bodyPr/>
          <a:lstStyle/>
          <a:p>
            <a:r>
              <a:rPr lang="en-US"/>
              <a:t>Prof. Tim Wood &amp; Prof. Roozbeh Haghnazar</a:t>
            </a:r>
          </a:p>
        </p:txBody>
      </p:sp>
    </p:spTree>
    <p:extLst>
      <p:ext uri="{BB962C8B-B14F-4D97-AF65-F5344CB8AC3E}">
        <p14:creationId xmlns:p14="http://schemas.microsoft.com/office/powerpoint/2010/main" val="3756575322"/>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39F4D6-3A29-41AC-B332-F640E3F1BF45}"/>
              </a:ext>
            </a:extLst>
          </p:cNvPr>
          <p:cNvSpPr>
            <a:spLocks noGrp="1"/>
          </p:cNvSpPr>
          <p:nvPr>
            <p:ph type="title"/>
          </p:nvPr>
        </p:nvSpPr>
        <p:spPr/>
        <p:txBody>
          <a:bodyPr/>
          <a:lstStyle/>
          <a:p>
            <a:r>
              <a:rPr lang="en-US"/>
              <a:t>Comparison</a:t>
            </a:r>
          </a:p>
        </p:txBody>
      </p:sp>
      <p:sp>
        <p:nvSpPr>
          <p:cNvPr id="3" name="Content Placeholder 2">
            <a:extLst>
              <a:ext uri="{FF2B5EF4-FFF2-40B4-BE49-F238E27FC236}">
                <a16:creationId xmlns:a16="http://schemas.microsoft.com/office/drawing/2014/main" id="{9D6F4CC4-78DE-45CC-8A49-E58C78947CDC}"/>
              </a:ext>
            </a:extLst>
          </p:cNvPr>
          <p:cNvSpPr>
            <a:spLocks noGrp="1"/>
          </p:cNvSpPr>
          <p:nvPr>
            <p:ph idx="1"/>
          </p:nvPr>
        </p:nvSpPr>
        <p:spPr/>
        <p:txBody>
          <a:bodyPr>
            <a:normAutofit fontScale="85000" lnSpcReduction="20000"/>
          </a:bodyPr>
          <a:lstStyle/>
          <a:p>
            <a:r>
              <a:rPr lang="en-US" dirty="0"/>
              <a:t>Messages per lock acquire and release</a:t>
            </a:r>
          </a:p>
          <a:p>
            <a:pPr lvl="1"/>
            <a:r>
              <a:rPr lang="en-US" dirty="0"/>
              <a:t>Centralized: 2+1=3</a:t>
            </a:r>
          </a:p>
          <a:p>
            <a:pPr lvl="2"/>
            <a:r>
              <a:rPr lang="en-US" dirty="0"/>
              <a:t>1 request to the coordinator</a:t>
            </a:r>
          </a:p>
          <a:p>
            <a:pPr lvl="2"/>
            <a:r>
              <a:rPr lang="en-US" dirty="0"/>
              <a:t>1 grant/reply from the coordinator</a:t>
            </a:r>
          </a:p>
          <a:p>
            <a:pPr lvl="2"/>
            <a:r>
              <a:rPr lang="en-US" dirty="0"/>
              <a:t>1 release back to the coordinator</a:t>
            </a:r>
          </a:p>
          <a:p>
            <a:pPr lvl="1"/>
            <a:r>
              <a:rPr lang="en-US" dirty="0"/>
              <a:t>Distributed: 2(n-1)</a:t>
            </a:r>
          </a:p>
          <a:p>
            <a:pPr lvl="2"/>
            <a:r>
              <a:rPr lang="en-US" dirty="0"/>
              <a:t>send request to all other n-1 processes</a:t>
            </a:r>
          </a:p>
          <a:p>
            <a:pPr lvl="2"/>
            <a:r>
              <a:rPr lang="en-US" dirty="0"/>
              <a:t>receive n-1 replies</a:t>
            </a:r>
          </a:p>
          <a:p>
            <a:pPr lvl="2"/>
            <a:r>
              <a:rPr lang="en-US" dirty="0"/>
              <a:t>no separate broadcast release message</a:t>
            </a:r>
          </a:p>
          <a:p>
            <a:pPr lvl="2"/>
            <a:r>
              <a:rPr lang="en-US" dirty="0"/>
              <a:t>total = 2(n-1)</a:t>
            </a:r>
          </a:p>
          <a:p>
            <a:r>
              <a:rPr lang="en-US" dirty="0"/>
              <a:t>Delay before entry</a:t>
            </a:r>
          </a:p>
          <a:p>
            <a:pPr lvl="1"/>
            <a:r>
              <a:rPr lang="en-US" dirty="0"/>
              <a:t>Centralized: 2</a:t>
            </a:r>
          </a:p>
          <a:p>
            <a:pPr lvl="1"/>
            <a:r>
              <a:rPr lang="en-US" dirty="0"/>
              <a:t>Distributed: 2(n-1) in parallel</a:t>
            </a:r>
          </a:p>
          <a:p>
            <a:r>
              <a:rPr lang="en-US" dirty="0"/>
              <a:t>Problems</a:t>
            </a:r>
          </a:p>
          <a:p>
            <a:pPr lvl="1"/>
            <a:r>
              <a:rPr lang="en-US" dirty="0"/>
              <a:t>Centralized: Coordinator crashes</a:t>
            </a:r>
          </a:p>
          <a:p>
            <a:pPr lvl="1"/>
            <a:r>
              <a:rPr lang="en-US" dirty="0"/>
              <a:t>Distributed: anybody crashes</a:t>
            </a:r>
          </a:p>
        </p:txBody>
      </p:sp>
      <p:sp>
        <p:nvSpPr>
          <p:cNvPr id="4" name="Footer Placeholder 3">
            <a:extLst>
              <a:ext uri="{FF2B5EF4-FFF2-40B4-BE49-F238E27FC236}">
                <a16:creationId xmlns:a16="http://schemas.microsoft.com/office/drawing/2014/main" id="{2925BAE8-4967-4FCE-878E-FFADA0AEAC11}"/>
              </a:ext>
            </a:extLst>
          </p:cNvPr>
          <p:cNvSpPr>
            <a:spLocks noGrp="1"/>
          </p:cNvSpPr>
          <p:nvPr>
            <p:ph type="ftr" sz="quarter" idx="11"/>
          </p:nvPr>
        </p:nvSpPr>
        <p:spPr/>
        <p:txBody>
          <a:bodyPr/>
          <a:lstStyle/>
          <a:p>
            <a:r>
              <a:rPr lang="en-US"/>
              <a:t>Prof. Tim Wood &amp; Prof. Roozbeh Haghnazar</a:t>
            </a:r>
          </a:p>
        </p:txBody>
      </p:sp>
      <p:sp>
        <p:nvSpPr>
          <p:cNvPr id="7" name="Are the distributed approaches better in any way?">
            <a:extLst>
              <a:ext uri="{FF2B5EF4-FFF2-40B4-BE49-F238E27FC236}">
                <a16:creationId xmlns:a16="http://schemas.microsoft.com/office/drawing/2014/main" id="{E23F2040-3B29-A642-8DD6-7EFDD3ABA61B}"/>
              </a:ext>
            </a:extLst>
          </p:cNvPr>
          <p:cNvSpPr/>
          <p:nvPr/>
        </p:nvSpPr>
        <p:spPr>
          <a:xfrm>
            <a:off x="6571761" y="3429000"/>
            <a:ext cx="4711700" cy="2082800"/>
          </a:xfrm>
          <a:prstGeom prst="roundRect">
            <a:avLst>
              <a:gd name="adj" fmla="val 9146"/>
            </a:avLst>
          </a:prstGeom>
          <a:solidFill>
            <a:srgbClr val="E0EDD4"/>
          </a:solidFill>
          <a:ln w="25400">
            <a:solidFill>
              <a:srgbClr val="000000"/>
            </a:solidFill>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lIns="50800" tIns="50800" rIns="50800" bIns="50800"/>
          <a:lstStyle>
            <a:lvl1pPr>
              <a:defRPr sz="3600"/>
            </a:lvl1pPr>
          </a:lstStyle>
          <a:p>
            <a:pPr algn="ctr"/>
            <a:r>
              <a:rPr lang="en-US" dirty="0"/>
              <a:t>Is</a:t>
            </a:r>
            <a:r>
              <a:rPr dirty="0"/>
              <a:t> the distributed approach better in any way?</a:t>
            </a:r>
          </a:p>
        </p:txBody>
      </p:sp>
    </p:spTree>
    <p:extLst>
      <p:ext uri="{BB962C8B-B14F-4D97-AF65-F5344CB8AC3E}">
        <p14:creationId xmlns:p14="http://schemas.microsoft.com/office/powerpoint/2010/main" val="2462301316"/>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66DDF8-5D45-4771-A8FE-4D6CE2B4EFFE}"/>
              </a:ext>
            </a:extLst>
          </p:cNvPr>
          <p:cNvSpPr>
            <a:spLocks noGrp="1"/>
          </p:cNvSpPr>
          <p:nvPr>
            <p:ph type="title"/>
          </p:nvPr>
        </p:nvSpPr>
        <p:spPr/>
        <p:txBody>
          <a:bodyPr/>
          <a:lstStyle/>
          <a:p>
            <a:r>
              <a:rPr lang="en-US"/>
              <a:t>Distributed Systems are Hard</a:t>
            </a:r>
          </a:p>
        </p:txBody>
      </p:sp>
      <p:sp>
        <p:nvSpPr>
          <p:cNvPr id="3" name="Content Placeholder 2">
            <a:extLst>
              <a:ext uri="{FF2B5EF4-FFF2-40B4-BE49-F238E27FC236}">
                <a16:creationId xmlns:a16="http://schemas.microsoft.com/office/drawing/2014/main" id="{0DAEAD93-872D-4000-82FF-6531D19BFC20}"/>
              </a:ext>
            </a:extLst>
          </p:cNvPr>
          <p:cNvSpPr>
            <a:spLocks noGrp="1"/>
          </p:cNvSpPr>
          <p:nvPr>
            <p:ph idx="1"/>
          </p:nvPr>
        </p:nvSpPr>
        <p:spPr/>
        <p:txBody>
          <a:bodyPr/>
          <a:lstStyle/>
          <a:p>
            <a:r>
              <a:rPr lang="en-US"/>
              <a:t>Going from centralized to distributed can be..</a:t>
            </a:r>
          </a:p>
          <a:p>
            <a:pPr lvl="3"/>
            <a:endParaRPr lang="en-US"/>
          </a:p>
          <a:p>
            <a:r>
              <a:rPr lang="en-US"/>
              <a:t>Slower</a:t>
            </a:r>
          </a:p>
          <a:p>
            <a:pPr lvl="1"/>
            <a:r>
              <a:rPr lang="en-US"/>
              <a:t>If everyone needs to do more work</a:t>
            </a:r>
          </a:p>
          <a:p>
            <a:pPr marL="3517900" lvl="7" indent="-355600" algn="l">
              <a:lnSpc>
                <a:spcPct val="60000"/>
              </a:lnSpc>
              <a:spcBef>
                <a:spcPts val="600"/>
              </a:spcBef>
              <a:buSzPct val="100000"/>
              <a:buChar char="•"/>
              <a:defRPr sz="2400">
                <a:solidFill>
                  <a:srgbClr val="232323"/>
                </a:solidFill>
                <a:latin typeface="Helvetica Neue Light"/>
                <a:ea typeface="Helvetica Neue Light"/>
                <a:cs typeface="Helvetica Neue Light"/>
                <a:sym typeface="Helvetica Neue Light"/>
              </a:defRPr>
            </a:pPr>
            <a:endParaRPr lang="en-US"/>
          </a:p>
          <a:p>
            <a:r>
              <a:rPr lang="en-US"/>
              <a:t>More error prone</a:t>
            </a:r>
          </a:p>
          <a:p>
            <a:pPr lvl="1"/>
            <a:r>
              <a:rPr lang="en-US"/>
              <a:t>10 nodes are 10x more likely to have a failure than one</a:t>
            </a:r>
          </a:p>
          <a:p>
            <a:pPr marL="3162300" lvl="6" indent="-355600" algn="l">
              <a:lnSpc>
                <a:spcPct val="60000"/>
              </a:lnSpc>
              <a:spcBef>
                <a:spcPts val="600"/>
              </a:spcBef>
              <a:buSzPct val="100000"/>
              <a:buChar char="•"/>
              <a:defRPr sz="2400">
                <a:solidFill>
                  <a:srgbClr val="232323"/>
                </a:solidFill>
                <a:latin typeface="Helvetica Neue Light"/>
                <a:ea typeface="Helvetica Neue Light"/>
                <a:cs typeface="Helvetica Neue Light"/>
                <a:sym typeface="Helvetica Neue Light"/>
              </a:defRPr>
            </a:pPr>
            <a:endParaRPr lang="en-US"/>
          </a:p>
          <a:p>
            <a:r>
              <a:rPr lang="en-US"/>
              <a:t>Much more complicated</a:t>
            </a:r>
          </a:p>
          <a:p>
            <a:pPr lvl="1"/>
            <a:r>
              <a:rPr lang="en-US"/>
              <a:t>If you need a complex protocol</a:t>
            </a:r>
          </a:p>
          <a:p>
            <a:pPr lvl="1"/>
            <a:r>
              <a:rPr lang="en-US"/>
              <a:t>If nodes need to know about all others</a:t>
            </a:r>
          </a:p>
        </p:txBody>
      </p:sp>
      <p:sp>
        <p:nvSpPr>
          <p:cNvPr id="4" name="Footer Placeholder 3">
            <a:extLst>
              <a:ext uri="{FF2B5EF4-FFF2-40B4-BE49-F238E27FC236}">
                <a16:creationId xmlns:a16="http://schemas.microsoft.com/office/drawing/2014/main" id="{B2E91123-E3EB-4980-984D-12C406A60F22}"/>
              </a:ext>
            </a:extLst>
          </p:cNvPr>
          <p:cNvSpPr>
            <a:spLocks noGrp="1"/>
          </p:cNvSpPr>
          <p:nvPr>
            <p:ph type="ftr" sz="quarter" idx="11"/>
          </p:nvPr>
        </p:nvSpPr>
        <p:spPr/>
        <p:txBody>
          <a:bodyPr/>
          <a:lstStyle/>
          <a:p>
            <a:r>
              <a:rPr lang="en-US"/>
              <a:t>Prof. Tim Wood &amp; Prof. Roozbeh Haghnazar</a:t>
            </a:r>
          </a:p>
        </p:txBody>
      </p:sp>
      <p:sp>
        <p:nvSpPr>
          <p:cNvPr id="5" name="Rounded Rectangle 4">
            <a:extLst>
              <a:ext uri="{FF2B5EF4-FFF2-40B4-BE49-F238E27FC236}">
                <a16:creationId xmlns:a16="http://schemas.microsoft.com/office/drawing/2014/main" id="{3A477CCE-8D22-3B49-B328-861507E9A1A0}"/>
              </a:ext>
            </a:extLst>
          </p:cNvPr>
          <p:cNvSpPr/>
          <p:nvPr/>
        </p:nvSpPr>
        <p:spPr>
          <a:xfrm>
            <a:off x="7789985" y="5275385"/>
            <a:ext cx="3716215" cy="1160584"/>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Often we need more than just a way to lock a resource!</a:t>
            </a:r>
          </a:p>
        </p:txBody>
      </p:sp>
    </p:spTree>
    <p:extLst>
      <p:ext uri="{BB962C8B-B14F-4D97-AF65-F5344CB8AC3E}">
        <p14:creationId xmlns:p14="http://schemas.microsoft.com/office/powerpoint/2010/main" val="1810294892"/>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A67873-DD19-4C8A-9C5B-9B8AAC555F5A}"/>
              </a:ext>
            </a:extLst>
          </p:cNvPr>
          <p:cNvSpPr>
            <a:spLocks noGrp="1"/>
          </p:cNvSpPr>
          <p:nvPr>
            <p:ph type="title"/>
          </p:nvPr>
        </p:nvSpPr>
        <p:spPr/>
        <p:txBody>
          <a:bodyPr>
            <a:normAutofit fontScale="90000"/>
          </a:bodyPr>
          <a:lstStyle/>
          <a:p>
            <a:r>
              <a:rPr lang="en-US"/>
              <a:t>What is the meaning of Consensus</a:t>
            </a:r>
          </a:p>
        </p:txBody>
      </p:sp>
      <p:sp>
        <p:nvSpPr>
          <p:cNvPr id="3" name="Content Placeholder 2">
            <a:extLst>
              <a:ext uri="{FF2B5EF4-FFF2-40B4-BE49-F238E27FC236}">
                <a16:creationId xmlns:a16="http://schemas.microsoft.com/office/drawing/2014/main" id="{B1DEA8A8-16FD-4C56-AA86-98A09E35916C}"/>
              </a:ext>
            </a:extLst>
          </p:cNvPr>
          <p:cNvSpPr>
            <a:spLocks noGrp="1"/>
          </p:cNvSpPr>
          <p:nvPr>
            <p:ph idx="1"/>
          </p:nvPr>
        </p:nvSpPr>
        <p:spPr/>
        <p:txBody>
          <a:bodyPr/>
          <a:lstStyle/>
          <a:p>
            <a:r>
              <a:rPr lang="en-US"/>
              <a:t>Consensus is defined by Merriam-Webster as, </a:t>
            </a:r>
          </a:p>
          <a:p>
            <a:pPr lvl="1"/>
            <a:r>
              <a:rPr lang="en-US" i="1"/>
              <a:t>general agreement, </a:t>
            </a:r>
          </a:p>
          <a:p>
            <a:pPr lvl="1"/>
            <a:r>
              <a:rPr lang="en-US" i="1"/>
              <a:t>group solidarity of belief or sentiment.</a:t>
            </a:r>
          </a:p>
        </p:txBody>
      </p:sp>
      <p:sp>
        <p:nvSpPr>
          <p:cNvPr id="4" name="Footer Placeholder 3">
            <a:extLst>
              <a:ext uri="{FF2B5EF4-FFF2-40B4-BE49-F238E27FC236}">
                <a16:creationId xmlns:a16="http://schemas.microsoft.com/office/drawing/2014/main" id="{F6E28785-6C64-4770-93D8-A978010D09BD}"/>
              </a:ext>
            </a:extLst>
          </p:cNvPr>
          <p:cNvSpPr>
            <a:spLocks noGrp="1"/>
          </p:cNvSpPr>
          <p:nvPr>
            <p:ph type="ftr" sz="quarter" idx="11"/>
          </p:nvPr>
        </p:nvSpPr>
        <p:spPr/>
        <p:txBody>
          <a:bodyPr/>
          <a:lstStyle/>
          <a:p>
            <a:r>
              <a:rPr lang="en-US"/>
              <a:t>Prof. Tim Wood &amp; Prof. Roozbeh Haghnazar</a:t>
            </a:r>
          </a:p>
        </p:txBody>
      </p:sp>
    </p:spTree>
    <p:extLst>
      <p:ext uri="{BB962C8B-B14F-4D97-AF65-F5344CB8AC3E}">
        <p14:creationId xmlns:p14="http://schemas.microsoft.com/office/powerpoint/2010/main" val="2410804601"/>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B9AF75-1C16-AE43-9BB2-7AE0470DF845}"/>
              </a:ext>
            </a:extLst>
          </p:cNvPr>
          <p:cNvSpPr>
            <a:spLocks noGrp="1"/>
          </p:cNvSpPr>
          <p:nvPr>
            <p:ph type="title"/>
          </p:nvPr>
        </p:nvSpPr>
        <p:spPr/>
        <p:txBody>
          <a:bodyPr/>
          <a:lstStyle/>
          <a:p>
            <a:r>
              <a:rPr lang="en-US"/>
              <a:t>Why Consensus?</a:t>
            </a:r>
          </a:p>
        </p:txBody>
      </p:sp>
      <p:sp>
        <p:nvSpPr>
          <p:cNvPr id="3" name="Content Placeholder 2">
            <a:extLst>
              <a:ext uri="{FF2B5EF4-FFF2-40B4-BE49-F238E27FC236}">
                <a16:creationId xmlns:a16="http://schemas.microsoft.com/office/drawing/2014/main" id="{B747A7EE-13AF-BB4E-8CBD-99FA924290A8}"/>
              </a:ext>
            </a:extLst>
          </p:cNvPr>
          <p:cNvSpPr>
            <a:spLocks noGrp="1"/>
          </p:cNvSpPr>
          <p:nvPr>
            <p:ph idx="1"/>
          </p:nvPr>
        </p:nvSpPr>
        <p:spPr/>
        <p:txBody>
          <a:bodyPr/>
          <a:lstStyle/>
          <a:p>
            <a:pPr marL="0" indent="0">
              <a:buNone/>
            </a:pPr>
            <a:r>
              <a:rPr lang="en-US"/>
              <a:t>When you sent a request to a server it answers you easily</a:t>
            </a:r>
          </a:p>
        </p:txBody>
      </p:sp>
      <p:sp>
        <p:nvSpPr>
          <p:cNvPr id="4" name="Footer Placeholder 3">
            <a:extLst>
              <a:ext uri="{FF2B5EF4-FFF2-40B4-BE49-F238E27FC236}">
                <a16:creationId xmlns:a16="http://schemas.microsoft.com/office/drawing/2014/main" id="{980C0E8D-B2F3-D942-BF34-9B8AE9736B3F}"/>
              </a:ext>
            </a:extLst>
          </p:cNvPr>
          <p:cNvSpPr>
            <a:spLocks noGrp="1"/>
          </p:cNvSpPr>
          <p:nvPr>
            <p:ph type="ftr" sz="quarter" idx="11"/>
          </p:nvPr>
        </p:nvSpPr>
        <p:spPr/>
        <p:txBody>
          <a:bodyPr/>
          <a:lstStyle/>
          <a:p>
            <a:r>
              <a:rPr lang="en-US"/>
              <a:t>Prof. Tim Wood &amp; Prof. Roozbeh Haghnazar</a:t>
            </a:r>
          </a:p>
        </p:txBody>
      </p:sp>
      <p:pic>
        <p:nvPicPr>
          <p:cNvPr id="1026" name="Picture 2" descr="single server raft visual">
            <a:extLst>
              <a:ext uri="{FF2B5EF4-FFF2-40B4-BE49-F238E27FC236}">
                <a16:creationId xmlns:a16="http://schemas.microsoft.com/office/drawing/2014/main" id="{E550644E-AC22-4586-9075-CBBF7CC5620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617074" y="2811556"/>
            <a:ext cx="5137390" cy="2015938"/>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Rounded Corners 5">
            <a:extLst>
              <a:ext uri="{FF2B5EF4-FFF2-40B4-BE49-F238E27FC236}">
                <a16:creationId xmlns:a16="http://schemas.microsoft.com/office/drawing/2014/main" id="{55E3F41D-CE2C-4310-B29C-58E7604CC4AE}"/>
              </a:ext>
            </a:extLst>
          </p:cNvPr>
          <p:cNvSpPr/>
          <p:nvPr/>
        </p:nvSpPr>
        <p:spPr>
          <a:xfrm>
            <a:off x="860612" y="3818965"/>
            <a:ext cx="5096435" cy="1855694"/>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a:t>What are the challenges?</a:t>
            </a:r>
          </a:p>
        </p:txBody>
      </p:sp>
      <p:sp>
        <p:nvSpPr>
          <p:cNvPr id="7" name="Rectangle: Rounded Corners 6">
            <a:extLst>
              <a:ext uri="{FF2B5EF4-FFF2-40B4-BE49-F238E27FC236}">
                <a16:creationId xmlns:a16="http://schemas.microsoft.com/office/drawing/2014/main" id="{2E7F2CB1-EE49-437C-9B6B-F7A3CF5C7D2E}"/>
              </a:ext>
            </a:extLst>
          </p:cNvPr>
          <p:cNvSpPr/>
          <p:nvPr/>
        </p:nvSpPr>
        <p:spPr>
          <a:xfrm>
            <a:off x="416859" y="3334871"/>
            <a:ext cx="6104965" cy="2758756"/>
          </a:xfrm>
          <a:prstGeom prst="round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342900" indent="-342900" algn="just">
              <a:buFont typeface="Arial" panose="020B0604020202020204" pitchFamily="34" charset="0"/>
              <a:buChar char="•"/>
            </a:pPr>
            <a:r>
              <a:rPr lang="en-US" sz="2400"/>
              <a:t>If server fails, there is no backup</a:t>
            </a:r>
          </a:p>
          <a:p>
            <a:pPr marL="342900" indent="-342900" algn="just">
              <a:buFont typeface="Arial" panose="020B0604020202020204" pitchFamily="34" charset="0"/>
              <a:buChar char="•"/>
            </a:pPr>
            <a:r>
              <a:rPr lang="en-US" sz="2400"/>
              <a:t>If the number of requests increase dramatically the server won’t be able to respond </a:t>
            </a:r>
          </a:p>
        </p:txBody>
      </p:sp>
    </p:spTree>
    <p:extLst>
      <p:ext uri="{BB962C8B-B14F-4D97-AF65-F5344CB8AC3E}">
        <p14:creationId xmlns:p14="http://schemas.microsoft.com/office/powerpoint/2010/main" val="28583471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B9AF75-1C16-AE43-9BB2-7AE0470DF845}"/>
              </a:ext>
            </a:extLst>
          </p:cNvPr>
          <p:cNvSpPr>
            <a:spLocks noGrp="1"/>
          </p:cNvSpPr>
          <p:nvPr>
            <p:ph type="title"/>
          </p:nvPr>
        </p:nvSpPr>
        <p:spPr/>
        <p:txBody>
          <a:bodyPr/>
          <a:lstStyle/>
          <a:p>
            <a:r>
              <a:rPr lang="en-US"/>
              <a:t>Why Consensus?</a:t>
            </a:r>
          </a:p>
        </p:txBody>
      </p:sp>
      <p:sp>
        <p:nvSpPr>
          <p:cNvPr id="3" name="Content Placeholder 2">
            <a:extLst>
              <a:ext uri="{FF2B5EF4-FFF2-40B4-BE49-F238E27FC236}">
                <a16:creationId xmlns:a16="http://schemas.microsoft.com/office/drawing/2014/main" id="{B747A7EE-13AF-BB4E-8CBD-99FA924290A8}"/>
              </a:ext>
            </a:extLst>
          </p:cNvPr>
          <p:cNvSpPr>
            <a:spLocks noGrp="1"/>
          </p:cNvSpPr>
          <p:nvPr>
            <p:ph idx="1"/>
          </p:nvPr>
        </p:nvSpPr>
        <p:spPr>
          <a:xfrm>
            <a:off x="685800" y="2194560"/>
            <a:ext cx="5271247" cy="4024125"/>
          </a:xfrm>
        </p:spPr>
        <p:txBody>
          <a:bodyPr/>
          <a:lstStyle/>
          <a:p>
            <a:pPr fontAlgn="base"/>
            <a:r>
              <a:rPr lang="en-US" dirty="0"/>
              <a:t>Symmetric :- Any of the multiple servers can respond to the client and all the other servers are supposed to sync up with the server that responded to the client’s request</a:t>
            </a:r>
          </a:p>
          <a:p>
            <a:pPr fontAlgn="base"/>
            <a:r>
              <a:rPr lang="en-US" dirty="0"/>
              <a:t>Asymmetric :- Only the elected leader server can respond to the client. All other servers then sync up with the leader server.</a:t>
            </a:r>
          </a:p>
          <a:p>
            <a:pPr marL="0" indent="0" fontAlgn="base">
              <a:buNone/>
            </a:pPr>
            <a:endParaRPr lang="en-US" dirty="0"/>
          </a:p>
        </p:txBody>
      </p:sp>
      <p:sp>
        <p:nvSpPr>
          <p:cNvPr id="4" name="Footer Placeholder 3">
            <a:extLst>
              <a:ext uri="{FF2B5EF4-FFF2-40B4-BE49-F238E27FC236}">
                <a16:creationId xmlns:a16="http://schemas.microsoft.com/office/drawing/2014/main" id="{980C0E8D-B2F3-D942-BF34-9B8AE9736B3F}"/>
              </a:ext>
            </a:extLst>
          </p:cNvPr>
          <p:cNvSpPr>
            <a:spLocks noGrp="1"/>
          </p:cNvSpPr>
          <p:nvPr>
            <p:ph type="ftr" sz="quarter" idx="11"/>
          </p:nvPr>
        </p:nvSpPr>
        <p:spPr/>
        <p:txBody>
          <a:bodyPr/>
          <a:lstStyle/>
          <a:p>
            <a:r>
              <a:rPr lang="en-US"/>
              <a:t>Prof. Tim Wood &amp; Prof. Roozbeh Haghnazar</a:t>
            </a:r>
          </a:p>
        </p:txBody>
      </p:sp>
      <p:pic>
        <p:nvPicPr>
          <p:cNvPr id="2050" name="Picture 2" descr="multiple server raft visual">
            <a:extLst>
              <a:ext uri="{FF2B5EF4-FFF2-40B4-BE49-F238E27FC236}">
                <a16:creationId xmlns:a16="http://schemas.microsoft.com/office/drawing/2014/main" id="{07376B9C-5BF2-4BEE-AA9F-2AE2EF735C5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77000" y="1556497"/>
            <a:ext cx="5029200" cy="2400300"/>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a:extLst>
              <a:ext uri="{FF2B5EF4-FFF2-40B4-BE49-F238E27FC236}">
                <a16:creationId xmlns:a16="http://schemas.microsoft.com/office/drawing/2014/main" id="{AA319B26-7A70-49DF-9A57-5F659D7DEC4C}"/>
              </a:ext>
            </a:extLst>
          </p:cNvPr>
          <p:cNvPicPr>
            <a:picLocks noChangeAspect="1"/>
          </p:cNvPicPr>
          <p:nvPr/>
        </p:nvPicPr>
        <p:blipFill>
          <a:blip r:embed="rId4"/>
          <a:stretch>
            <a:fillRect/>
          </a:stretch>
        </p:blipFill>
        <p:spPr>
          <a:xfrm>
            <a:off x="6456830" y="4282570"/>
            <a:ext cx="5105400" cy="2438400"/>
          </a:xfrm>
          <a:prstGeom prst="rect">
            <a:avLst/>
          </a:prstGeom>
        </p:spPr>
      </p:pic>
    </p:spTree>
    <p:extLst>
      <p:ext uri="{BB962C8B-B14F-4D97-AF65-F5344CB8AC3E}">
        <p14:creationId xmlns:p14="http://schemas.microsoft.com/office/powerpoint/2010/main" val="1184780861"/>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B9AF75-1C16-AE43-9BB2-7AE0470DF845}"/>
              </a:ext>
            </a:extLst>
          </p:cNvPr>
          <p:cNvSpPr>
            <a:spLocks noGrp="1"/>
          </p:cNvSpPr>
          <p:nvPr>
            <p:ph type="title"/>
          </p:nvPr>
        </p:nvSpPr>
        <p:spPr/>
        <p:txBody>
          <a:bodyPr/>
          <a:lstStyle/>
          <a:p>
            <a:r>
              <a:rPr lang="en-US"/>
              <a:t>Why Consensus?</a:t>
            </a:r>
          </a:p>
        </p:txBody>
      </p:sp>
      <p:sp>
        <p:nvSpPr>
          <p:cNvPr id="3" name="Content Placeholder 2">
            <a:extLst>
              <a:ext uri="{FF2B5EF4-FFF2-40B4-BE49-F238E27FC236}">
                <a16:creationId xmlns:a16="http://schemas.microsoft.com/office/drawing/2014/main" id="{B747A7EE-13AF-BB4E-8CBD-99FA924290A8}"/>
              </a:ext>
            </a:extLst>
          </p:cNvPr>
          <p:cNvSpPr>
            <a:spLocks noGrp="1"/>
          </p:cNvSpPr>
          <p:nvPr>
            <p:ph idx="1"/>
          </p:nvPr>
        </p:nvSpPr>
        <p:spPr>
          <a:xfrm>
            <a:off x="685800" y="2194560"/>
            <a:ext cx="10820400" cy="4024125"/>
          </a:xfrm>
        </p:spPr>
        <p:txBody>
          <a:bodyPr>
            <a:normAutofit/>
          </a:bodyPr>
          <a:lstStyle/>
          <a:p>
            <a:pPr marL="0" indent="0" fontAlgn="base">
              <a:buNone/>
            </a:pPr>
            <a:r>
              <a:rPr lang="en-US"/>
              <a:t>While this creates a system that is devoid of corruption from a single source, it still creates a major problem.</a:t>
            </a:r>
          </a:p>
          <a:p>
            <a:pPr lvl="1" fontAlgn="base"/>
            <a:r>
              <a:rPr lang="en-US"/>
              <a:t>How are any decisions made?</a:t>
            </a:r>
          </a:p>
          <a:p>
            <a:pPr lvl="1" fontAlgn="base"/>
            <a:r>
              <a:rPr lang="en-US"/>
              <a:t>How does anything get done?</a:t>
            </a:r>
          </a:p>
          <a:p>
            <a:pPr marL="457200" lvl="1" indent="0">
              <a:buNone/>
            </a:pPr>
            <a:endParaRPr lang="en-US" b="0" i="0">
              <a:solidFill>
                <a:srgbClr val="424D58"/>
              </a:solidFill>
              <a:effectLst/>
              <a:latin typeface="SegoeUI"/>
            </a:endParaRPr>
          </a:p>
          <a:p>
            <a:pPr lvl="1" fontAlgn="base"/>
            <a:endParaRPr lang="en-US"/>
          </a:p>
        </p:txBody>
      </p:sp>
      <p:sp>
        <p:nvSpPr>
          <p:cNvPr id="4" name="Footer Placeholder 3">
            <a:extLst>
              <a:ext uri="{FF2B5EF4-FFF2-40B4-BE49-F238E27FC236}">
                <a16:creationId xmlns:a16="http://schemas.microsoft.com/office/drawing/2014/main" id="{980C0E8D-B2F3-D942-BF34-9B8AE9736B3F}"/>
              </a:ext>
            </a:extLst>
          </p:cNvPr>
          <p:cNvSpPr>
            <a:spLocks noGrp="1"/>
          </p:cNvSpPr>
          <p:nvPr>
            <p:ph type="ftr" sz="quarter" idx="11"/>
          </p:nvPr>
        </p:nvSpPr>
        <p:spPr/>
        <p:txBody>
          <a:bodyPr/>
          <a:lstStyle/>
          <a:p>
            <a:r>
              <a:rPr lang="en-US"/>
              <a:t>Prof. Tim Wood &amp; Prof. Roozbeh Haghnazar</a:t>
            </a:r>
          </a:p>
        </p:txBody>
      </p:sp>
    </p:spTree>
    <p:extLst>
      <p:ext uri="{BB962C8B-B14F-4D97-AF65-F5344CB8AC3E}">
        <p14:creationId xmlns:p14="http://schemas.microsoft.com/office/powerpoint/2010/main" val="2779198615"/>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DE0A08-37C6-4FE2-B03F-1AFEB9906550}"/>
              </a:ext>
            </a:extLst>
          </p:cNvPr>
          <p:cNvSpPr>
            <a:spLocks noGrp="1"/>
          </p:cNvSpPr>
          <p:nvPr>
            <p:ph type="title"/>
          </p:nvPr>
        </p:nvSpPr>
        <p:spPr>
          <a:xfrm>
            <a:off x="2895600" y="764373"/>
            <a:ext cx="8610600" cy="1293028"/>
          </a:xfrm>
        </p:spPr>
        <p:txBody>
          <a:bodyPr/>
          <a:lstStyle/>
          <a:p>
            <a:r>
              <a:rPr lang="en-US"/>
              <a:t>Consensus Objectives</a:t>
            </a:r>
          </a:p>
        </p:txBody>
      </p:sp>
      <p:sp>
        <p:nvSpPr>
          <p:cNvPr id="3" name="Content Placeholder 2">
            <a:extLst>
              <a:ext uri="{FF2B5EF4-FFF2-40B4-BE49-F238E27FC236}">
                <a16:creationId xmlns:a16="http://schemas.microsoft.com/office/drawing/2014/main" id="{03CF6539-0B99-4936-91AE-C60A286A4061}"/>
              </a:ext>
            </a:extLst>
          </p:cNvPr>
          <p:cNvSpPr>
            <a:spLocks noGrp="1"/>
          </p:cNvSpPr>
          <p:nvPr>
            <p:ph idx="1"/>
          </p:nvPr>
        </p:nvSpPr>
        <p:spPr>
          <a:xfrm>
            <a:off x="685800" y="2194560"/>
            <a:ext cx="10820400" cy="4024125"/>
          </a:xfrm>
        </p:spPr>
        <p:txBody>
          <a:bodyPr>
            <a:normAutofit fontScale="77500" lnSpcReduction="20000"/>
          </a:bodyPr>
          <a:lstStyle/>
          <a:p>
            <a:r>
              <a:rPr lang="en-US" dirty="0"/>
              <a:t>Therefore, objectives of a consensus mechanism are:</a:t>
            </a:r>
          </a:p>
          <a:p>
            <a:pPr lvl="1"/>
            <a:r>
              <a:rPr lang="en-US" b="1" dirty="0"/>
              <a:t>Agreement seeking</a:t>
            </a:r>
            <a:r>
              <a:rPr lang="en-US" dirty="0"/>
              <a:t>: A consensus mechanism should bring about as much agreement from the group as possible.</a:t>
            </a:r>
          </a:p>
          <a:p>
            <a:pPr lvl="1"/>
            <a:r>
              <a:rPr lang="en-US" b="1" dirty="0"/>
              <a:t>Collaborative</a:t>
            </a:r>
            <a:r>
              <a:rPr lang="en-US" dirty="0"/>
              <a:t>: All the participants should aim to work together to achieve a result that puts the best interest of the group first.</a:t>
            </a:r>
          </a:p>
          <a:p>
            <a:pPr lvl="1"/>
            <a:r>
              <a:rPr lang="en-US" b="1" dirty="0"/>
              <a:t>Cooperative</a:t>
            </a:r>
            <a:r>
              <a:rPr lang="en-US" dirty="0"/>
              <a:t>: All the participants shouldn’t put their own interests first and work as a team more than individuals.</a:t>
            </a:r>
          </a:p>
          <a:p>
            <a:pPr lvl="1"/>
            <a:r>
              <a:rPr lang="en-US" b="1" dirty="0"/>
              <a:t>Egalitarian</a:t>
            </a:r>
            <a:r>
              <a:rPr lang="en-US" dirty="0"/>
              <a:t>: A group trying to achieve consensus should be as egalitarian as possible. What this basically means that each and every vote has equal weight. One person’s vote can’t be more important than another’s.</a:t>
            </a:r>
          </a:p>
          <a:p>
            <a:pPr lvl="1"/>
            <a:r>
              <a:rPr lang="en-US" b="1" dirty="0"/>
              <a:t>Inclusive</a:t>
            </a:r>
            <a:r>
              <a:rPr lang="en-US" dirty="0"/>
              <a:t>: As many people as possible should be involved in the consensus process. It shouldn’t be like normal voting where people don’t really feel like voting because they believe that their vote won’t have any weight in the long run.</a:t>
            </a:r>
          </a:p>
          <a:p>
            <a:pPr lvl="1"/>
            <a:r>
              <a:rPr lang="en-US" b="1" dirty="0"/>
              <a:t>Participatory</a:t>
            </a:r>
            <a:r>
              <a:rPr lang="en-US" dirty="0"/>
              <a:t>: The consensus mechanism should be such that everyone should actively participate in the </a:t>
            </a:r>
            <a:r>
              <a:rPr lang="en-US" dirty="0" err="1"/>
              <a:t>the</a:t>
            </a:r>
            <a:r>
              <a:rPr lang="en-US" dirty="0"/>
              <a:t> overall process.</a:t>
            </a:r>
          </a:p>
          <a:p>
            <a:pPr lvl="1"/>
            <a:r>
              <a:rPr lang="en-US" b="1" dirty="0"/>
              <a:t>Validity:</a:t>
            </a:r>
            <a:r>
              <a:rPr lang="en-US" dirty="0"/>
              <a:t> the chosen value must be one that was actually proposed </a:t>
            </a:r>
          </a:p>
          <a:p>
            <a:pPr lvl="1"/>
            <a:r>
              <a:rPr lang="en-US" b="1" dirty="0"/>
              <a:t>Integrity: </a:t>
            </a:r>
            <a:r>
              <a:rPr lang="en-US" dirty="0"/>
              <a:t>a node decides at most once </a:t>
            </a:r>
          </a:p>
          <a:p>
            <a:pPr lvl="1"/>
            <a:r>
              <a:rPr lang="en-US" b="1" dirty="0"/>
              <a:t>Termination / Liveness:</a:t>
            </a:r>
            <a:r>
              <a:rPr lang="en-US" dirty="0"/>
              <a:t> nodes eventually decide, under the algorithm’s timing/failure assumptions </a:t>
            </a:r>
          </a:p>
          <a:p>
            <a:pPr lvl="1"/>
            <a:endParaRPr lang="en-US" dirty="0"/>
          </a:p>
          <a:p>
            <a:pPr lvl="1"/>
            <a:endParaRPr lang="en-US" dirty="0"/>
          </a:p>
          <a:p>
            <a:endParaRPr lang="en-US" dirty="0"/>
          </a:p>
        </p:txBody>
      </p:sp>
      <p:sp>
        <p:nvSpPr>
          <p:cNvPr id="4" name="Footer Placeholder 3">
            <a:extLst>
              <a:ext uri="{FF2B5EF4-FFF2-40B4-BE49-F238E27FC236}">
                <a16:creationId xmlns:a16="http://schemas.microsoft.com/office/drawing/2014/main" id="{A047ADCC-88CC-4012-8701-BDFAC4B3BA3C}"/>
              </a:ext>
            </a:extLst>
          </p:cNvPr>
          <p:cNvSpPr>
            <a:spLocks noGrp="1"/>
          </p:cNvSpPr>
          <p:nvPr>
            <p:ph type="ftr" sz="quarter" idx="11"/>
          </p:nvPr>
        </p:nvSpPr>
        <p:spPr>
          <a:xfrm>
            <a:off x="685800" y="6355845"/>
            <a:ext cx="7772400" cy="365125"/>
          </a:xfrm>
        </p:spPr>
        <p:txBody>
          <a:bodyPr/>
          <a:lstStyle/>
          <a:p>
            <a:r>
              <a:rPr lang="en-US"/>
              <a:t>Prof. Tim Wood &amp; Prof. Roozbeh Haghnazar</a:t>
            </a:r>
          </a:p>
        </p:txBody>
      </p:sp>
    </p:spTree>
    <p:extLst>
      <p:ext uri="{BB962C8B-B14F-4D97-AF65-F5344CB8AC3E}">
        <p14:creationId xmlns:p14="http://schemas.microsoft.com/office/powerpoint/2010/main" val="3286989416"/>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E6028E-1714-475A-A9B7-B457E55A987B}"/>
              </a:ext>
            </a:extLst>
          </p:cNvPr>
          <p:cNvSpPr>
            <a:spLocks noGrp="1"/>
          </p:cNvSpPr>
          <p:nvPr>
            <p:ph type="title"/>
          </p:nvPr>
        </p:nvSpPr>
        <p:spPr/>
        <p:txBody>
          <a:bodyPr/>
          <a:lstStyle/>
          <a:p>
            <a:r>
              <a:rPr lang="en-US"/>
              <a:t>Distributed Architectures</a:t>
            </a:r>
          </a:p>
        </p:txBody>
      </p:sp>
      <p:sp>
        <p:nvSpPr>
          <p:cNvPr id="3" name="Content Placeholder 2">
            <a:extLst>
              <a:ext uri="{FF2B5EF4-FFF2-40B4-BE49-F238E27FC236}">
                <a16:creationId xmlns:a16="http://schemas.microsoft.com/office/drawing/2014/main" id="{8E1C1CF9-75FF-4376-98C3-30B23D566BAE}"/>
              </a:ext>
            </a:extLst>
          </p:cNvPr>
          <p:cNvSpPr>
            <a:spLocks noGrp="1"/>
          </p:cNvSpPr>
          <p:nvPr>
            <p:ph idx="1"/>
          </p:nvPr>
        </p:nvSpPr>
        <p:spPr/>
        <p:txBody>
          <a:bodyPr>
            <a:normAutofit fontScale="92500" lnSpcReduction="10000"/>
          </a:bodyPr>
          <a:lstStyle/>
          <a:p>
            <a:r>
              <a:rPr lang="en-US"/>
              <a:t>Purely distributed / decentralized architectures are difficult to run correctly and efficiently (decentralized locking was pretty bad!)</a:t>
            </a:r>
          </a:p>
          <a:p>
            <a:endParaRPr lang="en-US"/>
          </a:p>
          <a:p>
            <a:endParaRPr lang="en-US"/>
          </a:p>
          <a:p>
            <a:endParaRPr lang="en-US"/>
          </a:p>
          <a:p>
            <a:endParaRPr lang="en-US"/>
          </a:p>
          <a:p>
            <a:endParaRPr lang="en-US"/>
          </a:p>
          <a:p>
            <a:endParaRPr lang="en-US"/>
          </a:p>
          <a:p>
            <a:endParaRPr lang="en-US"/>
          </a:p>
          <a:p>
            <a:pPr marL="0" indent="0">
              <a:buNone/>
            </a:pPr>
            <a:endParaRPr lang="en-US"/>
          </a:p>
          <a:p>
            <a:r>
              <a:rPr lang="en-US"/>
              <a:t>Can we mix the two?</a:t>
            </a:r>
          </a:p>
          <a:p>
            <a:endParaRPr lang="en-US"/>
          </a:p>
        </p:txBody>
      </p:sp>
      <p:sp>
        <p:nvSpPr>
          <p:cNvPr id="4" name="Footer Placeholder 3">
            <a:extLst>
              <a:ext uri="{FF2B5EF4-FFF2-40B4-BE49-F238E27FC236}">
                <a16:creationId xmlns:a16="http://schemas.microsoft.com/office/drawing/2014/main" id="{63A2E7C0-467D-4167-98A6-84BF3EF43DEF}"/>
              </a:ext>
            </a:extLst>
          </p:cNvPr>
          <p:cNvSpPr>
            <a:spLocks noGrp="1"/>
          </p:cNvSpPr>
          <p:nvPr>
            <p:ph type="ftr" sz="quarter" idx="11"/>
          </p:nvPr>
        </p:nvSpPr>
        <p:spPr/>
        <p:txBody>
          <a:bodyPr/>
          <a:lstStyle/>
          <a:p>
            <a:r>
              <a:rPr lang="en-US"/>
              <a:t>Prof. Tim Wood &amp; Prof. Roozbeh Haghnazar</a:t>
            </a:r>
          </a:p>
        </p:txBody>
      </p:sp>
      <p:grpSp>
        <p:nvGrpSpPr>
          <p:cNvPr id="5" name="Group 4">
            <a:extLst>
              <a:ext uri="{FF2B5EF4-FFF2-40B4-BE49-F238E27FC236}">
                <a16:creationId xmlns:a16="http://schemas.microsoft.com/office/drawing/2014/main" id="{A5610EB5-6016-4E45-A7CA-9C88A4F670D5}"/>
              </a:ext>
            </a:extLst>
          </p:cNvPr>
          <p:cNvGrpSpPr/>
          <p:nvPr/>
        </p:nvGrpSpPr>
        <p:grpSpPr>
          <a:xfrm>
            <a:off x="1994438" y="2923005"/>
            <a:ext cx="8203121" cy="2683711"/>
            <a:chOff x="961964" y="3644900"/>
            <a:chExt cx="10671236" cy="3491173"/>
          </a:xfrm>
        </p:grpSpPr>
        <p:sp>
          <p:nvSpPr>
            <p:cNvPr id="6" name="P4">
              <a:extLst>
                <a:ext uri="{FF2B5EF4-FFF2-40B4-BE49-F238E27FC236}">
                  <a16:creationId xmlns:a16="http://schemas.microsoft.com/office/drawing/2014/main" id="{78770454-B642-4530-A667-7DEB30E35E85}"/>
                </a:ext>
              </a:extLst>
            </p:cNvPr>
            <p:cNvSpPr/>
            <p:nvPr/>
          </p:nvSpPr>
          <p:spPr>
            <a:xfrm>
              <a:off x="990600" y="3644900"/>
              <a:ext cx="1270000" cy="1003300"/>
            </a:xfrm>
            <a:prstGeom prst="roundRect">
              <a:avLst>
                <a:gd name="adj" fmla="val 18987"/>
              </a:avLst>
            </a:prstGeom>
            <a:solidFill>
              <a:srgbClr val="D4E3FE"/>
            </a:solidFill>
            <a:ln w="25400">
              <a:solidFill>
                <a:srgbClr val="000000"/>
              </a:solidFill>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chor="ctr"/>
            <a:lstStyle>
              <a:lvl1pPr>
                <a:defRPr sz="3600">
                  <a:latin typeface="Courier"/>
                  <a:ea typeface="Courier"/>
                  <a:cs typeface="Courier"/>
                  <a:sym typeface="Courier"/>
                </a:defRPr>
              </a:lvl1pPr>
            </a:lstStyle>
            <a:p>
              <a:pPr marL="0" marR="0" lvl="0" indent="0" algn="ctr" defTabSz="584200" eaLnBrk="1" fontAlgn="auto" latinLnBrk="0" hangingPunct="0">
                <a:lnSpc>
                  <a:spcPct val="100000"/>
                </a:lnSpc>
                <a:spcBef>
                  <a:spcPts val="0"/>
                </a:spcBef>
                <a:spcAft>
                  <a:spcPts val="0"/>
                </a:spcAft>
                <a:buClrTx/>
                <a:buSzTx/>
                <a:buFontTx/>
                <a:buNone/>
                <a:tabLst/>
                <a:defRPr/>
              </a:pPr>
              <a:r>
                <a:rPr kumimoji="0" sz="2400" b="0" i="0" u="none" strike="noStrike" kern="0" cap="none" spc="0" normalizeH="0" baseline="0" noProof="0">
                  <a:ln>
                    <a:noFill/>
                  </a:ln>
                  <a:solidFill>
                    <a:srgbClr val="000000"/>
                  </a:solidFill>
                  <a:effectLst/>
                  <a:uLnTx/>
                  <a:uFillTx/>
                  <a:latin typeface="Courier"/>
                  <a:sym typeface="Courier"/>
                </a:rPr>
                <a:t>P4</a:t>
              </a:r>
            </a:p>
          </p:txBody>
        </p:sp>
        <p:sp>
          <p:nvSpPr>
            <p:cNvPr id="7" name="P2">
              <a:extLst>
                <a:ext uri="{FF2B5EF4-FFF2-40B4-BE49-F238E27FC236}">
                  <a16:creationId xmlns:a16="http://schemas.microsoft.com/office/drawing/2014/main" id="{B81255F1-9F08-47A5-BB11-474DE140A82F}"/>
                </a:ext>
              </a:extLst>
            </p:cNvPr>
            <p:cNvSpPr/>
            <p:nvPr/>
          </p:nvSpPr>
          <p:spPr>
            <a:xfrm>
              <a:off x="3035300" y="3644900"/>
              <a:ext cx="1270000" cy="1003300"/>
            </a:xfrm>
            <a:prstGeom prst="roundRect">
              <a:avLst>
                <a:gd name="adj" fmla="val 18987"/>
              </a:avLst>
            </a:prstGeom>
            <a:solidFill>
              <a:srgbClr val="D4E3FE"/>
            </a:solidFill>
            <a:ln w="25400">
              <a:solidFill>
                <a:srgbClr val="000000"/>
              </a:solidFill>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chor="ctr"/>
            <a:lstStyle>
              <a:lvl1pPr>
                <a:defRPr sz="3600">
                  <a:latin typeface="Courier"/>
                  <a:ea typeface="Courier"/>
                  <a:cs typeface="Courier"/>
                  <a:sym typeface="Courier"/>
                </a:defRPr>
              </a:lvl1pPr>
            </a:lstStyle>
            <a:p>
              <a:pPr marL="0" marR="0" lvl="0" indent="0" algn="ctr" defTabSz="584200" eaLnBrk="1" fontAlgn="auto" latinLnBrk="0" hangingPunct="0">
                <a:lnSpc>
                  <a:spcPct val="100000"/>
                </a:lnSpc>
                <a:spcBef>
                  <a:spcPts val="0"/>
                </a:spcBef>
                <a:spcAft>
                  <a:spcPts val="0"/>
                </a:spcAft>
                <a:buClrTx/>
                <a:buSzTx/>
                <a:buFontTx/>
                <a:buNone/>
                <a:tabLst/>
                <a:defRPr/>
              </a:pPr>
              <a:r>
                <a:rPr kumimoji="0" sz="2400" b="0" i="0" u="none" strike="noStrike" kern="0" cap="none" spc="0" normalizeH="0" baseline="0" noProof="0">
                  <a:ln>
                    <a:noFill/>
                  </a:ln>
                  <a:solidFill>
                    <a:srgbClr val="000000"/>
                  </a:solidFill>
                  <a:effectLst/>
                  <a:uLnTx/>
                  <a:uFillTx/>
                  <a:latin typeface="Courier"/>
                  <a:sym typeface="Courier"/>
                </a:rPr>
                <a:t>P2</a:t>
              </a:r>
            </a:p>
          </p:txBody>
        </p:sp>
        <p:sp>
          <p:nvSpPr>
            <p:cNvPr id="8" name="P3">
              <a:extLst>
                <a:ext uri="{FF2B5EF4-FFF2-40B4-BE49-F238E27FC236}">
                  <a16:creationId xmlns:a16="http://schemas.microsoft.com/office/drawing/2014/main" id="{572A71DC-C8ED-430B-9C04-CDA87D152AC3}"/>
                </a:ext>
              </a:extLst>
            </p:cNvPr>
            <p:cNvSpPr/>
            <p:nvPr/>
          </p:nvSpPr>
          <p:spPr>
            <a:xfrm>
              <a:off x="990600" y="5092700"/>
              <a:ext cx="1270000" cy="1003300"/>
            </a:xfrm>
            <a:prstGeom prst="roundRect">
              <a:avLst>
                <a:gd name="adj" fmla="val 18987"/>
              </a:avLst>
            </a:prstGeom>
            <a:solidFill>
              <a:srgbClr val="D4E3FE"/>
            </a:solidFill>
            <a:ln w="25400">
              <a:solidFill>
                <a:srgbClr val="000000"/>
              </a:solidFill>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chor="ctr"/>
            <a:lstStyle>
              <a:lvl1pPr>
                <a:defRPr sz="3600">
                  <a:latin typeface="Courier"/>
                  <a:ea typeface="Courier"/>
                  <a:cs typeface="Courier"/>
                  <a:sym typeface="Courier"/>
                </a:defRPr>
              </a:lvl1pPr>
            </a:lstStyle>
            <a:p>
              <a:pPr marL="0" marR="0" lvl="0" indent="0" algn="ctr" defTabSz="584200" eaLnBrk="1" fontAlgn="auto" latinLnBrk="0" hangingPunct="0">
                <a:lnSpc>
                  <a:spcPct val="100000"/>
                </a:lnSpc>
                <a:spcBef>
                  <a:spcPts val="0"/>
                </a:spcBef>
                <a:spcAft>
                  <a:spcPts val="0"/>
                </a:spcAft>
                <a:buClrTx/>
                <a:buSzTx/>
                <a:buFontTx/>
                <a:buNone/>
                <a:tabLst/>
                <a:defRPr/>
              </a:pPr>
              <a:r>
                <a:rPr kumimoji="0" sz="2400" b="0" i="0" u="none" strike="noStrike" kern="0" cap="none" spc="0" normalizeH="0" baseline="0" noProof="0">
                  <a:ln>
                    <a:noFill/>
                  </a:ln>
                  <a:solidFill>
                    <a:srgbClr val="000000"/>
                  </a:solidFill>
                  <a:effectLst/>
                  <a:uLnTx/>
                  <a:uFillTx/>
                  <a:latin typeface="Courier"/>
                  <a:sym typeface="Courier"/>
                </a:rPr>
                <a:t>P3</a:t>
              </a:r>
            </a:p>
          </p:txBody>
        </p:sp>
        <p:sp>
          <p:nvSpPr>
            <p:cNvPr id="9" name="P1">
              <a:extLst>
                <a:ext uri="{FF2B5EF4-FFF2-40B4-BE49-F238E27FC236}">
                  <a16:creationId xmlns:a16="http://schemas.microsoft.com/office/drawing/2014/main" id="{5B9E7B44-40E6-492C-B6AC-57E5148FCF29}"/>
                </a:ext>
              </a:extLst>
            </p:cNvPr>
            <p:cNvSpPr/>
            <p:nvPr/>
          </p:nvSpPr>
          <p:spPr>
            <a:xfrm>
              <a:off x="3035300" y="5092700"/>
              <a:ext cx="1270000" cy="1003300"/>
            </a:xfrm>
            <a:prstGeom prst="roundRect">
              <a:avLst>
                <a:gd name="adj" fmla="val 18987"/>
              </a:avLst>
            </a:prstGeom>
            <a:solidFill>
              <a:srgbClr val="D4E3FE"/>
            </a:solidFill>
            <a:ln w="25400">
              <a:solidFill>
                <a:srgbClr val="000000"/>
              </a:solidFill>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chor="ctr"/>
            <a:lstStyle>
              <a:lvl1pPr>
                <a:defRPr sz="3600">
                  <a:latin typeface="Courier"/>
                  <a:ea typeface="Courier"/>
                  <a:cs typeface="Courier"/>
                  <a:sym typeface="Courier"/>
                </a:defRPr>
              </a:lvl1pPr>
            </a:lstStyle>
            <a:p>
              <a:pPr marL="0" marR="0" lvl="0" indent="0" algn="ctr" defTabSz="584200" eaLnBrk="1" fontAlgn="auto" latinLnBrk="0" hangingPunct="0">
                <a:lnSpc>
                  <a:spcPct val="100000"/>
                </a:lnSpc>
                <a:spcBef>
                  <a:spcPts val="0"/>
                </a:spcBef>
                <a:spcAft>
                  <a:spcPts val="0"/>
                </a:spcAft>
                <a:buClrTx/>
                <a:buSzTx/>
                <a:buFontTx/>
                <a:buNone/>
                <a:tabLst/>
                <a:defRPr/>
              </a:pPr>
              <a:r>
                <a:rPr kumimoji="0" sz="2400" b="0" i="0" u="none" strike="noStrike" kern="0" cap="none" spc="0" normalizeH="0" baseline="0" noProof="0">
                  <a:ln>
                    <a:noFill/>
                  </a:ln>
                  <a:solidFill>
                    <a:srgbClr val="000000"/>
                  </a:solidFill>
                  <a:effectLst/>
                  <a:uLnTx/>
                  <a:uFillTx/>
                  <a:latin typeface="Courier"/>
                  <a:sym typeface="Courier"/>
                </a:rPr>
                <a:t>P1</a:t>
              </a:r>
            </a:p>
          </p:txBody>
        </p:sp>
        <p:sp>
          <p:nvSpPr>
            <p:cNvPr id="10" name="P4">
              <a:extLst>
                <a:ext uri="{FF2B5EF4-FFF2-40B4-BE49-F238E27FC236}">
                  <a16:creationId xmlns:a16="http://schemas.microsoft.com/office/drawing/2014/main" id="{E76A4E65-0DEB-4C53-B4F8-9EF2DD62A193}"/>
                </a:ext>
              </a:extLst>
            </p:cNvPr>
            <p:cNvSpPr/>
            <p:nvPr/>
          </p:nvSpPr>
          <p:spPr>
            <a:xfrm>
              <a:off x="8318500" y="3644900"/>
              <a:ext cx="1270000" cy="1003300"/>
            </a:xfrm>
            <a:prstGeom prst="roundRect">
              <a:avLst>
                <a:gd name="adj" fmla="val 18987"/>
              </a:avLst>
            </a:prstGeom>
            <a:solidFill>
              <a:srgbClr val="D4E3FE"/>
            </a:solidFill>
            <a:ln w="25400">
              <a:solidFill>
                <a:srgbClr val="000000"/>
              </a:solidFill>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chor="ctr"/>
            <a:lstStyle>
              <a:lvl1pPr>
                <a:defRPr sz="3600">
                  <a:latin typeface="Courier"/>
                  <a:ea typeface="Courier"/>
                  <a:cs typeface="Courier"/>
                  <a:sym typeface="Courier"/>
                </a:defRPr>
              </a:lvl1pPr>
            </a:lstStyle>
            <a:p>
              <a:pPr marL="0" marR="0" lvl="0" indent="0" algn="ctr" defTabSz="584200" eaLnBrk="1" fontAlgn="auto" latinLnBrk="0" hangingPunct="0">
                <a:lnSpc>
                  <a:spcPct val="100000"/>
                </a:lnSpc>
                <a:spcBef>
                  <a:spcPts val="0"/>
                </a:spcBef>
                <a:spcAft>
                  <a:spcPts val="0"/>
                </a:spcAft>
                <a:buClrTx/>
                <a:buSzTx/>
                <a:buFontTx/>
                <a:buNone/>
                <a:tabLst/>
                <a:defRPr/>
              </a:pPr>
              <a:r>
                <a:rPr kumimoji="0" sz="2400" b="0" i="0" u="none" strike="noStrike" kern="0" cap="none" spc="0" normalizeH="0" baseline="0" noProof="0">
                  <a:ln>
                    <a:noFill/>
                  </a:ln>
                  <a:solidFill>
                    <a:srgbClr val="000000"/>
                  </a:solidFill>
                  <a:effectLst/>
                  <a:uLnTx/>
                  <a:uFillTx/>
                  <a:latin typeface="Courier"/>
                  <a:sym typeface="Courier"/>
                </a:rPr>
                <a:t>P4</a:t>
              </a:r>
            </a:p>
          </p:txBody>
        </p:sp>
        <p:sp>
          <p:nvSpPr>
            <p:cNvPr id="11" name="P2">
              <a:extLst>
                <a:ext uri="{FF2B5EF4-FFF2-40B4-BE49-F238E27FC236}">
                  <a16:creationId xmlns:a16="http://schemas.microsoft.com/office/drawing/2014/main" id="{9E12FF26-B892-4814-B7AA-FA1EDAF134BD}"/>
                </a:ext>
              </a:extLst>
            </p:cNvPr>
            <p:cNvSpPr/>
            <p:nvPr/>
          </p:nvSpPr>
          <p:spPr>
            <a:xfrm>
              <a:off x="10363200" y="3644900"/>
              <a:ext cx="1270000" cy="1003300"/>
            </a:xfrm>
            <a:prstGeom prst="roundRect">
              <a:avLst>
                <a:gd name="adj" fmla="val 18987"/>
              </a:avLst>
            </a:prstGeom>
            <a:solidFill>
              <a:srgbClr val="D4E3FE"/>
            </a:solidFill>
            <a:ln w="25400">
              <a:solidFill>
                <a:srgbClr val="000000"/>
              </a:solidFill>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chor="ctr"/>
            <a:lstStyle>
              <a:lvl1pPr>
                <a:defRPr sz="3600">
                  <a:latin typeface="Courier"/>
                  <a:ea typeface="Courier"/>
                  <a:cs typeface="Courier"/>
                  <a:sym typeface="Courier"/>
                </a:defRPr>
              </a:lvl1pPr>
            </a:lstStyle>
            <a:p>
              <a:pPr marL="0" marR="0" lvl="0" indent="0" algn="ctr" defTabSz="584200" eaLnBrk="1" fontAlgn="auto" latinLnBrk="0" hangingPunct="0">
                <a:lnSpc>
                  <a:spcPct val="100000"/>
                </a:lnSpc>
                <a:spcBef>
                  <a:spcPts val="0"/>
                </a:spcBef>
                <a:spcAft>
                  <a:spcPts val="0"/>
                </a:spcAft>
                <a:buClrTx/>
                <a:buSzTx/>
                <a:buFontTx/>
                <a:buNone/>
                <a:tabLst/>
                <a:defRPr/>
              </a:pPr>
              <a:r>
                <a:rPr kumimoji="0" sz="2400" b="0" i="0" u="none" strike="noStrike" kern="0" cap="none" spc="0" normalizeH="0" baseline="0" noProof="0">
                  <a:ln>
                    <a:noFill/>
                  </a:ln>
                  <a:solidFill>
                    <a:srgbClr val="000000"/>
                  </a:solidFill>
                  <a:effectLst/>
                  <a:uLnTx/>
                  <a:uFillTx/>
                  <a:latin typeface="Courier"/>
                  <a:sym typeface="Courier"/>
                </a:rPr>
                <a:t>P2</a:t>
              </a:r>
            </a:p>
          </p:txBody>
        </p:sp>
        <p:sp>
          <p:nvSpPr>
            <p:cNvPr id="12" name="P3">
              <a:extLst>
                <a:ext uri="{FF2B5EF4-FFF2-40B4-BE49-F238E27FC236}">
                  <a16:creationId xmlns:a16="http://schemas.microsoft.com/office/drawing/2014/main" id="{98253FC6-820B-477F-9882-66BD20BE638B}"/>
                </a:ext>
              </a:extLst>
            </p:cNvPr>
            <p:cNvSpPr/>
            <p:nvPr/>
          </p:nvSpPr>
          <p:spPr>
            <a:xfrm>
              <a:off x="8318500" y="5092700"/>
              <a:ext cx="1270000" cy="1003300"/>
            </a:xfrm>
            <a:prstGeom prst="roundRect">
              <a:avLst>
                <a:gd name="adj" fmla="val 18987"/>
              </a:avLst>
            </a:prstGeom>
            <a:solidFill>
              <a:srgbClr val="D4E3FE"/>
            </a:solidFill>
            <a:ln w="25400">
              <a:solidFill>
                <a:srgbClr val="000000"/>
              </a:solidFill>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chor="ctr"/>
            <a:lstStyle>
              <a:lvl1pPr>
                <a:defRPr sz="3600">
                  <a:latin typeface="Courier"/>
                  <a:ea typeface="Courier"/>
                  <a:cs typeface="Courier"/>
                  <a:sym typeface="Courier"/>
                </a:defRPr>
              </a:lvl1pPr>
            </a:lstStyle>
            <a:p>
              <a:pPr marL="0" marR="0" lvl="0" indent="0" algn="ctr" defTabSz="584200" eaLnBrk="1" fontAlgn="auto" latinLnBrk="0" hangingPunct="0">
                <a:lnSpc>
                  <a:spcPct val="100000"/>
                </a:lnSpc>
                <a:spcBef>
                  <a:spcPts val="0"/>
                </a:spcBef>
                <a:spcAft>
                  <a:spcPts val="0"/>
                </a:spcAft>
                <a:buClrTx/>
                <a:buSzTx/>
                <a:buFontTx/>
                <a:buNone/>
                <a:tabLst/>
                <a:defRPr/>
              </a:pPr>
              <a:r>
                <a:rPr kumimoji="0" sz="2400" b="0" i="0" u="none" strike="noStrike" kern="0" cap="none" spc="0" normalizeH="0" baseline="0" noProof="0">
                  <a:ln>
                    <a:noFill/>
                  </a:ln>
                  <a:solidFill>
                    <a:srgbClr val="000000"/>
                  </a:solidFill>
                  <a:effectLst/>
                  <a:uLnTx/>
                  <a:uFillTx/>
                  <a:latin typeface="Courier"/>
                  <a:sym typeface="Courier"/>
                </a:rPr>
                <a:t>P3</a:t>
              </a:r>
            </a:p>
          </p:txBody>
        </p:sp>
        <p:sp>
          <p:nvSpPr>
            <p:cNvPr id="13" name="P1">
              <a:extLst>
                <a:ext uri="{FF2B5EF4-FFF2-40B4-BE49-F238E27FC236}">
                  <a16:creationId xmlns:a16="http://schemas.microsoft.com/office/drawing/2014/main" id="{BC4CCB6F-DC32-47A6-A7B3-AC2C533931C6}"/>
                </a:ext>
              </a:extLst>
            </p:cNvPr>
            <p:cNvSpPr/>
            <p:nvPr/>
          </p:nvSpPr>
          <p:spPr>
            <a:xfrm>
              <a:off x="10363200" y="5092700"/>
              <a:ext cx="1270000" cy="1003300"/>
            </a:xfrm>
            <a:prstGeom prst="roundRect">
              <a:avLst>
                <a:gd name="adj" fmla="val 18987"/>
              </a:avLst>
            </a:prstGeom>
            <a:solidFill>
              <a:srgbClr val="D4E3FE"/>
            </a:solidFill>
            <a:ln w="25400">
              <a:solidFill>
                <a:srgbClr val="000000"/>
              </a:solidFill>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chor="ctr"/>
            <a:lstStyle>
              <a:lvl1pPr>
                <a:defRPr sz="3600">
                  <a:latin typeface="Courier"/>
                  <a:ea typeface="Courier"/>
                  <a:cs typeface="Courier"/>
                  <a:sym typeface="Courier"/>
                </a:defRPr>
              </a:lvl1pPr>
            </a:lstStyle>
            <a:p>
              <a:pPr marL="0" marR="0" lvl="0" indent="0" algn="ctr" defTabSz="584200" eaLnBrk="1" fontAlgn="auto" latinLnBrk="0" hangingPunct="0">
                <a:lnSpc>
                  <a:spcPct val="100000"/>
                </a:lnSpc>
                <a:spcBef>
                  <a:spcPts val="0"/>
                </a:spcBef>
                <a:spcAft>
                  <a:spcPts val="0"/>
                </a:spcAft>
                <a:buClrTx/>
                <a:buSzTx/>
                <a:buFontTx/>
                <a:buNone/>
                <a:tabLst/>
                <a:defRPr/>
              </a:pPr>
              <a:r>
                <a:rPr kumimoji="0" sz="2400" b="0" i="0" u="none" strike="noStrike" kern="0" cap="none" spc="0" normalizeH="0" baseline="0" noProof="0">
                  <a:ln>
                    <a:noFill/>
                  </a:ln>
                  <a:solidFill>
                    <a:srgbClr val="000000"/>
                  </a:solidFill>
                  <a:effectLst/>
                  <a:uLnTx/>
                  <a:uFillTx/>
                  <a:latin typeface="Courier"/>
                  <a:sym typeface="Courier"/>
                </a:rPr>
                <a:t>P1</a:t>
              </a:r>
            </a:p>
          </p:txBody>
        </p:sp>
        <p:sp>
          <p:nvSpPr>
            <p:cNvPr id="14" name="Decentralized">
              <a:extLst>
                <a:ext uri="{FF2B5EF4-FFF2-40B4-BE49-F238E27FC236}">
                  <a16:creationId xmlns:a16="http://schemas.microsoft.com/office/drawing/2014/main" id="{2ADE2C2B-1CEF-4E58-B7F2-1B728F67AF8A}"/>
                </a:ext>
              </a:extLst>
            </p:cNvPr>
            <p:cNvSpPr txBox="1"/>
            <p:nvPr/>
          </p:nvSpPr>
          <p:spPr>
            <a:xfrm>
              <a:off x="961964" y="6427525"/>
              <a:ext cx="3105620" cy="70854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50800" tIns="50800" rIns="50800" bIns="50800" anchor="ctr">
              <a:spAutoFit/>
            </a:bodyPr>
            <a:lstStyle/>
            <a:p>
              <a:pPr marL="0" marR="0" lvl="0" indent="0" algn="ctr" defTabSz="584200" eaLnBrk="1" fontAlgn="auto" latinLnBrk="0" hangingPunct="0">
                <a:lnSpc>
                  <a:spcPct val="100000"/>
                </a:lnSpc>
                <a:spcBef>
                  <a:spcPts val="0"/>
                </a:spcBef>
                <a:spcAft>
                  <a:spcPts val="0"/>
                </a:spcAft>
                <a:buClrTx/>
                <a:buSzTx/>
                <a:buFontTx/>
                <a:buNone/>
                <a:tabLst/>
                <a:defRPr/>
              </a:pPr>
              <a:r>
                <a:rPr kumimoji="0" sz="3200" b="0" i="0" u="none" strike="noStrike" kern="0" cap="none" spc="0" normalizeH="0" baseline="0" noProof="0">
                  <a:ln>
                    <a:noFill/>
                  </a:ln>
                  <a:solidFill>
                    <a:srgbClr val="000000"/>
                  </a:solidFill>
                  <a:effectLst/>
                  <a:uLnTx/>
                  <a:uFillTx/>
                  <a:latin typeface="Helvetica"/>
                  <a:cs typeface="Helvetica"/>
                  <a:sym typeface="Helvetica"/>
                </a:rPr>
                <a:t>Decentralized</a:t>
              </a:r>
            </a:p>
          </p:txBody>
        </p:sp>
        <p:sp>
          <p:nvSpPr>
            <p:cNvPr id="15" name="Centralized">
              <a:extLst>
                <a:ext uri="{FF2B5EF4-FFF2-40B4-BE49-F238E27FC236}">
                  <a16:creationId xmlns:a16="http://schemas.microsoft.com/office/drawing/2014/main" id="{4815B576-32B8-4C3F-AFDF-0E2662EA7517}"/>
                </a:ext>
              </a:extLst>
            </p:cNvPr>
            <p:cNvSpPr txBox="1"/>
            <p:nvPr/>
          </p:nvSpPr>
          <p:spPr>
            <a:xfrm>
              <a:off x="8609599" y="6427524"/>
              <a:ext cx="2590244" cy="70854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50800" tIns="50800" rIns="50800" bIns="50800" anchor="ctr">
              <a:spAutoFit/>
            </a:bodyPr>
            <a:lstStyle/>
            <a:p>
              <a:pPr marL="0" marR="0" lvl="0" indent="0" algn="ctr" defTabSz="584200" eaLnBrk="1" fontAlgn="auto" latinLnBrk="0" hangingPunct="0">
                <a:lnSpc>
                  <a:spcPct val="100000"/>
                </a:lnSpc>
                <a:spcBef>
                  <a:spcPts val="0"/>
                </a:spcBef>
                <a:spcAft>
                  <a:spcPts val="0"/>
                </a:spcAft>
                <a:buClrTx/>
                <a:buSzTx/>
                <a:buFontTx/>
                <a:buNone/>
                <a:tabLst/>
                <a:defRPr/>
              </a:pPr>
              <a:r>
                <a:rPr kumimoji="0" sz="3200" b="0" i="0" u="none" strike="noStrike" kern="0" cap="none" spc="0" normalizeH="0" baseline="0" noProof="0">
                  <a:ln>
                    <a:noFill/>
                  </a:ln>
                  <a:solidFill>
                    <a:srgbClr val="000000"/>
                  </a:solidFill>
                  <a:effectLst/>
                  <a:uLnTx/>
                  <a:uFillTx/>
                  <a:latin typeface="Helvetica"/>
                  <a:cs typeface="Helvetica"/>
                  <a:sym typeface="Helvetica"/>
                </a:rPr>
                <a:t>Centralized</a:t>
              </a:r>
            </a:p>
          </p:txBody>
        </p:sp>
        <p:sp>
          <p:nvSpPr>
            <p:cNvPr id="16" name="Line">
              <a:extLst>
                <a:ext uri="{FF2B5EF4-FFF2-40B4-BE49-F238E27FC236}">
                  <a16:creationId xmlns:a16="http://schemas.microsoft.com/office/drawing/2014/main" id="{BDBDD02B-AABC-4963-A7E3-AF773E211F59}"/>
                </a:ext>
              </a:extLst>
            </p:cNvPr>
            <p:cNvSpPr/>
            <p:nvPr/>
          </p:nvSpPr>
          <p:spPr>
            <a:xfrm>
              <a:off x="2057400" y="4343400"/>
              <a:ext cx="1219201" cy="1028701"/>
            </a:xfrm>
            <a:prstGeom prst="line">
              <a:avLst/>
            </a:prstGeom>
            <a:ln w="38100">
              <a:solidFill>
                <a:srgbClr val="000000"/>
              </a:solidFill>
              <a:miter lim="400000"/>
            </a:ln>
          </p:spPr>
          <p:txBody>
            <a:bodyPr lIns="0" tIns="0" rIns="0" bIns="0"/>
            <a:lstStyle/>
            <a:p>
              <a:pPr marL="0" marR="0" lvl="0" indent="0" defTabSz="914400" eaLnBrk="1" fontAlgn="auto" latinLnBrk="0" hangingPunct="0">
                <a:lnSpc>
                  <a:spcPct val="100000"/>
                </a:lnSpc>
                <a:spcBef>
                  <a:spcPts val="0"/>
                </a:spcBef>
                <a:spcAft>
                  <a:spcPts val="0"/>
                </a:spcAft>
                <a:buClrTx/>
                <a:buSzTx/>
                <a:buFontTx/>
                <a:buNone/>
                <a:tabLst/>
                <a:defRPr sz="1200"/>
              </a:pPr>
              <a:endParaRPr kumimoji="0" sz="1000" b="0" i="0" u="none" strike="noStrike" kern="0" cap="none" spc="0" normalizeH="0" baseline="0" noProof="0">
                <a:ln>
                  <a:noFill/>
                </a:ln>
                <a:solidFill>
                  <a:srgbClr val="000000"/>
                </a:solidFill>
                <a:effectLst/>
                <a:uLnTx/>
                <a:uFillTx/>
                <a:latin typeface="Helvetica"/>
                <a:cs typeface="Helvetica"/>
                <a:sym typeface="Helvetica"/>
              </a:endParaRPr>
            </a:p>
          </p:txBody>
        </p:sp>
        <p:sp>
          <p:nvSpPr>
            <p:cNvPr id="17" name="Line">
              <a:extLst>
                <a:ext uri="{FF2B5EF4-FFF2-40B4-BE49-F238E27FC236}">
                  <a16:creationId xmlns:a16="http://schemas.microsoft.com/office/drawing/2014/main" id="{81D1AD21-80C0-472E-8FD8-E6A598F42B07}"/>
                </a:ext>
              </a:extLst>
            </p:cNvPr>
            <p:cNvSpPr/>
            <p:nvPr/>
          </p:nvSpPr>
          <p:spPr>
            <a:xfrm flipV="1">
              <a:off x="2019300" y="4432299"/>
              <a:ext cx="1244600" cy="838202"/>
            </a:xfrm>
            <a:prstGeom prst="line">
              <a:avLst/>
            </a:prstGeom>
            <a:ln w="38100">
              <a:solidFill>
                <a:srgbClr val="000000"/>
              </a:solidFill>
              <a:miter lim="400000"/>
            </a:ln>
          </p:spPr>
          <p:txBody>
            <a:bodyPr lIns="0" tIns="0" rIns="0" bIns="0"/>
            <a:lstStyle/>
            <a:p>
              <a:pPr marL="0" marR="0" lvl="0" indent="0" defTabSz="914400" eaLnBrk="1" fontAlgn="auto" latinLnBrk="0" hangingPunct="0">
                <a:lnSpc>
                  <a:spcPct val="100000"/>
                </a:lnSpc>
                <a:spcBef>
                  <a:spcPts val="0"/>
                </a:spcBef>
                <a:spcAft>
                  <a:spcPts val="0"/>
                </a:spcAft>
                <a:buClrTx/>
                <a:buSzTx/>
                <a:buFontTx/>
                <a:buNone/>
                <a:tabLst/>
                <a:defRPr sz="1200"/>
              </a:pPr>
              <a:endParaRPr kumimoji="0" sz="1000" b="0" i="0" u="none" strike="noStrike" kern="0" cap="none" spc="0" normalizeH="0" baseline="0" noProof="0">
                <a:ln>
                  <a:noFill/>
                </a:ln>
                <a:solidFill>
                  <a:srgbClr val="000000"/>
                </a:solidFill>
                <a:effectLst/>
                <a:uLnTx/>
                <a:uFillTx/>
                <a:latin typeface="Helvetica"/>
                <a:cs typeface="Helvetica"/>
                <a:sym typeface="Helvetica"/>
              </a:endParaRPr>
            </a:p>
          </p:txBody>
        </p:sp>
        <p:sp>
          <p:nvSpPr>
            <p:cNvPr id="18" name="Line">
              <a:extLst>
                <a:ext uri="{FF2B5EF4-FFF2-40B4-BE49-F238E27FC236}">
                  <a16:creationId xmlns:a16="http://schemas.microsoft.com/office/drawing/2014/main" id="{59DCCED5-1A2D-4FBE-879C-380079646015}"/>
                </a:ext>
              </a:extLst>
            </p:cNvPr>
            <p:cNvSpPr/>
            <p:nvPr/>
          </p:nvSpPr>
          <p:spPr>
            <a:xfrm flipH="1">
              <a:off x="3657600" y="4470400"/>
              <a:ext cx="12701" cy="889000"/>
            </a:xfrm>
            <a:prstGeom prst="line">
              <a:avLst/>
            </a:prstGeom>
            <a:ln w="38100">
              <a:solidFill>
                <a:srgbClr val="000000"/>
              </a:solidFill>
              <a:miter lim="400000"/>
            </a:ln>
          </p:spPr>
          <p:txBody>
            <a:bodyPr lIns="0" tIns="0" rIns="0" bIns="0"/>
            <a:lstStyle/>
            <a:p>
              <a:pPr marL="0" marR="0" lvl="0" indent="0" defTabSz="914400" eaLnBrk="1" fontAlgn="auto" latinLnBrk="0" hangingPunct="0">
                <a:lnSpc>
                  <a:spcPct val="100000"/>
                </a:lnSpc>
                <a:spcBef>
                  <a:spcPts val="0"/>
                </a:spcBef>
                <a:spcAft>
                  <a:spcPts val="0"/>
                </a:spcAft>
                <a:buClrTx/>
                <a:buSzTx/>
                <a:buFontTx/>
                <a:buNone/>
                <a:tabLst/>
                <a:defRPr sz="1200"/>
              </a:pPr>
              <a:endParaRPr kumimoji="0" sz="1000" b="0" i="0" u="none" strike="noStrike" kern="0" cap="none" spc="0" normalizeH="0" baseline="0" noProof="0">
                <a:ln>
                  <a:noFill/>
                </a:ln>
                <a:solidFill>
                  <a:srgbClr val="000000"/>
                </a:solidFill>
                <a:effectLst/>
                <a:uLnTx/>
                <a:uFillTx/>
                <a:latin typeface="Helvetica"/>
                <a:cs typeface="Helvetica"/>
                <a:sym typeface="Helvetica"/>
              </a:endParaRPr>
            </a:p>
          </p:txBody>
        </p:sp>
        <p:sp>
          <p:nvSpPr>
            <p:cNvPr id="19" name="Line">
              <a:extLst>
                <a:ext uri="{FF2B5EF4-FFF2-40B4-BE49-F238E27FC236}">
                  <a16:creationId xmlns:a16="http://schemas.microsoft.com/office/drawing/2014/main" id="{62394E56-75A5-49F8-98BB-45958FF7EAE7}"/>
                </a:ext>
              </a:extLst>
            </p:cNvPr>
            <p:cNvSpPr/>
            <p:nvPr/>
          </p:nvSpPr>
          <p:spPr>
            <a:xfrm flipH="1">
              <a:off x="1625600" y="4406900"/>
              <a:ext cx="12701" cy="889000"/>
            </a:xfrm>
            <a:prstGeom prst="line">
              <a:avLst/>
            </a:prstGeom>
            <a:ln w="38100">
              <a:solidFill>
                <a:srgbClr val="000000"/>
              </a:solidFill>
              <a:miter lim="400000"/>
            </a:ln>
          </p:spPr>
          <p:txBody>
            <a:bodyPr lIns="0" tIns="0" rIns="0" bIns="0"/>
            <a:lstStyle/>
            <a:p>
              <a:pPr marL="0" marR="0" lvl="0" indent="0" defTabSz="914400" eaLnBrk="1" fontAlgn="auto" latinLnBrk="0" hangingPunct="0">
                <a:lnSpc>
                  <a:spcPct val="100000"/>
                </a:lnSpc>
                <a:spcBef>
                  <a:spcPts val="0"/>
                </a:spcBef>
                <a:spcAft>
                  <a:spcPts val="0"/>
                </a:spcAft>
                <a:buClrTx/>
                <a:buSzTx/>
                <a:buFontTx/>
                <a:buNone/>
                <a:tabLst/>
                <a:defRPr sz="1200"/>
              </a:pPr>
              <a:endParaRPr kumimoji="0" sz="1000" b="0" i="0" u="none" strike="noStrike" kern="0" cap="none" spc="0" normalizeH="0" baseline="0" noProof="0">
                <a:ln>
                  <a:noFill/>
                </a:ln>
                <a:solidFill>
                  <a:srgbClr val="000000"/>
                </a:solidFill>
                <a:effectLst/>
                <a:uLnTx/>
                <a:uFillTx/>
                <a:latin typeface="Helvetica"/>
                <a:cs typeface="Helvetica"/>
                <a:sym typeface="Helvetica"/>
              </a:endParaRPr>
            </a:p>
          </p:txBody>
        </p:sp>
        <p:sp>
          <p:nvSpPr>
            <p:cNvPr id="20" name="Line">
              <a:extLst>
                <a:ext uri="{FF2B5EF4-FFF2-40B4-BE49-F238E27FC236}">
                  <a16:creationId xmlns:a16="http://schemas.microsoft.com/office/drawing/2014/main" id="{CE1115CA-CB07-4B3B-9CF5-F4027CDF9EA6}"/>
                </a:ext>
              </a:extLst>
            </p:cNvPr>
            <p:cNvSpPr/>
            <p:nvPr/>
          </p:nvSpPr>
          <p:spPr>
            <a:xfrm>
              <a:off x="9372600" y="4394200"/>
              <a:ext cx="1219201" cy="1028701"/>
            </a:xfrm>
            <a:prstGeom prst="line">
              <a:avLst/>
            </a:prstGeom>
            <a:ln w="38100">
              <a:solidFill>
                <a:srgbClr val="000000"/>
              </a:solidFill>
              <a:miter lim="400000"/>
            </a:ln>
          </p:spPr>
          <p:txBody>
            <a:bodyPr lIns="0" tIns="0" rIns="0" bIns="0"/>
            <a:lstStyle/>
            <a:p>
              <a:pPr marL="0" marR="0" lvl="0" indent="0" defTabSz="914400" eaLnBrk="1" fontAlgn="auto" latinLnBrk="0" hangingPunct="0">
                <a:lnSpc>
                  <a:spcPct val="100000"/>
                </a:lnSpc>
                <a:spcBef>
                  <a:spcPts val="0"/>
                </a:spcBef>
                <a:spcAft>
                  <a:spcPts val="0"/>
                </a:spcAft>
                <a:buClrTx/>
                <a:buSzTx/>
                <a:buFontTx/>
                <a:buNone/>
                <a:tabLst/>
                <a:defRPr sz="1200"/>
              </a:pPr>
              <a:endParaRPr kumimoji="0" sz="1000" b="0" i="0" u="none" strike="noStrike" kern="0" cap="none" spc="0" normalizeH="0" baseline="0" noProof="0">
                <a:ln>
                  <a:noFill/>
                </a:ln>
                <a:solidFill>
                  <a:srgbClr val="000000"/>
                </a:solidFill>
                <a:effectLst/>
                <a:uLnTx/>
                <a:uFillTx/>
                <a:latin typeface="Helvetica"/>
                <a:cs typeface="Helvetica"/>
                <a:sym typeface="Helvetica"/>
              </a:endParaRPr>
            </a:p>
          </p:txBody>
        </p:sp>
        <p:sp>
          <p:nvSpPr>
            <p:cNvPr id="21" name="Line">
              <a:extLst>
                <a:ext uri="{FF2B5EF4-FFF2-40B4-BE49-F238E27FC236}">
                  <a16:creationId xmlns:a16="http://schemas.microsoft.com/office/drawing/2014/main" id="{C55B6404-4985-41FF-A5D1-3A33B1C7A83D}"/>
                </a:ext>
              </a:extLst>
            </p:cNvPr>
            <p:cNvSpPr/>
            <p:nvPr/>
          </p:nvSpPr>
          <p:spPr>
            <a:xfrm flipV="1">
              <a:off x="9372600" y="4152899"/>
              <a:ext cx="1143000" cy="2"/>
            </a:xfrm>
            <a:prstGeom prst="line">
              <a:avLst/>
            </a:prstGeom>
            <a:ln w="38100">
              <a:solidFill>
                <a:srgbClr val="000000"/>
              </a:solidFill>
              <a:miter lim="400000"/>
            </a:ln>
          </p:spPr>
          <p:txBody>
            <a:bodyPr lIns="0" tIns="0" rIns="0" bIns="0"/>
            <a:lstStyle/>
            <a:p>
              <a:pPr marL="0" marR="0" lvl="0" indent="0" defTabSz="914400" eaLnBrk="1" fontAlgn="auto" latinLnBrk="0" hangingPunct="0">
                <a:lnSpc>
                  <a:spcPct val="100000"/>
                </a:lnSpc>
                <a:spcBef>
                  <a:spcPts val="0"/>
                </a:spcBef>
                <a:spcAft>
                  <a:spcPts val="0"/>
                </a:spcAft>
                <a:buClrTx/>
                <a:buSzTx/>
                <a:buFontTx/>
                <a:buNone/>
                <a:tabLst/>
                <a:defRPr sz="1200"/>
              </a:pPr>
              <a:endParaRPr kumimoji="0" sz="1000" b="0" i="0" u="none" strike="noStrike" kern="0" cap="none" spc="0" normalizeH="0" baseline="0" noProof="0">
                <a:ln>
                  <a:noFill/>
                </a:ln>
                <a:solidFill>
                  <a:srgbClr val="000000"/>
                </a:solidFill>
                <a:effectLst/>
                <a:uLnTx/>
                <a:uFillTx/>
                <a:latin typeface="Helvetica"/>
                <a:cs typeface="Helvetica"/>
                <a:sym typeface="Helvetica"/>
              </a:endParaRPr>
            </a:p>
          </p:txBody>
        </p:sp>
        <p:sp>
          <p:nvSpPr>
            <p:cNvPr id="22" name="Line">
              <a:extLst>
                <a:ext uri="{FF2B5EF4-FFF2-40B4-BE49-F238E27FC236}">
                  <a16:creationId xmlns:a16="http://schemas.microsoft.com/office/drawing/2014/main" id="{583B7CD2-499A-464D-9E0E-25D3BBAD83A1}"/>
                </a:ext>
              </a:extLst>
            </p:cNvPr>
            <p:cNvSpPr/>
            <p:nvPr/>
          </p:nvSpPr>
          <p:spPr>
            <a:xfrm flipH="1">
              <a:off x="8940800" y="4457700"/>
              <a:ext cx="12701" cy="889000"/>
            </a:xfrm>
            <a:prstGeom prst="line">
              <a:avLst/>
            </a:prstGeom>
            <a:ln w="38100">
              <a:solidFill>
                <a:srgbClr val="000000"/>
              </a:solidFill>
              <a:miter lim="400000"/>
            </a:ln>
          </p:spPr>
          <p:txBody>
            <a:bodyPr lIns="0" tIns="0" rIns="0" bIns="0"/>
            <a:lstStyle/>
            <a:p>
              <a:pPr marL="0" marR="0" lvl="0" indent="0" defTabSz="914400" eaLnBrk="1" fontAlgn="auto" latinLnBrk="0" hangingPunct="0">
                <a:lnSpc>
                  <a:spcPct val="100000"/>
                </a:lnSpc>
                <a:spcBef>
                  <a:spcPts val="0"/>
                </a:spcBef>
                <a:spcAft>
                  <a:spcPts val="0"/>
                </a:spcAft>
                <a:buClrTx/>
                <a:buSzTx/>
                <a:buFontTx/>
                <a:buNone/>
                <a:tabLst/>
                <a:defRPr sz="1200"/>
              </a:pPr>
              <a:endParaRPr kumimoji="0" sz="1000" b="0" i="0" u="none" strike="noStrike" kern="0" cap="none" spc="0" normalizeH="0" baseline="0" noProof="0">
                <a:ln>
                  <a:noFill/>
                </a:ln>
                <a:solidFill>
                  <a:srgbClr val="000000"/>
                </a:solidFill>
                <a:effectLst/>
                <a:uLnTx/>
                <a:uFillTx/>
                <a:latin typeface="Helvetica"/>
                <a:cs typeface="Helvetica"/>
                <a:sym typeface="Helvetica"/>
              </a:endParaRPr>
            </a:p>
          </p:txBody>
        </p:sp>
      </p:grpSp>
    </p:spTree>
    <p:extLst>
      <p:ext uri="{BB962C8B-B14F-4D97-AF65-F5344CB8AC3E}">
        <p14:creationId xmlns:p14="http://schemas.microsoft.com/office/powerpoint/2010/main" val="341380520"/>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C84116-0A69-4B66-983D-B9E6C7D76359}"/>
              </a:ext>
            </a:extLst>
          </p:cNvPr>
          <p:cNvSpPr>
            <a:spLocks noGrp="1"/>
          </p:cNvSpPr>
          <p:nvPr>
            <p:ph type="title"/>
          </p:nvPr>
        </p:nvSpPr>
        <p:spPr/>
        <p:txBody>
          <a:bodyPr/>
          <a:lstStyle/>
          <a:p>
            <a:r>
              <a:rPr lang="en-US"/>
              <a:t>Elections</a:t>
            </a:r>
          </a:p>
        </p:txBody>
      </p:sp>
      <p:sp>
        <p:nvSpPr>
          <p:cNvPr id="3" name="Content Placeholder 2">
            <a:extLst>
              <a:ext uri="{FF2B5EF4-FFF2-40B4-BE49-F238E27FC236}">
                <a16:creationId xmlns:a16="http://schemas.microsoft.com/office/drawing/2014/main" id="{81A05DF5-53A4-421C-8C43-B537D47CF3D0}"/>
              </a:ext>
            </a:extLst>
          </p:cNvPr>
          <p:cNvSpPr>
            <a:spLocks noGrp="1"/>
          </p:cNvSpPr>
          <p:nvPr>
            <p:ph idx="1"/>
          </p:nvPr>
        </p:nvSpPr>
        <p:spPr/>
        <p:txBody>
          <a:bodyPr/>
          <a:lstStyle/>
          <a:p>
            <a:r>
              <a:rPr lang="en-US" dirty="0"/>
              <a:t>Appoint a central coordinator</a:t>
            </a:r>
          </a:p>
          <a:p>
            <a:pPr lvl="1"/>
            <a:r>
              <a:rPr lang="en-US" dirty="0"/>
              <a:t>But allow them to be replaced in a safe, distributed way</a:t>
            </a:r>
          </a:p>
          <a:p>
            <a:pPr lvl="1"/>
            <a:endParaRPr lang="en-US" dirty="0"/>
          </a:p>
          <a:p>
            <a:r>
              <a:rPr lang="en-US" dirty="0"/>
              <a:t>Must be able to handle</a:t>
            </a:r>
            <a:br>
              <a:rPr lang="en-US" dirty="0"/>
            </a:br>
            <a:r>
              <a:rPr lang="en-US" dirty="0"/>
              <a:t>simultaneous elections</a:t>
            </a:r>
          </a:p>
          <a:p>
            <a:pPr lvl="1"/>
            <a:r>
              <a:rPr lang="en-US" dirty="0"/>
              <a:t>Reach a consistent result</a:t>
            </a:r>
          </a:p>
          <a:p>
            <a:pPr lvl="1"/>
            <a:endParaRPr lang="en-US" dirty="0"/>
          </a:p>
          <a:p>
            <a:r>
              <a:rPr lang="en-US" dirty="0"/>
              <a:t>Who should win?</a:t>
            </a:r>
          </a:p>
          <a:p>
            <a:pPr marL="0" indent="0">
              <a:buNone/>
            </a:pPr>
            <a:endParaRPr lang="en-US" dirty="0"/>
          </a:p>
        </p:txBody>
      </p:sp>
      <p:sp>
        <p:nvSpPr>
          <p:cNvPr id="4" name="Footer Placeholder 3">
            <a:extLst>
              <a:ext uri="{FF2B5EF4-FFF2-40B4-BE49-F238E27FC236}">
                <a16:creationId xmlns:a16="http://schemas.microsoft.com/office/drawing/2014/main" id="{1CC10212-B27C-4FD3-A1F5-DBE49BBFCD37}"/>
              </a:ext>
            </a:extLst>
          </p:cNvPr>
          <p:cNvSpPr>
            <a:spLocks noGrp="1"/>
          </p:cNvSpPr>
          <p:nvPr>
            <p:ph type="ftr" sz="quarter" idx="11"/>
          </p:nvPr>
        </p:nvSpPr>
        <p:spPr/>
        <p:txBody>
          <a:bodyPr/>
          <a:lstStyle/>
          <a:p>
            <a:r>
              <a:rPr lang="en-US"/>
              <a:t>Prof. Tim Wood &amp; Prof. Roozbeh Haghnazar</a:t>
            </a:r>
          </a:p>
        </p:txBody>
      </p:sp>
      <p:grpSp>
        <p:nvGrpSpPr>
          <p:cNvPr id="5" name="Group 4">
            <a:extLst>
              <a:ext uri="{FF2B5EF4-FFF2-40B4-BE49-F238E27FC236}">
                <a16:creationId xmlns:a16="http://schemas.microsoft.com/office/drawing/2014/main" id="{5EEFB18D-28B2-48DD-84BA-5EB2EFB83A17}"/>
              </a:ext>
            </a:extLst>
          </p:cNvPr>
          <p:cNvGrpSpPr/>
          <p:nvPr/>
        </p:nvGrpSpPr>
        <p:grpSpPr>
          <a:xfrm>
            <a:off x="5978358" y="3500885"/>
            <a:ext cx="5359400" cy="2717800"/>
            <a:chOff x="7289800" y="5308600"/>
            <a:chExt cx="5359400" cy="2717800"/>
          </a:xfrm>
        </p:grpSpPr>
        <p:sp>
          <p:nvSpPr>
            <p:cNvPr id="6" name="P7">
              <a:extLst>
                <a:ext uri="{FF2B5EF4-FFF2-40B4-BE49-F238E27FC236}">
                  <a16:creationId xmlns:a16="http://schemas.microsoft.com/office/drawing/2014/main" id="{AAB3F534-45BA-46F1-AB91-5C518F8AD674}"/>
                </a:ext>
              </a:extLst>
            </p:cNvPr>
            <p:cNvSpPr/>
            <p:nvPr/>
          </p:nvSpPr>
          <p:spPr>
            <a:xfrm>
              <a:off x="9334500" y="5575300"/>
              <a:ext cx="1270000" cy="1003300"/>
            </a:xfrm>
            <a:prstGeom prst="roundRect">
              <a:avLst>
                <a:gd name="adj" fmla="val 18987"/>
              </a:avLst>
            </a:prstGeom>
            <a:solidFill>
              <a:srgbClr val="B51A00"/>
            </a:solidFill>
            <a:ln w="25400">
              <a:solidFill>
                <a:srgbClr val="000000"/>
              </a:solidFill>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chor="ctr"/>
            <a:lstStyle>
              <a:lvl1pPr>
                <a:defRPr sz="3600">
                  <a:latin typeface="Courier"/>
                  <a:ea typeface="Courier"/>
                  <a:cs typeface="Courier"/>
                  <a:sym typeface="Courier"/>
                </a:defRPr>
              </a:lvl1pPr>
            </a:lstStyle>
            <a:p>
              <a:pPr marL="0" marR="0" lvl="0" indent="0" algn="ctr" defTabSz="584200" eaLnBrk="1" fontAlgn="auto" latinLnBrk="0" hangingPunct="0">
                <a:lnSpc>
                  <a:spcPct val="100000"/>
                </a:lnSpc>
                <a:spcBef>
                  <a:spcPts val="0"/>
                </a:spcBef>
                <a:spcAft>
                  <a:spcPts val="0"/>
                </a:spcAft>
                <a:buClrTx/>
                <a:buSzTx/>
                <a:buFontTx/>
                <a:buNone/>
                <a:tabLst/>
                <a:defRPr/>
              </a:pPr>
              <a:r>
                <a:rPr kumimoji="0" sz="3600" b="0" i="0" u="none" strike="noStrike" kern="0" cap="none" spc="0" normalizeH="0" baseline="0" noProof="0">
                  <a:ln>
                    <a:noFill/>
                  </a:ln>
                  <a:solidFill>
                    <a:srgbClr val="000000"/>
                  </a:solidFill>
                  <a:effectLst/>
                  <a:uLnTx/>
                  <a:uFillTx/>
                  <a:latin typeface="Courier"/>
                  <a:sym typeface="Courier"/>
                </a:rPr>
                <a:t>P7</a:t>
              </a:r>
            </a:p>
          </p:txBody>
        </p:sp>
        <p:sp>
          <p:nvSpPr>
            <p:cNvPr id="7" name="P2">
              <a:extLst>
                <a:ext uri="{FF2B5EF4-FFF2-40B4-BE49-F238E27FC236}">
                  <a16:creationId xmlns:a16="http://schemas.microsoft.com/office/drawing/2014/main" id="{B79D95C9-C8F5-4DBE-B856-0425188C26BD}"/>
                </a:ext>
              </a:extLst>
            </p:cNvPr>
            <p:cNvSpPr/>
            <p:nvPr/>
          </p:nvSpPr>
          <p:spPr>
            <a:xfrm>
              <a:off x="11379200" y="5575300"/>
              <a:ext cx="1270000" cy="1003300"/>
            </a:xfrm>
            <a:prstGeom prst="roundRect">
              <a:avLst>
                <a:gd name="adj" fmla="val 18987"/>
              </a:avLst>
            </a:prstGeom>
            <a:solidFill>
              <a:srgbClr val="D4E3FE"/>
            </a:solidFill>
            <a:ln w="25400">
              <a:solidFill>
                <a:srgbClr val="000000"/>
              </a:solidFill>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chor="ctr"/>
            <a:lstStyle>
              <a:lvl1pPr>
                <a:defRPr sz="3600">
                  <a:latin typeface="Courier"/>
                  <a:ea typeface="Courier"/>
                  <a:cs typeface="Courier"/>
                  <a:sym typeface="Courier"/>
                </a:defRPr>
              </a:lvl1pPr>
            </a:lstStyle>
            <a:p>
              <a:pPr marL="0" marR="0" lvl="0" indent="0" algn="ctr" defTabSz="584200" eaLnBrk="1" fontAlgn="auto" latinLnBrk="0" hangingPunct="0">
                <a:lnSpc>
                  <a:spcPct val="100000"/>
                </a:lnSpc>
                <a:spcBef>
                  <a:spcPts val="0"/>
                </a:spcBef>
                <a:spcAft>
                  <a:spcPts val="0"/>
                </a:spcAft>
                <a:buClrTx/>
                <a:buSzTx/>
                <a:buFontTx/>
                <a:buNone/>
                <a:tabLst/>
                <a:defRPr/>
              </a:pPr>
              <a:r>
                <a:rPr kumimoji="0" sz="3600" b="0" i="0" u="none" strike="noStrike" kern="0" cap="none" spc="0" normalizeH="0" baseline="0" noProof="0">
                  <a:ln>
                    <a:noFill/>
                  </a:ln>
                  <a:solidFill>
                    <a:srgbClr val="000000"/>
                  </a:solidFill>
                  <a:effectLst/>
                  <a:uLnTx/>
                  <a:uFillTx/>
                  <a:latin typeface="Courier"/>
                  <a:sym typeface="Courier"/>
                </a:rPr>
                <a:t>P2</a:t>
              </a:r>
            </a:p>
          </p:txBody>
        </p:sp>
        <p:sp>
          <p:nvSpPr>
            <p:cNvPr id="8" name="P3">
              <a:extLst>
                <a:ext uri="{FF2B5EF4-FFF2-40B4-BE49-F238E27FC236}">
                  <a16:creationId xmlns:a16="http://schemas.microsoft.com/office/drawing/2014/main" id="{BABE13D7-7DEE-494F-94D5-CA00791E0D2D}"/>
                </a:ext>
              </a:extLst>
            </p:cNvPr>
            <p:cNvSpPr/>
            <p:nvPr/>
          </p:nvSpPr>
          <p:spPr>
            <a:xfrm>
              <a:off x="9334500" y="7023100"/>
              <a:ext cx="1270000" cy="1003300"/>
            </a:xfrm>
            <a:prstGeom prst="roundRect">
              <a:avLst>
                <a:gd name="adj" fmla="val 18987"/>
              </a:avLst>
            </a:prstGeom>
            <a:solidFill>
              <a:srgbClr val="D4E3FE"/>
            </a:solidFill>
            <a:ln w="25400">
              <a:solidFill>
                <a:srgbClr val="000000"/>
              </a:solidFill>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chor="ctr"/>
            <a:lstStyle>
              <a:lvl1pPr>
                <a:defRPr sz="3600">
                  <a:latin typeface="Courier"/>
                  <a:ea typeface="Courier"/>
                  <a:cs typeface="Courier"/>
                  <a:sym typeface="Courier"/>
                </a:defRPr>
              </a:lvl1pPr>
            </a:lstStyle>
            <a:p>
              <a:pPr marL="0" marR="0" lvl="0" indent="0" algn="ctr" defTabSz="584200" eaLnBrk="1" fontAlgn="auto" latinLnBrk="0" hangingPunct="0">
                <a:lnSpc>
                  <a:spcPct val="100000"/>
                </a:lnSpc>
                <a:spcBef>
                  <a:spcPts val="0"/>
                </a:spcBef>
                <a:spcAft>
                  <a:spcPts val="0"/>
                </a:spcAft>
                <a:buClrTx/>
                <a:buSzTx/>
                <a:buFontTx/>
                <a:buNone/>
                <a:tabLst/>
                <a:defRPr/>
              </a:pPr>
              <a:r>
                <a:rPr kumimoji="0" sz="3600" b="0" i="0" u="none" strike="noStrike" kern="0" cap="none" spc="0" normalizeH="0" baseline="0" noProof="0">
                  <a:ln>
                    <a:noFill/>
                  </a:ln>
                  <a:solidFill>
                    <a:srgbClr val="000000"/>
                  </a:solidFill>
                  <a:effectLst/>
                  <a:uLnTx/>
                  <a:uFillTx/>
                  <a:latin typeface="Courier"/>
                  <a:sym typeface="Courier"/>
                </a:rPr>
                <a:t>P3</a:t>
              </a:r>
            </a:p>
          </p:txBody>
        </p:sp>
        <p:sp>
          <p:nvSpPr>
            <p:cNvPr id="9" name="P1">
              <a:extLst>
                <a:ext uri="{FF2B5EF4-FFF2-40B4-BE49-F238E27FC236}">
                  <a16:creationId xmlns:a16="http://schemas.microsoft.com/office/drawing/2014/main" id="{AC369B18-08DE-45E0-B961-7F2D4B0FD16D}"/>
                </a:ext>
              </a:extLst>
            </p:cNvPr>
            <p:cNvSpPr/>
            <p:nvPr/>
          </p:nvSpPr>
          <p:spPr>
            <a:xfrm>
              <a:off x="11379200" y="7023100"/>
              <a:ext cx="1270000" cy="1003300"/>
            </a:xfrm>
            <a:prstGeom prst="roundRect">
              <a:avLst>
                <a:gd name="adj" fmla="val 18987"/>
              </a:avLst>
            </a:prstGeom>
            <a:solidFill>
              <a:srgbClr val="D4E3FE"/>
            </a:solidFill>
            <a:ln w="25400">
              <a:solidFill>
                <a:srgbClr val="000000"/>
              </a:solidFill>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chor="ctr"/>
            <a:lstStyle>
              <a:lvl1pPr>
                <a:defRPr sz="3600">
                  <a:latin typeface="Courier"/>
                  <a:ea typeface="Courier"/>
                  <a:cs typeface="Courier"/>
                  <a:sym typeface="Courier"/>
                </a:defRPr>
              </a:lvl1pPr>
            </a:lstStyle>
            <a:p>
              <a:pPr marL="0" marR="0" lvl="0" indent="0" algn="ctr" defTabSz="584200" eaLnBrk="1" fontAlgn="auto" latinLnBrk="0" hangingPunct="0">
                <a:lnSpc>
                  <a:spcPct val="100000"/>
                </a:lnSpc>
                <a:spcBef>
                  <a:spcPts val="0"/>
                </a:spcBef>
                <a:spcAft>
                  <a:spcPts val="0"/>
                </a:spcAft>
                <a:buClrTx/>
                <a:buSzTx/>
                <a:buFontTx/>
                <a:buNone/>
                <a:tabLst/>
                <a:defRPr/>
              </a:pPr>
              <a:r>
                <a:rPr kumimoji="0" sz="3600" b="0" i="0" u="none" strike="noStrike" kern="0" cap="none" spc="0" normalizeH="0" baseline="0" noProof="0">
                  <a:ln>
                    <a:noFill/>
                  </a:ln>
                  <a:solidFill>
                    <a:srgbClr val="000000"/>
                  </a:solidFill>
                  <a:effectLst/>
                  <a:uLnTx/>
                  <a:uFillTx/>
                  <a:latin typeface="Courier"/>
                  <a:sym typeface="Courier"/>
                </a:rPr>
                <a:t>P1</a:t>
              </a:r>
            </a:p>
          </p:txBody>
        </p:sp>
        <p:sp>
          <p:nvSpPr>
            <p:cNvPr id="10" name="Line">
              <a:extLst>
                <a:ext uri="{FF2B5EF4-FFF2-40B4-BE49-F238E27FC236}">
                  <a16:creationId xmlns:a16="http://schemas.microsoft.com/office/drawing/2014/main" id="{E8B42802-1361-4563-AD4E-02491CF5A9DF}"/>
                </a:ext>
              </a:extLst>
            </p:cNvPr>
            <p:cNvSpPr/>
            <p:nvPr/>
          </p:nvSpPr>
          <p:spPr>
            <a:xfrm>
              <a:off x="10998200" y="6794500"/>
              <a:ext cx="609600" cy="558800"/>
            </a:xfrm>
            <a:prstGeom prst="line">
              <a:avLst/>
            </a:prstGeom>
            <a:ln w="38100">
              <a:solidFill>
                <a:srgbClr val="000000"/>
              </a:solidFill>
              <a:miter lim="400000"/>
            </a:ln>
          </p:spPr>
          <p:txBody>
            <a:bodyPr lIns="0" tIns="0" rIns="0" bIns="0"/>
            <a:lstStyle/>
            <a:p>
              <a:pPr marL="0" marR="0" lvl="0" indent="0" defTabSz="914400" eaLnBrk="1" fontAlgn="auto" latinLnBrk="0" hangingPunct="0">
                <a:lnSpc>
                  <a:spcPct val="100000"/>
                </a:lnSpc>
                <a:spcBef>
                  <a:spcPts val="0"/>
                </a:spcBef>
                <a:spcAft>
                  <a:spcPts val="0"/>
                </a:spcAft>
                <a:buClrTx/>
                <a:buSzTx/>
                <a:buFontTx/>
                <a:buNone/>
                <a:tabLst/>
                <a:defRPr sz="1200"/>
              </a:pPr>
              <a:endParaRPr kumimoji="0" sz="1200" b="0" i="0" u="none" strike="noStrike" kern="0" cap="none" spc="0" normalizeH="0" baseline="0" noProof="0">
                <a:ln>
                  <a:noFill/>
                </a:ln>
                <a:solidFill>
                  <a:srgbClr val="000000"/>
                </a:solidFill>
                <a:effectLst/>
                <a:uLnTx/>
                <a:uFillTx/>
                <a:latin typeface="Helvetica"/>
                <a:cs typeface="Helvetica"/>
                <a:sym typeface="Helvetica"/>
              </a:endParaRPr>
            </a:p>
          </p:txBody>
        </p:sp>
        <p:sp>
          <p:nvSpPr>
            <p:cNvPr id="11" name="Line">
              <a:extLst>
                <a:ext uri="{FF2B5EF4-FFF2-40B4-BE49-F238E27FC236}">
                  <a16:creationId xmlns:a16="http://schemas.microsoft.com/office/drawing/2014/main" id="{9B2FEC00-84A2-4FFF-83A7-83D95B106B71}"/>
                </a:ext>
              </a:extLst>
            </p:cNvPr>
            <p:cNvSpPr/>
            <p:nvPr/>
          </p:nvSpPr>
          <p:spPr>
            <a:xfrm>
              <a:off x="10858500" y="6070600"/>
              <a:ext cx="673100" cy="12702"/>
            </a:xfrm>
            <a:prstGeom prst="line">
              <a:avLst/>
            </a:prstGeom>
            <a:ln w="38100">
              <a:solidFill>
                <a:srgbClr val="000000"/>
              </a:solidFill>
              <a:miter lim="400000"/>
            </a:ln>
          </p:spPr>
          <p:txBody>
            <a:bodyPr lIns="0" tIns="0" rIns="0" bIns="0"/>
            <a:lstStyle/>
            <a:p>
              <a:pPr marL="0" marR="0" lvl="0" indent="0" defTabSz="914400" eaLnBrk="1" fontAlgn="auto" latinLnBrk="0" hangingPunct="0">
                <a:lnSpc>
                  <a:spcPct val="100000"/>
                </a:lnSpc>
                <a:spcBef>
                  <a:spcPts val="0"/>
                </a:spcBef>
                <a:spcAft>
                  <a:spcPts val="0"/>
                </a:spcAft>
                <a:buClrTx/>
                <a:buSzTx/>
                <a:buFontTx/>
                <a:buNone/>
                <a:tabLst/>
                <a:defRPr sz="1200"/>
              </a:pPr>
              <a:endParaRPr kumimoji="0" sz="1200" b="0" i="0" u="none" strike="noStrike" kern="0" cap="none" spc="0" normalizeH="0" baseline="0" noProof="0">
                <a:ln>
                  <a:noFill/>
                </a:ln>
                <a:solidFill>
                  <a:srgbClr val="000000"/>
                </a:solidFill>
                <a:effectLst/>
                <a:uLnTx/>
                <a:uFillTx/>
                <a:latin typeface="Helvetica"/>
                <a:cs typeface="Helvetica"/>
                <a:sym typeface="Helvetica"/>
              </a:endParaRPr>
            </a:p>
          </p:txBody>
        </p:sp>
        <p:sp>
          <p:nvSpPr>
            <p:cNvPr id="12" name="Line">
              <a:extLst>
                <a:ext uri="{FF2B5EF4-FFF2-40B4-BE49-F238E27FC236}">
                  <a16:creationId xmlns:a16="http://schemas.microsoft.com/office/drawing/2014/main" id="{6ECCE8CE-3BD5-4076-A63C-7C395E3BD5E4}"/>
                </a:ext>
              </a:extLst>
            </p:cNvPr>
            <p:cNvSpPr/>
            <p:nvPr/>
          </p:nvSpPr>
          <p:spPr>
            <a:xfrm>
              <a:off x="9944100" y="6794500"/>
              <a:ext cx="12700" cy="482600"/>
            </a:xfrm>
            <a:prstGeom prst="line">
              <a:avLst/>
            </a:prstGeom>
            <a:ln w="38100">
              <a:solidFill>
                <a:srgbClr val="000000"/>
              </a:solidFill>
              <a:miter lim="400000"/>
            </a:ln>
          </p:spPr>
          <p:txBody>
            <a:bodyPr lIns="0" tIns="0" rIns="0" bIns="0"/>
            <a:lstStyle/>
            <a:p>
              <a:pPr marL="0" marR="0" lvl="0" indent="0" defTabSz="914400" eaLnBrk="1" fontAlgn="auto" latinLnBrk="0" hangingPunct="0">
                <a:lnSpc>
                  <a:spcPct val="100000"/>
                </a:lnSpc>
                <a:spcBef>
                  <a:spcPts val="0"/>
                </a:spcBef>
                <a:spcAft>
                  <a:spcPts val="0"/>
                </a:spcAft>
                <a:buClrTx/>
                <a:buSzTx/>
                <a:buFontTx/>
                <a:buNone/>
                <a:tabLst/>
                <a:defRPr sz="1200"/>
              </a:pPr>
              <a:endParaRPr kumimoji="0" sz="1200" b="0" i="0" u="none" strike="noStrike" kern="0" cap="none" spc="0" normalizeH="0" baseline="0" noProof="0">
                <a:ln>
                  <a:noFill/>
                </a:ln>
                <a:solidFill>
                  <a:srgbClr val="000000"/>
                </a:solidFill>
                <a:effectLst/>
                <a:uLnTx/>
                <a:uFillTx/>
                <a:latin typeface="Helvetica"/>
                <a:cs typeface="Helvetica"/>
                <a:sym typeface="Helvetica"/>
              </a:endParaRPr>
            </a:p>
          </p:txBody>
        </p:sp>
        <p:sp>
          <p:nvSpPr>
            <p:cNvPr id="13" name="P8">
              <a:extLst>
                <a:ext uri="{FF2B5EF4-FFF2-40B4-BE49-F238E27FC236}">
                  <a16:creationId xmlns:a16="http://schemas.microsoft.com/office/drawing/2014/main" id="{70273070-4587-4958-9169-BC27D8C60281}"/>
                </a:ext>
              </a:extLst>
            </p:cNvPr>
            <p:cNvSpPr/>
            <p:nvPr/>
          </p:nvSpPr>
          <p:spPr>
            <a:xfrm>
              <a:off x="7289800" y="5562600"/>
              <a:ext cx="1270000" cy="1003300"/>
            </a:xfrm>
            <a:prstGeom prst="roundRect">
              <a:avLst>
                <a:gd name="adj" fmla="val 18987"/>
              </a:avLst>
            </a:prstGeom>
            <a:solidFill>
              <a:srgbClr val="D4E3FE"/>
            </a:solidFill>
            <a:ln w="25400">
              <a:solidFill>
                <a:srgbClr val="000000"/>
              </a:solidFill>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chor="ctr"/>
            <a:lstStyle>
              <a:lvl1pPr>
                <a:defRPr sz="3600">
                  <a:latin typeface="Courier"/>
                  <a:ea typeface="Courier"/>
                  <a:cs typeface="Courier"/>
                  <a:sym typeface="Courier"/>
                </a:defRPr>
              </a:lvl1pPr>
            </a:lstStyle>
            <a:p>
              <a:pPr marL="0" marR="0" lvl="0" indent="0" algn="ctr" defTabSz="584200" eaLnBrk="1" fontAlgn="auto" latinLnBrk="0" hangingPunct="0">
                <a:lnSpc>
                  <a:spcPct val="100000"/>
                </a:lnSpc>
                <a:spcBef>
                  <a:spcPts val="0"/>
                </a:spcBef>
                <a:spcAft>
                  <a:spcPts val="0"/>
                </a:spcAft>
                <a:buClrTx/>
                <a:buSzTx/>
                <a:buFontTx/>
                <a:buNone/>
                <a:tabLst/>
                <a:defRPr/>
              </a:pPr>
              <a:r>
                <a:rPr kumimoji="0" sz="3600" b="0" i="0" u="none" strike="noStrike" kern="0" cap="none" spc="0" normalizeH="0" baseline="0" noProof="0">
                  <a:ln>
                    <a:noFill/>
                  </a:ln>
                  <a:solidFill>
                    <a:srgbClr val="000000"/>
                  </a:solidFill>
                  <a:effectLst/>
                  <a:uLnTx/>
                  <a:uFillTx/>
                  <a:latin typeface="Courier"/>
                  <a:sym typeface="Courier"/>
                </a:rPr>
                <a:t>P8</a:t>
              </a:r>
            </a:p>
          </p:txBody>
        </p:sp>
        <p:sp>
          <p:nvSpPr>
            <p:cNvPr id="14" name="P6">
              <a:extLst>
                <a:ext uri="{FF2B5EF4-FFF2-40B4-BE49-F238E27FC236}">
                  <a16:creationId xmlns:a16="http://schemas.microsoft.com/office/drawing/2014/main" id="{B6DE44DC-1C5C-431F-96B5-5F8F80CA2093}"/>
                </a:ext>
              </a:extLst>
            </p:cNvPr>
            <p:cNvSpPr/>
            <p:nvPr/>
          </p:nvSpPr>
          <p:spPr>
            <a:xfrm>
              <a:off x="7289800" y="7010400"/>
              <a:ext cx="1270000" cy="1003300"/>
            </a:xfrm>
            <a:prstGeom prst="roundRect">
              <a:avLst>
                <a:gd name="adj" fmla="val 18987"/>
              </a:avLst>
            </a:prstGeom>
            <a:solidFill>
              <a:srgbClr val="D4E3FE"/>
            </a:solidFill>
            <a:ln w="25400">
              <a:solidFill>
                <a:srgbClr val="000000"/>
              </a:solidFill>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chor="ctr"/>
            <a:lstStyle>
              <a:lvl1pPr>
                <a:defRPr sz="3600">
                  <a:latin typeface="Courier"/>
                  <a:ea typeface="Courier"/>
                  <a:cs typeface="Courier"/>
                  <a:sym typeface="Courier"/>
                </a:defRPr>
              </a:lvl1pPr>
            </a:lstStyle>
            <a:p>
              <a:pPr marL="0" marR="0" lvl="0" indent="0" algn="ctr" defTabSz="584200" eaLnBrk="1" fontAlgn="auto" latinLnBrk="0" hangingPunct="0">
                <a:lnSpc>
                  <a:spcPct val="100000"/>
                </a:lnSpc>
                <a:spcBef>
                  <a:spcPts val="0"/>
                </a:spcBef>
                <a:spcAft>
                  <a:spcPts val="0"/>
                </a:spcAft>
                <a:buClrTx/>
                <a:buSzTx/>
                <a:buFontTx/>
                <a:buNone/>
                <a:tabLst/>
                <a:defRPr/>
              </a:pPr>
              <a:r>
                <a:rPr kumimoji="0" sz="3600" b="0" i="0" u="none" strike="noStrike" kern="0" cap="none" spc="0" normalizeH="0" baseline="0" noProof="0">
                  <a:ln>
                    <a:noFill/>
                  </a:ln>
                  <a:solidFill>
                    <a:srgbClr val="000000"/>
                  </a:solidFill>
                  <a:effectLst/>
                  <a:uLnTx/>
                  <a:uFillTx/>
                  <a:latin typeface="Courier"/>
                  <a:sym typeface="Courier"/>
                </a:rPr>
                <a:t>P6</a:t>
              </a:r>
            </a:p>
          </p:txBody>
        </p:sp>
        <p:sp>
          <p:nvSpPr>
            <p:cNvPr id="15" name="Line">
              <a:extLst>
                <a:ext uri="{FF2B5EF4-FFF2-40B4-BE49-F238E27FC236}">
                  <a16:creationId xmlns:a16="http://schemas.microsoft.com/office/drawing/2014/main" id="{CBCD2392-49A4-4639-AAF0-2E6866714FCE}"/>
                </a:ext>
              </a:extLst>
            </p:cNvPr>
            <p:cNvSpPr/>
            <p:nvPr/>
          </p:nvSpPr>
          <p:spPr>
            <a:xfrm>
              <a:off x="8458200" y="6007100"/>
              <a:ext cx="623466" cy="0"/>
            </a:xfrm>
            <a:prstGeom prst="line">
              <a:avLst/>
            </a:prstGeom>
            <a:ln w="38100">
              <a:solidFill>
                <a:srgbClr val="000000"/>
              </a:solidFill>
              <a:miter lim="400000"/>
            </a:ln>
          </p:spPr>
          <p:txBody>
            <a:bodyPr lIns="0" tIns="0" rIns="0" bIns="0"/>
            <a:lstStyle/>
            <a:p>
              <a:pPr marL="0" marR="0" lvl="0" indent="0" defTabSz="914400" eaLnBrk="1" fontAlgn="auto" latinLnBrk="0" hangingPunct="0">
                <a:lnSpc>
                  <a:spcPct val="100000"/>
                </a:lnSpc>
                <a:spcBef>
                  <a:spcPts val="0"/>
                </a:spcBef>
                <a:spcAft>
                  <a:spcPts val="0"/>
                </a:spcAft>
                <a:buClrTx/>
                <a:buSzTx/>
                <a:buFontTx/>
                <a:buNone/>
                <a:tabLst/>
                <a:defRPr sz="1200"/>
              </a:pPr>
              <a:endParaRPr kumimoji="0" sz="1200" b="0" i="0" u="none" strike="noStrike" kern="0" cap="none" spc="0" normalizeH="0" baseline="0" noProof="0">
                <a:ln>
                  <a:noFill/>
                </a:ln>
                <a:solidFill>
                  <a:srgbClr val="000000"/>
                </a:solidFill>
                <a:effectLst/>
                <a:uLnTx/>
                <a:uFillTx/>
                <a:latin typeface="Helvetica"/>
                <a:cs typeface="Helvetica"/>
                <a:sym typeface="Helvetica"/>
              </a:endParaRPr>
            </a:p>
          </p:txBody>
        </p:sp>
        <p:sp>
          <p:nvSpPr>
            <p:cNvPr id="16" name="Line">
              <a:extLst>
                <a:ext uri="{FF2B5EF4-FFF2-40B4-BE49-F238E27FC236}">
                  <a16:creationId xmlns:a16="http://schemas.microsoft.com/office/drawing/2014/main" id="{54211B22-7F5D-4BC2-A5E4-D4D345A90E13}"/>
                </a:ext>
              </a:extLst>
            </p:cNvPr>
            <p:cNvSpPr/>
            <p:nvPr/>
          </p:nvSpPr>
          <p:spPr>
            <a:xfrm flipH="1">
              <a:off x="8331200" y="6794500"/>
              <a:ext cx="609600" cy="469900"/>
            </a:xfrm>
            <a:prstGeom prst="line">
              <a:avLst/>
            </a:prstGeom>
            <a:ln w="38100">
              <a:solidFill>
                <a:srgbClr val="000000"/>
              </a:solidFill>
              <a:miter lim="400000"/>
            </a:ln>
          </p:spPr>
          <p:txBody>
            <a:bodyPr lIns="0" tIns="0" rIns="0" bIns="0"/>
            <a:lstStyle/>
            <a:p>
              <a:pPr marL="0" marR="0" lvl="0" indent="0" defTabSz="914400" eaLnBrk="1" fontAlgn="auto" latinLnBrk="0" hangingPunct="0">
                <a:lnSpc>
                  <a:spcPct val="100000"/>
                </a:lnSpc>
                <a:spcBef>
                  <a:spcPts val="0"/>
                </a:spcBef>
                <a:spcAft>
                  <a:spcPts val="0"/>
                </a:spcAft>
                <a:buClrTx/>
                <a:buSzTx/>
                <a:buFontTx/>
                <a:buNone/>
                <a:tabLst/>
                <a:defRPr sz="1200"/>
              </a:pPr>
              <a:endParaRPr kumimoji="0" sz="1200" b="0" i="0" u="none" strike="noStrike" kern="0" cap="none" spc="0" normalizeH="0" baseline="0" noProof="0">
                <a:ln>
                  <a:noFill/>
                </a:ln>
                <a:solidFill>
                  <a:srgbClr val="000000"/>
                </a:solidFill>
                <a:effectLst/>
                <a:uLnTx/>
                <a:uFillTx/>
                <a:latin typeface="Helvetica"/>
                <a:cs typeface="Helvetica"/>
                <a:sym typeface="Helvetica"/>
              </a:endParaRPr>
            </a:p>
          </p:txBody>
        </p:sp>
        <p:sp>
          <p:nvSpPr>
            <p:cNvPr id="17" name="Star">
              <a:extLst>
                <a:ext uri="{FF2B5EF4-FFF2-40B4-BE49-F238E27FC236}">
                  <a16:creationId xmlns:a16="http://schemas.microsoft.com/office/drawing/2014/main" id="{337DBB7D-F323-4A57-BF44-49D99790838F}"/>
                </a:ext>
              </a:extLst>
            </p:cNvPr>
            <p:cNvSpPr/>
            <p:nvPr/>
          </p:nvSpPr>
          <p:spPr>
            <a:xfrm>
              <a:off x="9667539" y="5308600"/>
              <a:ext cx="603922" cy="448003"/>
            </a:xfrm>
            <a:prstGeom prst="star5">
              <a:avLst>
                <a:gd name="adj" fmla="val 25000"/>
                <a:gd name="hf" fmla="val 105146"/>
                <a:gd name="vf" fmla="val 110557"/>
              </a:avLst>
            </a:prstGeom>
            <a:solidFill>
              <a:srgbClr val="FFE9A0"/>
            </a:solidFill>
            <a:ln w="25400">
              <a:solidFill>
                <a:srgbClr val="000000"/>
              </a:solidFill>
              <a:miter lim="400000"/>
            </a:ln>
          </p:spPr>
          <p:txBody>
            <a:bodyPr lIns="50800" tIns="50800" rIns="50800" bIns="50800"/>
            <a:lstStyle/>
            <a:p>
              <a:pPr marL="0" marR="0" lvl="0" indent="0" defTabSz="584200" eaLnBrk="1" fontAlgn="auto" latinLnBrk="0" hangingPunct="0">
                <a:lnSpc>
                  <a:spcPct val="100000"/>
                </a:lnSpc>
                <a:spcBef>
                  <a:spcPts val="0"/>
                </a:spcBef>
                <a:spcAft>
                  <a:spcPts val="0"/>
                </a:spcAft>
                <a:buClrTx/>
                <a:buSzTx/>
                <a:buFontTx/>
                <a:buNone/>
                <a:tabLst/>
                <a:defRPr sz="3600">
                  <a:latin typeface="Courier"/>
                  <a:ea typeface="Courier"/>
                  <a:cs typeface="Courier"/>
                  <a:sym typeface="Courier"/>
                </a:defRPr>
              </a:pPr>
              <a:endParaRPr kumimoji="0" sz="3600" b="0" i="0" u="none" strike="noStrike" kern="0" cap="none" spc="0" normalizeH="0" baseline="0" noProof="0">
                <a:ln>
                  <a:noFill/>
                </a:ln>
                <a:solidFill>
                  <a:srgbClr val="000000"/>
                </a:solidFill>
                <a:effectLst/>
                <a:uLnTx/>
                <a:uFillTx/>
                <a:latin typeface="Courier"/>
                <a:ea typeface="Courier"/>
                <a:cs typeface="Courier"/>
                <a:sym typeface="Courier"/>
              </a:endParaRPr>
            </a:p>
          </p:txBody>
        </p:sp>
      </p:grpSp>
    </p:spTree>
    <p:extLst>
      <p:ext uri="{BB962C8B-B14F-4D97-AF65-F5344CB8AC3E}">
        <p14:creationId xmlns:p14="http://schemas.microsoft.com/office/powerpoint/2010/main" val="565459720"/>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86DDC5-2B00-4059-BD04-D2CC9FF2EA2F}"/>
              </a:ext>
            </a:extLst>
          </p:cNvPr>
          <p:cNvSpPr>
            <a:spLocks noGrp="1"/>
          </p:cNvSpPr>
          <p:nvPr>
            <p:ph type="title"/>
          </p:nvPr>
        </p:nvSpPr>
        <p:spPr/>
        <p:txBody>
          <a:bodyPr/>
          <a:lstStyle/>
          <a:p>
            <a:r>
              <a:rPr lang="en-US"/>
              <a:t>Bully Algorithm</a:t>
            </a:r>
          </a:p>
        </p:txBody>
      </p:sp>
      <p:sp>
        <p:nvSpPr>
          <p:cNvPr id="3" name="Content Placeholder 2">
            <a:extLst>
              <a:ext uri="{FF2B5EF4-FFF2-40B4-BE49-F238E27FC236}">
                <a16:creationId xmlns:a16="http://schemas.microsoft.com/office/drawing/2014/main" id="{E754119C-BB10-466F-8CB6-A899F1ABCF4C}"/>
              </a:ext>
            </a:extLst>
          </p:cNvPr>
          <p:cNvSpPr>
            <a:spLocks noGrp="1"/>
          </p:cNvSpPr>
          <p:nvPr>
            <p:ph idx="1"/>
          </p:nvPr>
        </p:nvSpPr>
        <p:spPr>
          <a:xfrm>
            <a:off x="685800" y="2194560"/>
            <a:ext cx="6160168" cy="4024125"/>
          </a:xfrm>
        </p:spPr>
        <p:txBody>
          <a:bodyPr>
            <a:normAutofit/>
          </a:bodyPr>
          <a:lstStyle/>
          <a:p>
            <a:pPr marL="311150" indent="-311150">
              <a:defRPr sz="3800"/>
            </a:pPr>
            <a:r>
              <a:rPr lang="en-US" sz="2400"/>
              <a:t>The biggest (ID) wins</a:t>
            </a:r>
          </a:p>
          <a:p>
            <a:pPr marL="311150" indent="-311150">
              <a:defRPr sz="3800"/>
            </a:pPr>
            <a:r>
              <a:rPr lang="en-US" sz="2400"/>
              <a:t>Any process P can initiate an election</a:t>
            </a:r>
          </a:p>
          <a:p>
            <a:pPr marL="311150" indent="-311150">
              <a:defRPr sz="3800"/>
            </a:pPr>
            <a:r>
              <a:rPr lang="en-US" sz="2400"/>
              <a:t>P sends </a:t>
            </a:r>
            <a:r>
              <a:rPr lang="en-US" sz="2400" b="1">
                <a:latin typeface="Helvetica Neue"/>
                <a:ea typeface="Helvetica Neue"/>
                <a:cs typeface="Helvetica Neue"/>
                <a:sym typeface="Helvetica Neue"/>
              </a:rPr>
              <a:t>Election</a:t>
            </a:r>
            <a:r>
              <a:rPr lang="en-US" sz="2400"/>
              <a:t> messages to all process with higher Ids and awaits </a:t>
            </a:r>
            <a:r>
              <a:rPr lang="en-US" sz="2400" b="1">
                <a:latin typeface="Helvetica Neue"/>
                <a:ea typeface="Helvetica Neue"/>
                <a:cs typeface="Helvetica Neue"/>
                <a:sym typeface="Helvetica Neue"/>
              </a:rPr>
              <a:t>OK</a:t>
            </a:r>
            <a:r>
              <a:rPr lang="en-US" sz="2400"/>
              <a:t> messages</a:t>
            </a:r>
          </a:p>
          <a:p>
            <a:pPr marL="311150" indent="-311150">
              <a:defRPr sz="3800"/>
            </a:pPr>
            <a:r>
              <a:rPr lang="en-US" sz="2400"/>
              <a:t>If it receives an OK, it drops out and waits for an </a:t>
            </a:r>
            <a:r>
              <a:rPr lang="en-US" sz="2400" b="1">
                <a:latin typeface="Helvetica Neue"/>
                <a:ea typeface="Helvetica Neue"/>
                <a:cs typeface="Helvetica Neue"/>
                <a:sym typeface="Helvetica Neue"/>
              </a:rPr>
              <a:t>I won</a:t>
            </a:r>
          </a:p>
          <a:p>
            <a:pPr marL="311150" indent="-311150">
              <a:defRPr sz="3800"/>
            </a:pPr>
            <a:r>
              <a:rPr lang="en-US" sz="2400"/>
              <a:t>If a process receives an </a:t>
            </a:r>
            <a:r>
              <a:rPr lang="en-US" sz="2400" b="1">
                <a:latin typeface="Helvetica Neue"/>
                <a:ea typeface="Helvetica Neue"/>
                <a:cs typeface="Helvetica Neue"/>
                <a:sym typeface="Helvetica Neue"/>
              </a:rPr>
              <a:t>Election</a:t>
            </a:r>
            <a:r>
              <a:rPr lang="en-US" sz="2400"/>
              <a:t> msg, it returns an </a:t>
            </a:r>
            <a:r>
              <a:rPr lang="en-US" sz="2400" b="1">
                <a:latin typeface="Helvetica Neue"/>
                <a:ea typeface="Helvetica Neue"/>
                <a:cs typeface="Helvetica Neue"/>
                <a:sym typeface="Helvetica Neue"/>
              </a:rPr>
              <a:t>OK</a:t>
            </a:r>
            <a:r>
              <a:rPr lang="en-US" sz="2400"/>
              <a:t>...</a:t>
            </a:r>
          </a:p>
          <a:p>
            <a:endParaRPr lang="en-US" sz="1400"/>
          </a:p>
        </p:txBody>
      </p:sp>
      <p:sp>
        <p:nvSpPr>
          <p:cNvPr id="4" name="Footer Placeholder 3">
            <a:extLst>
              <a:ext uri="{FF2B5EF4-FFF2-40B4-BE49-F238E27FC236}">
                <a16:creationId xmlns:a16="http://schemas.microsoft.com/office/drawing/2014/main" id="{787A805B-A99B-44A1-95C0-025873D0468B}"/>
              </a:ext>
            </a:extLst>
          </p:cNvPr>
          <p:cNvSpPr>
            <a:spLocks noGrp="1"/>
          </p:cNvSpPr>
          <p:nvPr>
            <p:ph type="ftr" sz="quarter" idx="11"/>
          </p:nvPr>
        </p:nvSpPr>
        <p:spPr/>
        <p:txBody>
          <a:bodyPr/>
          <a:lstStyle/>
          <a:p>
            <a:r>
              <a:rPr lang="en-US"/>
              <a:t>Prof. Tim Wood &amp; Prof. Roozbeh Haghnazar</a:t>
            </a:r>
          </a:p>
        </p:txBody>
      </p:sp>
      <p:grpSp>
        <p:nvGrpSpPr>
          <p:cNvPr id="5" name="Group 4">
            <a:extLst>
              <a:ext uri="{FF2B5EF4-FFF2-40B4-BE49-F238E27FC236}">
                <a16:creationId xmlns:a16="http://schemas.microsoft.com/office/drawing/2014/main" id="{DC8581A8-613F-4A26-97A0-FDCF3F33D307}"/>
              </a:ext>
            </a:extLst>
          </p:cNvPr>
          <p:cNvGrpSpPr/>
          <p:nvPr/>
        </p:nvGrpSpPr>
        <p:grpSpPr>
          <a:xfrm>
            <a:off x="7928804" y="627365"/>
            <a:ext cx="3678986" cy="5735832"/>
            <a:chOff x="8064500" y="2222500"/>
            <a:chExt cx="4406900" cy="6870700"/>
          </a:xfrm>
        </p:grpSpPr>
        <p:sp>
          <p:nvSpPr>
            <p:cNvPr id="6" name="P4">
              <a:extLst>
                <a:ext uri="{FF2B5EF4-FFF2-40B4-BE49-F238E27FC236}">
                  <a16:creationId xmlns:a16="http://schemas.microsoft.com/office/drawing/2014/main" id="{FC56E2B7-28BB-4828-B6D8-D8BA7DB29251}"/>
                </a:ext>
              </a:extLst>
            </p:cNvPr>
            <p:cNvSpPr/>
            <p:nvPr/>
          </p:nvSpPr>
          <p:spPr>
            <a:xfrm>
              <a:off x="10909300" y="8089900"/>
              <a:ext cx="1270000" cy="1003300"/>
            </a:xfrm>
            <a:prstGeom prst="roundRect">
              <a:avLst>
                <a:gd name="adj" fmla="val 18987"/>
              </a:avLst>
            </a:prstGeom>
            <a:solidFill>
              <a:srgbClr val="B51A00"/>
            </a:solidFill>
            <a:ln w="25400">
              <a:solidFill>
                <a:srgbClr val="000000"/>
              </a:solidFill>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chor="ctr"/>
            <a:lstStyle>
              <a:lvl1pPr>
                <a:defRPr sz="3600">
                  <a:latin typeface="Courier"/>
                  <a:ea typeface="Courier"/>
                  <a:cs typeface="Courier"/>
                  <a:sym typeface="Courier"/>
                </a:defRPr>
              </a:lvl1pPr>
            </a:lstStyle>
            <a:p>
              <a:pPr marL="0" marR="0" lvl="0" indent="0" algn="ctr" defTabSz="584200" eaLnBrk="1" fontAlgn="auto" latinLnBrk="0" hangingPunct="0">
                <a:lnSpc>
                  <a:spcPct val="100000"/>
                </a:lnSpc>
                <a:spcBef>
                  <a:spcPts val="0"/>
                </a:spcBef>
                <a:spcAft>
                  <a:spcPts val="0"/>
                </a:spcAft>
                <a:buClrTx/>
                <a:buSzTx/>
                <a:buFontTx/>
                <a:buNone/>
                <a:tabLst/>
                <a:defRPr/>
              </a:pPr>
              <a:r>
                <a:rPr kumimoji="0" sz="3600" b="0" i="0" u="none" strike="noStrike" kern="0" cap="none" spc="0" normalizeH="0" baseline="0" noProof="0">
                  <a:ln>
                    <a:noFill/>
                  </a:ln>
                  <a:solidFill>
                    <a:srgbClr val="000000"/>
                  </a:solidFill>
                  <a:effectLst/>
                  <a:uLnTx/>
                  <a:uFillTx/>
                  <a:latin typeface="Courier"/>
                  <a:sym typeface="Courier"/>
                </a:rPr>
                <a:t>P4</a:t>
              </a:r>
            </a:p>
          </p:txBody>
        </p:sp>
        <p:sp>
          <p:nvSpPr>
            <p:cNvPr id="7" name="P2">
              <a:extLst>
                <a:ext uri="{FF2B5EF4-FFF2-40B4-BE49-F238E27FC236}">
                  <a16:creationId xmlns:a16="http://schemas.microsoft.com/office/drawing/2014/main" id="{D27BCF0A-D47F-44FB-85DB-E1CF285DEAB9}"/>
                </a:ext>
              </a:extLst>
            </p:cNvPr>
            <p:cNvSpPr/>
            <p:nvPr/>
          </p:nvSpPr>
          <p:spPr>
            <a:xfrm>
              <a:off x="11201400" y="4152900"/>
              <a:ext cx="1270000" cy="1003300"/>
            </a:xfrm>
            <a:prstGeom prst="roundRect">
              <a:avLst>
                <a:gd name="adj" fmla="val 18987"/>
              </a:avLst>
            </a:prstGeom>
            <a:solidFill>
              <a:srgbClr val="D4E3FE"/>
            </a:solidFill>
            <a:ln w="25400">
              <a:solidFill>
                <a:srgbClr val="000000"/>
              </a:solidFill>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chor="ctr"/>
            <a:lstStyle>
              <a:lvl1pPr>
                <a:defRPr sz="3600">
                  <a:latin typeface="Courier"/>
                  <a:ea typeface="Courier"/>
                  <a:cs typeface="Courier"/>
                  <a:sym typeface="Courier"/>
                </a:defRPr>
              </a:lvl1pPr>
            </a:lstStyle>
            <a:p>
              <a:pPr marL="0" marR="0" lvl="0" indent="0" algn="ctr" defTabSz="584200" eaLnBrk="1" fontAlgn="auto" latinLnBrk="0" hangingPunct="0">
                <a:lnSpc>
                  <a:spcPct val="100000"/>
                </a:lnSpc>
                <a:spcBef>
                  <a:spcPts val="0"/>
                </a:spcBef>
                <a:spcAft>
                  <a:spcPts val="0"/>
                </a:spcAft>
                <a:buClrTx/>
                <a:buSzTx/>
                <a:buFontTx/>
                <a:buNone/>
                <a:tabLst/>
                <a:defRPr/>
              </a:pPr>
              <a:r>
                <a:rPr kumimoji="0" sz="3600" b="0" i="0" u="none" strike="noStrike" kern="0" cap="none" spc="0" normalizeH="0" baseline="0" noProof="0">
                  <a:ln>
                    <a:noFill/>
                  </a:ln>
                  <a:solidFill>
                    <a:srgbClr val="000000"/>
                  </a:solidFill>
                  <a:effectLst/>
                  <a:uLnTx/>
                  <a:uFillTx/>
                  <a:latin typeface="Courier"/>
                  <a:sym typeface="Courier"/>
                </a:rPr>
                <a:t>P2</a:t>
              </a:r>
            </a:p>
          </p:txBody>
        </p:sp>
        <p:sp>
          <p:nvSpPr>
            <p:cNvPr id="8" name="P3">
              <a:extLst>
                <a:ext uri="{FF2B5EF4-FFF2-40B4-BE49-F238E27FC236}">
                  <a16:creationId xmlns:a16="http://schemas.microsoft.com/office/drawing/2014/main" id="{B903BBC3-B154-4C35-8B3E-EF4CDEC62ACC}"/>
                </a:ext>
              </a:extLst>
            </p:cNvPr>
            <p:cNvSpPr/>
            <p:nvPr/>
          </p:nvSpPr>
          <p:spPr>
            <a:xfrm>
              <a:off x="11201400" y="6159500"/>
              <a:ext cx="1270000" cy="1003300"/>
            </a:xfrm>
            <a:prstGeom prst="roundRect">
              <a:avLst>
                <a:gd name="adj" fmla="val 18987"/>
              </a:avLst>
            </a:prstGeom>
            <a:solidFill>
              <a:srgbClr val="D4E3FE"/>
            </a:solidFill>
            <a:ln w="25400">
              <a:solidFill>
                <a:srgbClr val="000000"/>
              </a:solidFill>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chor="ctr"/>
            <a:lstStyle>
              <a:lvl1pPr>
                <a:defRPr sz="3600">
                  <a:latin typeface="Courier"/>
                  <a:ea typeface="Courier"/>
                  <a:cs typeface="Courier"/>
                  <a:sym typeface="Courier"/>
                </a:defRPr>
              </a:lvl1pPr>
            </a:lstStyle>
            <a:p>
              <a:pPr marL="0" marR="0" lvl="0" indent="0" algn="ctr" defTabSz="584200" eaLnBrk="1" fontAlgn="auto" latinLnBrk="0" hangingPunct="0">
                <a:lnSpc>
                  <a:spcPct val="100000"/>
                </a:lnSpc>
                <a:spcBef>
                  <a:spcPts val="0"/>
                </a:spcBef>
                <a:spcAft>
                  <a:spcPts val="0"/>
                </a:spcAft>
                <a:buClrTx/>
                <a:buSzTx/>
                <a:buFontTx/>
                <a:buNone/>
                <a:tabLst/>
                <a:defRPr/>
              </a:pPr>
              <a:r>
                <a:rPr kumimoji="0" sz="3600" b="0" i="0" u="none" strike="noStrike" kern="0" cap="none" spc="0" normalizeH="0" baseline="0" noProof="0">
                  <a:ln>
                    <a:noFill/>
                  </a:ln>
                  <a:solidFill>
                    <a:srgbClr val="000000"/>
                  </a:solidFill>
                  <a:effectLst/>
                  <a:uLnTx/>
                  <a:uFillTx/>
                  <a:latin typeface="Courier"/>
                  <a:sym typeface="Courier"/>
                </a:rPr>
                <a:t>P3</a:t>
              </a:r>
            </a:p>
          </p:txBody>
        </p:sp>
        <p:sp>
          <p:nvSpPr>
            <p:cNvPr id="9" name="P1">
              <a:extLst>
                <a:ext uri="{FF2B5EF4-FFF2-40B4-BE49-F238E27FC236}">
                  <a16:creationId xmlns:a16="http://schemas.microsoft.com/office/drawing/2014/main" id="{EA00FF82-C66F-4FBE-821D-84A2E974FA2E}"/>
                </a:ext>
              </a:extLst>
            </p:cNvPr>
            <p:cNvSpPr/>
            <p:nvPr/>
          </p:nvSpPr>
          <p:spPr>
            <a:xfrm>
              <a:off x="10655300" y="2222500"/>
              <a:ext cx="1270000" cy="1003300"/>
            </a:xfrm>
            <a:prstGeom prst="roundRect">
              <a:avLst>
                <a:gd name="adj" fmla="val 18987"/>
              </a:avLst>
            </a:prstGeom>
            <a:solidFill>
              <a:srgbClr val="D4E3FE"/>
            </a:solidFill>
            <a:ln w="25400">
              <a:solidFill>
                <a:srgbClr val="000000"/>
              </a:solidFill>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chor="ctr"/>
            <a:lstStyle>
              <a:lvl1pPr>
                <a:defRPr sz="3600">
                  <a:latin typeface="Courier"/>
                  <a:ea typeface="Courier"/>
                  <a:cs typeface="Courier"/>
                  <a:sym typeface="Courier"/>
                </a:defRPr>
              </a:lvl1pPr>
            </a:lstStyle>
            <a:p>
              <a:pPr marL="0" marR="0" lvl="0" indent="0" algn="ctr" defTabSz="584200" eaLnBrk="1" fontAlgn="auto" latinLnBrk="0" hangingPunct="0">
                <a:lnSpc>
                  <a:spcPct val="100000"/>
                </a:lnSpc>
                <a:spcBef>
                  <a:spcPts val="0"/>
                </a:spcBef>
                <a:spcAft>
                  <a:spcPts val="0"/>
                </a:spcAft>
                <a:buClrTx/>
                <a:buSzTx/>
                <a:buFontTx/>
                <a:buNone/>
                <a:tabLst/>
                <a:defRPr/>
              </a:pPr>
              <a:r>
                <a:rPr kumimoji="0" sz="3600" b="0" i="0" u="none" strike="noStrike" kern="0" cap="none" spc="0" normalizeH="0" baseline="0" noProof="0">
                  <a:ln>
                    <a:noFill/>
                  </a:ln>
                  <a:solidFill>
                    <a:srgbClr val="000000"/>
                  </a:solidFill>
                  <a:effectLst/>
                  <a:uLnTx/>
                  <a:uFillTx/>
                  <a:latin typeface="Courier"/>
                  <a:sym typeface="Courier"/>
                </a:rPr>
                <a:t>P1</a:t>
              </a:r>
            </a:p>
          </p:txBody>
        </p:sp>
        <p:sp>
          <p:nvSpPr>
            <p:cNvPr id="10" name="P8">
              <a:extLst>
                <a:ext uri="{FF2B5EF4-FFF2-40B4-BE49-F238E27FC236}">
                  <a16:creationId xmlns:a16="http://schemas.microsoft.com/office/drawing/2014/main" id="{0A6D3151-21BA-40B3-AD02-8C2C5BCF164F}"/>
                </a:ext>
              </a:extLst>
            </p:cNvPr>
            <p:cNvSpPr/>
            <p:nvPr/>
          </p:nvSpPr>
          <p:spPr>
            <a:xfrm>
              <a:off x="8216900" y="2222500"/>
              <a:ext cx="1270000" cy="1003300"/>
            </a:xfrm>
            <a:prstGeom prst="roundRect">
              <a:avLst>
                <a:gd name="adj" fmla="val 18987"/>
              </a:avLst>
            </a:prstGeom>
            <a:solidFill>
              <a:srgbClr val="D4E3FE"/>
            </a:solidFill>
            <a:ln w="25400">
              <a:solidFill>
                <a:srgbClr val="000000"/>
              </a:solidFill>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chor="ctr"/>
            <a:lstStyle>
              <a:lvl1pPr>
                <a:defRPr sz="3600">
                  <a:latin typeface="Courier"/>
                  <a:ea typeface="Courier"/>
                  <a:cs typeface="Courier"/>
                  <a:sym typeface="Courier"/>
                </a:defRPr>
              </a:lvl1pPr>
            </a:lstStyle>
            <a:p>
              <a:pPr marL="0" marR="0" lvl="0" indent="0" algn="ctr" defTabSz="584200" eaLnBrk="1" fontAlgn="auto" latinLnBrk="0" hangingPunct="0">
                <a:lnSpc>
                  <a:spcPct val="100000"/>
                </a:lnSpc>
                <a:spcBef>
                  <a:spcPts val="0"/>
                </a:spcBef>
                <a:spcAft>
                  <a:spcPts val="0"/>
                </a:spcAft>
                <a:buClrTx/>
                <a:buSzTx/>
                <a:buFontTx/>
                <a:buNone/>
                <a:tabLst/>
                <a:defRPr/>
              </a:pPr>
              <a:r>
                <a:rPr kumimoji="0" sz="3600" b="0" i="0" u="none" strike="noStrike" kern="0" cap="none" spc="0" normalizeH="0" baseline="0" noProof="0">
                  <a:ln>
                    <a:noFill/>
                  </a:ln>
                  <a:solidFill>
                    <a:srgbClr val="000000"/>
                  </a:solidFill>
                  <a:effectLst/>
                  <a:uLnTx/>
                  <a:uFillTx/>
                  <a:latin typeface="Courier"/>
                  <a:sym typeface="Courier"/>
                </a:rPr>
                <a:t>P8</a:t>
              </a:r>
            </a:p>
          </p:txBody>
        </p:sp>
        <p:sp>
          <p:nvSpPr>
            <p:cNvPr id="11" name="P6">
              <a:extLst>
                <a:ext uri="{FF2B5EF4-FFF2-40B4-BE49-F238E27FC236}">
                  <a16:creationId xmlns:a16="http://schemas.microsoft.com/office/drawing/2014/main" id="{1933BE39-32D8-4907-AE0D-471D560943A4}"/>
                </a:ext>
              </a:extLst>
            </p:cNvPr>
            <p:cNvSpPr/>
            <p:nvPr/>
          </p:nvSpPr>
          <p:spPr>
            <a:xfrm>
              <a:off x="8064500" y="6159500"/>
              <a:ext cx="1270000" cy="1003300"/>
            </a:xfrm>
            <a:prstGeom prst="roundRect">
              <a:avLst>
                <a:gd name="adj" fmla="val 18987"/>
              </a:avLst>
            </a:prstGeom>
            <a:solidFill>
              <a:srgbClr val="D4E3FE"/>
            </a:solidFill>
            <a:ln w="25400">
              <a:solidFill>
                <a:srgbClr val="000000"/>
              </a:solidFill>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chor="ctr"/>
            <a:lstStyle>
              <a:lvl1pPr>
                <a:defRPr sz="3600">
                  <a:latin typeface="Courier"/>
                  <a:ea typeface="Courier"/>
                  <a:cs typeface="Courier"/>
                  <a:sym typeface="Courier"/>
                </a:defRPr>
              </a:lvl1pPr>
            </a:lstStyle>
            <a:p>
              <a:pPr marL="0" marR="0" lvl="0" indent="0" algn="ctr" defTabSz="584200" eaLnBrk="1" fontAlgn="auto" latinLnBrk="0" hangingPunct="0">
                <a:lnSpc>
                  <a:spcPct val="100000"/>
                </a:lnSpc>
                <a:spcBef>
                  <a:spcPts val="0"/>
                </a:spcBef>
                <a:spcAft>
                  <a:spcPts val="0"/>
                </a:spcAft>
                <a:buClrTx/>
                <a:buSzTx/>
                <a:buFontTx/>
                <a:buNone/>
                <a:tabLst/>
                <a:defRPr/>
              </a:pPr>
              <a:r>
                <a:rPr kumimoji="0" sz="3600" b="0" i="0" u="none" strike="noStrike" kern="0" cap="none" spc="0" normalizeH="0" baseline="0" noProof="0">
                  <a:ln>
                    <a:noFill/>
                  </a:ln>
                  <a:solidFill>
                    <a:srgbClr val="000000"/>
                  </a:solidFill>
                  <a:effectLst/>
                  <a:uLnTx/>
                  <a:uFillTx/>
                  <a:latin typeface="Courier"/>
                  <a:sym typeface="Courier"/>
                </a:rPr>
                <a:t>P6</a:t>
              </a:r>
            </a:p>
          </p:txBody>
        </p:sp>
        <p:sp>
          <p:nvSpPr>
            <p:cNvPr id="12" name="P5">
              <a:extLst>
                <a:ext uri="{FF2B5EF4-FFF2-40B4-BE49-F238E27FC236}">
                  <a16:creationId xmlns:a16="http://schemas.microsoft.com/office/drawing/2014/main" id="{AB106B65-4BAF-4D56-94CC-6F7D10F1F5B4}"/>
                </a:ext>
              </a:extLst>
            </p:cNvPr>
            <p:cNvSpPr/>
            <p:nvPr/>
          </p:nvSpPr>
          <p:spPr>
            <a:xfrm>
              <a:off x="8610600" y="8089900"/>
              <a:ext cx="1270000" cy="1003300"/>
            </a:xfrm>
            <a:prstGeom prst="roundRect">
              <a:avLst>
                <a:gd name="adj" fmla="val 18987"/>
              </a:avLst>
            </a:prstGeom>
            <a:solidFill>
              <a:srgbClr val="B51A00"/>
            </a:solidFill>
            <a:ln w="25400">
              <a:solidFill>
                <a:srgbClr val="000000"/>
              </a:solidFill>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chor="ctr"/>
            <a:lstStyle>
              <a:lvl1pPr>
                <a:defRPr sz="3600">
                  <a:latin typeface="Courier"/>
                  <a:ea typeface="Courier"/>
                  <a:cs typeface="Courier"/>
                  <a:sym typeface="Courier"/>
                </a:defRPr>
              </a:lvl1pPr>
            </a:lstStyle>
            <a:p>
              <a:pPr marL="0" marR="0" lvl="0" indent="0" algn="ctr" defTabSz="584200" eaLnBrk="1" fontAlgn="auto" latinLnBrk="0" hangingPunct="0">
                <a:lnSpc>
                  <a:spcPct val="100000"/>
                </a:lnSpc>
                <a:spcBef>
                  <a:spcPts val="0"/>
                </a:spcBef>
                <a:spcAft>
                  <a:spcPts val="0"/>
                </a:spcAft>
                <a:buClrTx/>
                <a:buSzTx/>
                <a:buFontTx/>
                <a:buNone/>
                <a:tabLst/>
                <a:defRPr/>
              </a:pPr>
              <a:r>
                <a:rPr kumimoji="0" sz="3600" b="0" i="0" u="none" strike="noStrike" kern="0" cap="none" spc="0" normalizeH="0" baseline="0" noProof="0">
                  <a:ln>
                    <a:noFill/>
                  </a:ln>
                  <a:solidFill>
                    <a:srgbClr val="000000"/>
                  </a:solidFill>
                  <a:effectLst/>
                  <a:uLnTx/>
                  <a:uFillTx/>
                  <a:latin typeface="Courier"/>
                  <a:sym typeface="Courier"/>
                </a:rPr>
                <a:t>P5</a:t>
              </a:r>
            </a:p>
          </p:txBody>
        </p:sp>
        <p:sp>
          <p:nvSpPr>
            <p:cNvPr id="13" name="P7">
              <a:extLst>
                <a:ext uri="{FF2B5EF4-FFF2-40B4-BE49-F238E27FC236}">
                  <a16:creationId xmlns:a16="http://schemas.microsoft.com/office/drawing/2014/main" id="{C7EF1358-60AB-4559-8DD3-709F52CEC4E7}"/>
                </a:ext>
              </a:extLst>
            </p:cNvPr>
            <p:cNvSpPr/>
            <p:nvPr/>
          </p:nvSpPr>
          <p:spPr>
            <a:xfrm>
              <a:off x="8064500" y="4152900"/>
              <a:ext cx="1270000" cy="1003300"/>
            </a:xfrm>
            <a:prstGeom prst="roundRect">
              <a:avLst>
                <a:gd name="adj" fmla="val 18987"/>
              </a:avLst>
            </a:prstGeom>
            <a:solidFill>
              <a:srgbClr val="B51A00"/>
            </a:solidFill>
            <a:ln w="25400">
              <a:solidFill>
                <a:srgbClr val="000000"/>
              </a:solidFill>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chor="ctr"/>
            <a:lstStyle>
              <a:lvl1pPr>
                <a:defRPr sz="3600">
                  <a:latin typeface="Courier"/>
                  <a:ea typeface="Courier"/>
                  <a:cs typeface="Courier"/>
                  <a:sym typeface="Courier"/>
                </a:defRPr>
              </a:lvl1pPr>
            </a:lstStyle>
            <a:p>
              <a:pPr marL="0" marR="0" lvl="0" indent="0" algn="ctr" defTabSz="584200" eaLnBrk="1" fontAlgn="auto" latinLnBrk="0" hangingPunct="0">
                <a:lnSpc>
                  <a:spcPct val="100000"/>
                </a:lnSpc>
                <a:spcBef>
                  <a:spcPts val="0"/>
                </a:spcBef>
                <a:spcAft>
                  <a:spcPts val="0"/>
                </a:spcAft>
                <a:buClrTx/>
                <a:buSzTx/>
                <a:buFontTx/>
                <a:buNone/>
                <a:tabLst/>
                <a:defRPr/>
              </a:pPr>
              <a:r>
                <a:rPr kumimoji="0" sz="3600" b="0" i="0" u="none" strike="noStrike" kern="0" cap="none" spc="0" normalizeH="0" baseline="0" noProof="0">
                  <a:ln>
                    <a:noFill/>
                  </a:ln>
                  <a:solidFill>
                    <a:srgbClr val="000000"/>
                  </a:solidFill>
                  <a:effectLst/>
                  <a:uLnTx/>
                  <a:uFillTx/>
                  <a:latin typeface="Courier"/>
                  <a:sym typeface="Courier"/>
                </a:rPr>
                <a:t>P7</a:t>
              </a:r>
            </a:p>
          </p:txBody>
        </p:sp>
        <p:sp>
          <p:nvSpPr>
            <p:cNvPr id="14" name="Line">
              <a:extLst>
                <a:ext uri="{FF2B5EF4-FFF2-40B4-BE49-F238E27FC236}">
                  <a16:creationId xmlns:a16="http://schemas.microsoft.com/office/drawing/2014/main" id="{B715F37F-A205-451E-8814-EFB25629A38E}"/>
                </a:ext>
              </a:extLst>
            </p:cNvPr>
            <p:cNvSpPr/>
            <p:nvPr/>
          </p:nvSpPr>
          <p:spPr>
            <a:xfrm flipH="1" flipV="1">
              <a:off x="9334500" y="6591296"/>
              <a:ext cx="1866900" cy="25405"/>
            </a:xfrm>
            <a:prstGeom prst="line">
              <a:avLst/>
            </a:prstGeom>
            <a:ln w="38100">
              <a:solidFill>
                <a:srgbClr val="000000"/>
              </a:solidFill>
              <a:miter lim="400000"/>
              <a:tailEnd type="stealth"/>
            </a:ln>
          </p:spPr>
          <p:txBody>
            <a:bodyPr lIns="0" tIns="0" rIns="0" bIns="0"/>
            <a:lstStyle/>
            <a:p>
              <a:pPr marL="0" marR="0" lvl="0" indent="0" defTabSz="914400" eaLnBrk="1" fontAlgn="auto" latinLnBrk="0" hangingPunct="0">
                <a:lnSpc>
                  <a:spcPct val="100000"/>
                </a:lnSpc>
                <a:spcBef>
                  <a:spcPts val="0"/>
                </a:spcBef>
                <a:spcAft>
                  <a:spcPts val="0"/>
                </a:spcAft>
                <a:buClrTx/>
                <a:buSzTx/>
                <a:buFontTx/>
                <a:buNone/>
                <a:tabLst/>
                <a:defRPr sz="1200"/>
              </a:pPr>
              <a:endParaRPr kumimoji="0" sz="1200" b="0" i="0" u="none" strike="noStrike" kern="0" cap="none" spc="0" normalizeH="0" baseline="0" noProof="0">
                <a:ln>
                  <a:noFill/>
                </a:ln>
                <a:solidFill>
                  <a:srgbClr val="000000"/>
                </a:solidFill>
                <a:effectLst/>
                <a:uLnTx/>
                <a:uFillTx/>
                <a:latin typeface="Helvetica"/>
                <a:cs typeface="Helvetica"/>
                <a:sym typeface="Helvetica"/>
              </a:endParaRPr>
            </a:p>
          </p:txBody>
        </p:sp>
        <p:sp>
          <p:nvSpPr>
            <p:cNvPr id="15" name="Line">
              <a:extLst>
                <a:ext uri="{FF2B5EF4-FFF2-40B4-BE49-F238E27FC236}">
                  <a16:creationId xmlns:a16="http://schemas.microsoft.com/office/drawing/2014/main" id="{871A5599-B30C-4EBE-B41D-22E5E3AB16F4}"/>
                </a:ext>
              </a:extLst>
            </p:cNvPr>
            <p:cNvSpPr/>
            <p:nvPr/>
          </p:nvSpPr>
          <p:spPr>
            <a:xfrm flipH="1" flipV="1">
              <a:off x="9309100" y="4902199"/>
              <a:ext cx="1892300" cy="1587505"/>
            </a:xfrm>
            <a:prstGeom prst="line">
              <a:avLst/>
            </a:prstGeom>
            <a:ln w="38100">
              <a:solidFill>
                <a:srgbClr val="000000"/>
              </a:solidFill>
              <a:custDash>
                <a:ds d="200000" sp="200000"/>
              </a:custDash>
              <a:miter lim="400000"/>
              <a:tailEnd type="stealth"/>
            </a:ln>
          </p:spPr>
          <p:txBody>
            <a:bodyPr lIns="0" tIns="0" rIns="0" bIns="0"/>
            <a:lstStyle/>
            <a:p>
              <a:pPr marL="0" marR="0" lvl="0" indent="0" defTabSz="914400" eaLnBrk="1" fontAlgn="auto" latinLnBrk="0" hangingPunct="0">
                <a:lnSpc>
                  <a:spcPct val="100000"/>
                </a:lnSpc>
                <a:spcBef>
                  <a:spcPts val="0"/>
                </a:spcBef>
                <a:spcAft>
                  <a:spcPts val="0"/>
                </a:spcAft>
                <a:buClrTx/>
                <a:buSzTx/>
                <a:buFontTx/>
                <a:buNone/>
                <a:tabLst/>
                <a:defRPr sz="1200"/>
              </a:pPr>
              <a:endParaRPr kumimoji="0" sz="1200" b="0" i="0" u="none" strike="noStrike" kern="0" cap="none" spc="0" normalizeH="0" baseline="0" noProof="0">
                <a:ln>
                  <a:noFill/>
                </a:ln>
                <a:solidFill>
                  <a:srgbClr val="000000"/>
                </a:solidFill>
                <a:effectLst/>
                <a:uLnTx/>
                <a:uFillTx/>
                <a:latin typeface="Helvetica"/>
                <a:cs typeface="Helvetica"/>
                <a:sym typeface="Helvetica"/>
              </a:endParaRPr>
            </a:p>
          </p:txBody>
        </p:sp>
        <p:sp>
          <p:nvSpPr>
            <p:cNvPr id="16" name="Line">
              <a:extLst>
                <a:ext uri="{FF2B5EF4-FFF2-40B4-BE49-F238E27FC236}">
                  <a16:creationId xmlns:a16="http://schemas.microsoft.com/office/drawing/2014/main" id="{C57A63BE-1658-4941-9182-7792E5A5F025}"/>
                </a:ext>
              </a:extLst>
            </p:cNvPr>
            <p:cNvSpPr/>
            <p:nvPr/>
          </p:nvSpPr>
          <p:spPr>
            <a:xfrm flipH="1" flipV="1">
              <a:off x="9309100" y="3225799"/>
              <a:ext cx="2032000" cy="2946405"/>
            </a:xfrm>
            <a:prstGeom prst="line">
              <a:avLst/>
            </a:prstGeom>
            <a:ln w="38100">
              <a:solidFill>
                <a:srgbClr val="000000"/>
              </a:solidFill>
              <a:miter lim="400000"/>
              <a:tailEnd type="stealth"/>
            </a:ln>
          </p:spPr>
          <p:txBody>
            <a:bodyPr lIns="0" tIns="0" rIns="0" bIns="0"/>
            <a:lstStyle/>
            <a:p>
              <a:pPr marL="0" marR="0" lvl="0" indent="0" defTabSz="914400" eaLnBrk="1" fontAlgn="auto" latinLnBrk="0" hangingPunct="0">
                <a:lnSpc>
                  <a:spcPct val="100000"/>
                </a:lnSpc>
                <a:spcBef>
                  <a:spcPts val="0"/>
                </a:spcBef>
                <a:spcAft>
                  <a:spcPts val="0"/>
                </a:spcAft>
                <a:buClrTx/>
                <a:buSzTx/>
                <a:buFontTx/>
                <a:buNone/>
                <a:tabLst/>
                <a:defRPr sz="1200"/>
              </a:pPr>
              <a:endParaRPr kumimoji="0" sz="1200" b="0" i="0" u="none" strike="noStrike" kern="0" cap="none" spc="0" normalizeH="0" baseline="0" noProof="0">
                <a:ln>
                  <a:noFill/>
                </a:ln>
                <a:solidFill>
                  <a:srgbClr val="000000"/>
                </a:solidFill>
                <a:effectLst/>
                <a:uLnTx/>
                <a:uFillTx/>
                <a:latin typeface="Helvetica"/>
                <a:cs typeface="Helvetica"/>
                <a:sym typeface="Helvetica"/>
              </a:endParaRPr>
            </a:p>
          </p:txBody>
        </p:sp>
        <p:sp>
          <p:nvSpPr>
            <p:cNvPr id="17" name="Line">
              <a:extLst>
                <a:ext uri="{FF2B5EF4-FFF2-40B4-BE49-F238E27FC236}">
                  <a16:creationId xmlns:a16="http://schemas.microsoft.com/office/drawing/2014/main" id="{D92B1CB5-F5C6-454B-9C5B-EBA6D50285C3}"/>
                </a:ext>
              </a:extLst>
            </p:cNvPr>
            <p:cNvSpPr/>
            <p:nvPr/>
          </p:nvSpPr>
          <p:spPr>
            <a:xfrm flipH="1">
              <a:off x="9740900" y="6934203"/>
              <a:ext cx="1460500" cy="1130298"/>
            </a:xfrm>
            <a:prstGeom prst="line">
              <a:avLst/>
            </a:prstGeom>
            <a:ln w="38100">
              <a:solidFill>
                <a:srgbClr val="000000"/>
              </a:solidFill>
              <a:custDash>
                <a:ds d="200000" sp="200000"/>
              </a:custDash>
              <a:miter lim="400000"/>
              <a:tailEnd type="stealth"/>
            </a:ln>
          </p:spPr>
          <p:txBody>
            <a:bodyPr lIns="0" tIns="0" rIns="0" bIns="0"/>
            <a:lstStyle/>
            <a:p>
              <a:pPr marL="0" marR="0" lvl="0" indent="0" defTabSz="914400" eaLnBrk="1" fontAlgn="auto" latinLnBrk="0" hangingPunct="0">
                <a:lnSpc>
                  <a:spcPct val="100000"/>
                </a:lnSpc>
                <a:spcBef>
                  <a:spcPts val="0"/>
                </a:spcBef>
                <a:spcAft>
                  <a:spcPts val="0"/>
                </a:spcAft>
                <a:buClrTx/>
                <a:buSzTx/>
                <a:buFontTx/>
                <a:buNone/>
                <a:tabLst/>
                <a:defRPr sz="1200"/>
              </a:pPr>
              <a:endParaRPr kumimoji="0" sz="1200" b="0" i="0" u="none" strike="noStrike" kern="0" cap="none" spc="0" normalizeH="0" baseline="0" noProof="0">
                <a:ln>
                  <a:noFill/>
                </a:ln>
                <a:solidFill>
                  <a:srgbClr val="000000"/>
                </a:solidFill>
                <a:effectLst/>
                <a:uLnTx/>
                <a:uFillTx/>
                <a:latin typeface="Helvetica"/>
                <a:cs typeface="Helvetica"/>
                <a:sym typeface="Helvetica"/>
              </a:endParaRPr>
            </a:p>
          </p:txBody>
        </p:sp>
        <p:sp>
          <p:nvSpPr>
            <p:cNvPr id="18" name="Line">
              <a:extLst>
                <a:ext uri="{FF2B5EF4-FFF2-40B4-BE49-F238E27FC236}">
                  <a16:creationId xmlns:a16="http://schemas.microsoft.com/office/drawing/2014/main" id="{384F22AE-930D-4EC1-AAAC-85ED188F5B3F}"/>
                </a:ext>
              </a:extLst>
            </p:cNvPr>
            <p:cNvSpPr/>
            <p:nvPr/>
          </p:nvSpPr>
          <p:spPr>
            <a:xfrm flipH="1">
              <a:off x="11480800" y="7200903"/>
              <a:ext cx="279401" cy="901697"/>
            </a:xfrm>
            <a:prstGeom prst="line">
              <a:avLst/>
            </a:prstGeom>
            <a:ln w="38100">
              <a:solidFill>
                <a:srgbClr val="000000"/>
              </a:solidFill>
              <a:custDash>
                <a:ds d="200000" sp="200000"/>
              </a:custDash>
              <a:miter lim="400000"/>
              <a:tailEnd type="stealth"/>
            </a:ln>
          </p:spPr>
          <p:txBody>
            <a:bodyPr lIns="0" tIns="0" rIns="0" bIns="0"/>
            <a:lstStyle/>
            <a:p>
              <a:pPr marL="0" marR="0" lvl="0" indent="0" defTabSz="914400" eaLnBrk="1" fontAlgn="auto" latinLnBrk="0" hangingPunct="0">
                <a:lnSpc>
                  <a:spcPct val="100000"/>
                </a:lnSpc>
                <a:spcBef>
                  <a:spcPts val="0"/>
                </a:spcBef>
                <a:spcAft>
                  <a:spcPts val="0"/>
                </a:spcAft>
                <a:buClrTx/>
                <a:buSzTx/>
                <a:buFontTx/>
                <a:buNone/>
                <a:tabLst/>
                <a:defRPr sz="1200"/>
              </a:pPr>
              <a:endParaRPr kumimoji="0" sz="1200" b="0" i="0" u="none" strike="noStrike" kern="0" cap="none" spc="0" normalizeH="0" baseline="0" noProof="0">
                <a:ln>
                  <a:noFill/>
                </a:ln>
                <a:solidFill>
                  <a:srgbClr val="000000"/>
                </a:solidFill>
                <a:effectLst/>
                <a:uLnTx/>
                <a:uFillTx/>
                <a:latin typeface="Helvetica"/>
                <a:cs typeface="Helvetica"/>
                <a:sym typeface="Helvetica"/>
              </a:endParaRPr>
            </a:p>
          </p:txBody>
        </p:sp>
        <p:sp>
          <p:nvSpPr>
            <p:cNvPr id="19" name="Election!">
              <a:extLst>
                <a:ext uri="{FF2B5EF4-FFF2-40B4-BE49-F238E27FC236}">
                  <a16:creationId xmlns:a16="http://schemas.microsoft.com/office/drawing/2014/main" id="{1DA19C8B-1FAD-47C6-A34E-E049AB398E5B}"/>
                </a:ext>
              </a:extLst>
            </p:cNvPr>
            <p:cNvSpPr txBox="1"/>
            <p:nvPr/>
          </p:nvSpPr>
          <p:spPr>
            <a:xfrm rot="3399990">
              <a:off x="9535641" y="4432300"/>
              <a:ext cx="2366666" cy="7366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50800" tIns="50800" rIns="50800" bIns="50800" anchor="ctr">
              <a:spAutoFit/>
            </a:bodyPr>
            <a:lstStyle>
              <a:lvl1pPr>
                <a:defRPr b="1"/>
              </a:lvl1pPr>
            </a:lstStyle>
            <a:p>
              <a:pPr marL="0" marR="0" lvl="0" indent="0" algn="ctr" defTabSz="584200" eaLnBrk="1" fontAlgn="auto" latinLnBrk="0" hangingPunct="0">
                <a:lnSpc>
                  <a:spcPct val="100000"/>
                </a:lnSpc>
                <a:spcBef>
                  <a:spcPts val="0"/>
                </a:spcBef>
                <a:spcAft>
                  <a:spcPts val="0"/>
                </a:spcAft>
                <a:buClrTx/>
                <a:buSzTx/>
                <a:buFontTx/>
                <a:buNone/>
                <a:tabLst/>
                <a:defRPr/>
              </a:pPr>
              <a:r>
                <a:rPr kumimoji="0" sz="4200" b="1" i="0" u="none" strike="noStrike" kern="0" cap="none" spc="0" normalizeH="0" baseline="0" noProof="0">
                  <a:ln>
                    <a:noFill/>
                  </a:ln>
                  <a:solidFill>
                    <a:srgbClr val="000000"/>
                  </a:solidFill>
                  <a:effectLst/>
                  <a:uLnTx/>
                  <a:uFillTx/>
                  <a:latin typeface="Helvetica"/>
                  <a:cs typeface="Helvetica"/>
                  <a:sym typeface="Helvetica"/>
                </a:rPr>
                <a:t>Election!</a:t>
              </a:r>
            </a:p>
          </p:txBody>
        </p:sp>
      </p:grpSp>
    </p:spTree>
    <p:extLst>
      <p:ext uri="{BB962C8B-B14F-4D97-AF65-F5344CB8AC3E}">
        <p14:creationId xmlns:p14="http://schemas.microsoft.com/office/powerpoint/2010/main" val="1293252518"/>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86DDC5-2B00-4059-BD04-D2CC9FF2EA2F}"/>
              </a:ext>
            </a:extLst>
          </p:cNvPr>
          <p:cNvSpPr>
            <a:spLocks noGrp="1"/>
          </p:cNvSpPr>
          <p:nvPr>
            <p:ph type="title"/>
          </p:nvPr>
        </p:nvSpPr>
        <p:spPr/>
        <p:txBody>
          <a:bodyPr/>
          <a:lstStyle/>
          <a:p>
            <a:r>
              <a:rPr lang="en-US"/>
              <a:t>Bully Algorithm</a:t>
            </a:r>
          </a:p>
        </p:txBody>
      </p:sp>
      <p:sp>
        <p:nvSpPr>
          <p:cNvPr id="3" name="Content Placeholder 2">
            <a:extLst>
              <a:ext uri="{FF2B5EF4-FFF2-40B4-BE49-F238E27FC236}">
                <a16:creationId xmlns:a16="http://schemas.microsoft.com/office/drawing/2014/main" id="{E754119C-BB10-466F-8CB6-A899F1ABCF4C}"/>
              </a:ext>
            </a:extLst>
          </p:cNvPr>
          <p:cNvSpPr>
            <a:spLocks noGrp="1"/>
          </p:cNvSpPr>
          <p:nvPr>
            <p:ph idx="1"/>
          </p:nvPr>
        </p:nvSpPr>
        <p:spPr>
          <a:xfrm>
            <a:off x="685800" y="2194560"/>
            <a:ext cx="6160168" cy="4024125"/>
          </a:xfrm>
        </p:spPr>
        <p:txBody>
          <a:bodyPr>
            <a:normAutofit/>
          </a:bodyPr>
          <a:lstStyle/>
          <a:p>
            <a:pPr marL="311150" indent="-311150">
              <a:defRPr sz="3800"/>
            </a:pPr>
            <a:r>
              <a:rPr lang="en-US" sz="2400"/>
              <a:t>The biggest (ID) wins</a:t>
            </a:r>
          </a:p>
          <a:p>
            <a:pPr marL="311150" indent="-311150">
              <a:defRPr sz="3800"/>
            </a:pPr>
            <a:r>
              <a:rPr lang="en-US" sz="2400"/>
              <a:t>Any process P can initiate an election</a:t>
            </a:r>
          </a:p>
          <a:p>
            <a:pPr marL="311150" indent="-311150">
              <a:defRPr sz="3800"/>
            </a:pPr>
            <a:r>
              <a:rPr lang="en-US" sz="2400"/>
              <a:t>P sends </a:t>
            </a:r>
            <a:r>
              <a:rPr lang="en-US" sz="2400" b="1">
                <a:latin typeface="Helvetica Neue"/>
                <a:ea typeface="Helvetica Neue"/>
                <a:cs typeface="Helvetica Neue"/>
                <a:sym typeface="Helvetica Neue"/>
              </a:rPr>
              <a:t>Election</a:t>
            </a:r>
            <a:r>
              <a:rPr lang="en-US" sz="2400"/>
              <a:t> messages to all process with higher Ids and awaits </a:t>
            </a:r>
            <a:r>
              <a:rPr lang="en-US" sz="2400" b="1">
                <a:latin typeface="Helvetica Neue"/>
                <a:ea typeface="Helvetica Neue"/>
                <a:cs typeface="Helvetica Neue"/>
                <a:sym typeface="Helvetica Neue"/>
              </a:rPr>
              <a:t>OK</a:t>
            </a:r>
            <a:r>
              <a:rPr lang="en-US" sz="2400"/>
              <a:t> messages</a:t>
            </a:r>
          </a:p>
          <a:p>
            <a:pPr marL="311150" indent="-311150">
              <a:defRPr sz="3800"/>
            </a:pPr>
            <a:r>
              <a:rPr lang="en-US" sz="2400"/>
              <a:t>If it receives an OK, it drops out and waits for an </a:t>
            </a:r>
            <a:r>
              <a:rPr lang="en-US" sz="2400" b="1">
                <a:latin typeface="Helvetica Neue"/>
                <a:ea typeface="Helvetica Neue"/>
                <a:cs typeface="Helvetica Neue"/>
                <a:sym typeface="Helvetica Neue"/>
              </a:rPr>
              <a:t>I won</a:t>
            </a:r>
          </a:p>
          <a:p>
            <a:pPr marL="311150" indent="-311150">
              <a:defRPr sz="3800"/>
            </a:pPr>
            <a:r>
              <a:rPr lang="en-US" sz="2400"/>
              <a:t>If a process receives an </a:t>
            </a:r>
            <a:r>
              <a:rPr lang="en-US" sz="2400" b="1">
                <a:latin typeface="Helvetica Neue"/>
                <a:ea typeface="Helvetica Neue"/>
                <a:cs typeface="Helvetica Neue"/>
                <a:sym typeface="Helvetica Neue"/>
              </a:rPr>
              <a:t>Election</a:t>
            </a:r>
            <a:r>
              <a:rPr lang="en-US" sz="2400"/>
              <a:t> msg, it returns an </a:t>
            </a:r>
            <a:r>
              <a:rPr lang="en-US" sz="2400" b="1">
                <a:latin typeface="Helvetica Neue"/>
                <a:ea typeface="Helvetica Neue"/>
                <a:cs typeface="Helvetica Neue"/>
                <a:sym typeface="Helvetica Neue"/>
              </a:rPr>
              <a:t>OK</a:t>
            </a:r>
            <a:r>
              <a:rPr lang="en-US" sz="2400"/>
              <a:t>...</a:t>
            </a:r>
          </a:p>
          <a:p>
            <a:endParaRPr lang="en-US" sz="1400"/>
          </a:p>
        </p:txBody>
      </p:sp>
      <p:sp>
        <p:nvSpPr>
          <p:cNvPr id="4" name="Footer Placeholder 3">
            <a:extLst>
              <a:ext uri="{FF2B5EF4-FFF2-40B4-BE49-F238E27FC236}">
                <a16:creationId xmlns:a16="http://schemas.microsoft.com/office/drawing/2014/main" id="{787A805B-A99B-44A1-95C0-025873D0468B}"/>
              </a:ext>
            </a:extLst>
          </p:cNvPr>
          <p:cNvSpPr>
            <a:spLocks noGrp="1"/>
          </p:cNvSpPr>
          <p:nvPr>
            <p:ph type="ftr" sz="quarter" idx="11"/>
          </p:nvPr>
        </p:nvSpPr>
        <p:spPr/>
        <p:txBody>
          <a:bodyPr/>
          <a:lstStyle/>
          <a:p>
            <a:r>
              <a:rPr lang="en-US"/>
              <a:t>Prof. Tim Wood &amp; Prof. Roozbeh Haghnazar</a:t>
            </a:r>
          </a:p>
        </p:txBody>
      </p:sp>
      <p:grpSp>
        <p:nvGrpSpPr>
          <p:cNvPr id="5" name="Group 4">
            <a:extLst>
              <a:ext uri="{FF2B5EF4-FFF2-40B4-BE49-F238E27FC236}">
                <a16:creationId xmlns:a16="http://schemas.microsoft.com/office/drawing/2014/main" id="{DC8581A8-613F-4A26-97A0-FDCF3F33D307}"/>
              </a:ext>
            </a:extLst>
          </p:cNvPr>
          <p:cNvGrpSpPr/>
          <p:nvPr/>
        </p:nvGrpSpPr>
        <p:grpSpPr>
          <a:xfrm>
            <a:off x="7928804" y="627365"/>
            <a:ext cx="3678986" cy="5735832"/>
            <a:chOff x="8064500" y="2222500"/>
            <a:chExt cx="4406900" cy="6870700"/>
          </a:xfrm>
        </p:grpSpPr>
        <p:sp>
          <p:nvSpPr>
            <p:cNvPr id="6" name="P4">
              <a:extLst>
                <a:ext uri="{FF2B5EF4-FFF2-40B4-BE49-F238E27FC236}">
                  <a16:creationId xmlns:a16="http://schemas.microsoft.com/office/drawing/2014/main" id="{FC56E2B7-28BB-4828-B6D8-D8BA7DB29251}"/>
                </a:ext>
              </a:extLst>
            </p:cNvPr>
            <p:cNvSpPr/>
            <p:nvPr/>
          </p:nvSpPr>
          <p:spPr>
            <a:xfrm>
              <a:off x="10909300" y="8089900"/>
              <a:ext cx="1270000" cy="1003300"/>
            </a:xfrm>
            <a:prstGeom prst="roundRect">
              <a:avLst>
                <a:gd name="adj" fmla="val 18987"/>
              </a:avLst>
            </a:prstGeom>
            <a:solidFill>
              <a:srgbClr val="B51A00"/>
            </a:solidFill>
            <a:ln w="25400">
              <a:solidFill>
                <a:srgbClr val="000000"/>
              </a:solidFill>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lIns="50800" tIns="50800" rIns="50800" bIns="50800" anchor="ctr"/>
            <a:lstStyle>
              <a:lvl1pPr>
                <a:defRPr sz="3600">
                  <a:latin typeface="Courier"/>
                  <a:ea typeface="Courier"/>
                  <a:cs typeface="Courier"/>
                  <a:sym typeface="Courier"/>
                </a:defRPr>
              </a:lvl1pPr>
            </a:lstStyle>
            <a:p>
              <a:pPr marL="0" marR="0" lvl="0" indent="0" algn="ctr" defTabSz="584200" eaLnBrk="1" fontAlgn="auto" latinLnBrk="0" hangingPunct="0">
                <a:lnSpc>
                  <a:spcPct val="100000"/>
                </a:lnSpc>
                <a:spcBef>
                  <a:spcPts val="0"/>
                </a:spcBef>
                <a:spcAft>
                  <a:spcPts val="0"/>
                </a:spcAft>
                <a:buClrTx/>
                <a:buSzTx/>
                <a:buFontTx/>
                <a:buNone/>
                <a:tabLst/>
                <a:defRPr/>
              </a:pPr>
              <a:r>
                <a:rPr kumimoji="0" sz="3600" b="0" i="0" u="none" strike="noStrike" kern="0" cap="none" spc="0" normalizeH="0" baseline="0" noProof="0">
                  <a:ln>
                    <a:noFill/>
                  </a:ln>
                  <a:solidFill>
                    <a:srgbClr val="000000"/>
                  </a:solidFill>
                  <a:effectLst/>
                  <a:uLnTx/>
                  <a:uFillTx/>
                  <a:latin typeface="Courier"/>
                  <a:sym typeface="Courier"/>
                </a:rPr>
                <a:t>P4</a:t>
              </a:r>
            </a:p>
          </p:txBody>
        </p:sp>
        <p:sp>
          <p:nvSpPr>
            <p:cNvPr id="7" name="P2">
              <a:extLst>
                <a:ext uri="{FF2B5EF4-FFF2-40B4-BE49-F238E27FC236}">
                  <a16:creationId xmlns:a16="http://schemas.microsoft.com/office/drawing/2014/main" id="{D27BCF0A-D47F-44FB-85DB-E1CF285DEAB9}"/>
                </a:ext>
              </a:extLst>
            </p:cNvPr>
            <p:cNvSpPr/>
            <p:nvPr/>
          </p:nvSpPr>
          <p:spPr>
            <a:xfrm>
              <a:off x="11201400" y="4152900"/>
              <a:ext cx="1270000" cy="1003300"/>
            </a:xfrm>
            <a:prstGeom prst="roundRect">
              <a:avLst>
                <a:gd name="adj" fmla="val 18987"/>
              </a:avLst>
            </a:prstGeom>
            <a:solidFill>
              <a:srgbClr val="D4E3FE"/>
            </a:solidFill>
            <a:ln w="25400">
              <a:solidFill>
                <a:srgbClr val="000000"/>
              </a:solidFill>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lIns="50800" tIns="50800" rIns="50800" bIns="50800" anchor="ctr"/>
            <a:lstStyle>
              <a:lvl1pPr>
                <a:defRPr sz="3600">
                  <a:latin typeface="Courier"/>
                  <a:ea typeface="Courier"/>
                  <a:cs typeface="Courier"/>
                  <a:sym typeface="Courier"/>
                </a:defRPr>
              </a:lvl1pPr>
            </a:lstStyle>
            <a:p>
              <a:pPr marL="0" marR="0" lvl="0" indent="0" algn="ctr" defTabSz="584200" eaLnBrk="1" fontAlgn="auto" latinLnBrk="0" hangingPunct="0">
                <a:lnSpc>
                  <a:spcPct val="100000"/>
                </a:lnSpc>
                <a:spcBef>
                  <a:spcPts val="0"/>
                </a:spcBef>
                <a:spcAft>
                  <a:spcPts val="0"/>
                </a:spcAft>
                <a:buClrTx/>
                <a:buSzTx/>
                <a:buFontTx/>
                <a:buNone/>
                <a:tabLst/>
                <a:defRPr/>
              </a:pPr>
              <a:r>
                <a:rPr kumimoji="0" sz="3600" b="0" i="0" u="none" strike="noStrike" kern="0" cap="none" spc="0" normalizeH="0" baseline="0" noProof="0">
                  <a:ln>
                    <a:noFill/>
                  </a:ln>
                  <a:solidFill>
                    <a:srgbClr val="000000"/>
                  </a:solidFill>
                  <a:effectLst/>
                  <a:uLnTx/>
                  <a:uFillTx/>
                  <a:latin typeface="Courier"/>
                  <a:sym typeface="Courier"/>
                </a:rPr>
                <a:t>P2</a:t>
              </a:r>
            </a:p>
          </p:txBody>
        </p:sp>
        <p:sp>
          <p:nvSpPr>
            <p:cNvPr id="8" name="P3">
              <a:extLst>
                <a:ext uri="{FF2B5EF4-FFF2-40B4-BE49-F238E27FC236}">
                  <a16:creationId xmlns:a16="http://schemas.microsoft.com/office/drawing/2014/main" id="{B903BBC3-B154-4C35-8B3E-EF4CDEC62ACC}"/>
                </a:ext>
              </a:extLst>
            </p:cNvPr>
            <p:cNvSpPr/>
            <p:nvPr/>
          </p:nvSpPr>
          <p:spPr>
            <a:xfrm>
              <a:off x="11201400" y="6159500"/>
              <a:ext cx="1270000" cy="1003300"/>
            </a:xfrm>
            <a:prstGeom prst="roundRect">
              <a:avLst>
                <a:gd name="adj" fmla="val 18987"/>
              </a:avLst>
            </a:prstGeom>
            <a:solidFill>
              <a:srgbClr val="D4E3FE"/>
            </a:solidFill>
            <a:ln w="25400">
              <a:solidFill>
                <a:srgbClr val="000000"/>
              </a:solidFill>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lIns="50800" tIns="50800" rIns="50800" bIns="50800" anchor="ctr"/>
            <a:lstStyle>
              <a:lvl1pPr>
                <a:defRPr sz="3600">
                  <a:latin typeface="Courier"/>
                  <a:ea typeface="Courier"/>
                  <a:cs typeface="Courier"/>
                  <a:sym typeface="Courier"/>
                </a:defRPr>
              </a:lvl1pPr>
            </a:lstStyle>
            <a:p>
              <a:pPr marL="0" marR="0" lvl="0" indent="0" algn="ctr" defTabSz="584200" eaLnBrk="1" fontAlgn="auto" latinLnBrk="0" hangingPunct="0">
                <a:lnSpc>
                  <a:spcPct val="100000"/>
                </a:lnSpc>
                <a:spcBef>
                  <a:spcPts val="0"/>
                </a:spcBef>
                <a:spcAft>
                  <a:spcPts val="0"/>
                </a:spcAft>
                <a:buClrTx/>
                <a:buSzTx/>
                <a:buFontTx/>
                <a:buNone/>
                <a:tabLst/>
                <a:defRPr/>
              </a:pPr>
              <a:r>
                <a:rPr kumimoji="0" sz="3600" b="0" i="0" u="none" strike="noStrike" kern="0" cap="none" spc="0" normalizeH="0" baseline="0" noProof="0">
                  <a:ln>
                    <a:noFill/>
                  </a:ln>
                  <a:solidFill>
                    <a:srgbClr val="000000"/>
                  </a:solidFill>
                  <a:effectLst/>
                  <a:uLnTx/>
                  <a:uFillTx/>
                  <a:latin typeface="Courier"/>
                  <a:sym typeface="Courier"/>
                </a:rPr>
                <a:t>P3</a:t>
              </a:r>
            </a:p>
          </p:txBody>
        </p:sp>
        <p:sp>
          <p:nvSpPr>
            <p:cNvPr id="9" name="P1">
              <a:extLst>
                <a:ext uri="{FF2B5EF4-FFF2-40B4-BE49-F238E27FC236}">
                  <a16:creationId xmlns:a16="http://schemas.microsoft.com/office/drawing/2014/main" id="{EA00FF82-C66F-4FBE-821D-84A2E974FA2E}"/>
                </a:ext>
              </a:extLst>
            </p:cNvPr>
            <p:cNvSpPr/>
            <p:nvPr/>
          </p:nvSpPr>
          <p:spPr>
            <a:xfrm>
              <a:off x="10655300" y="2222500"/>
              <a:ext cx="1270000" cy="1003300"/>
            </a:xfrm>
            <a:prstGeom prst="roundRect">
              <a:avLst>
                <a:gd name="adj" fmla="val 18987"/>
              </a:avLst>
            </a:prstGeom>
            <a:solidFill>
              <a:srgbClr val="D4E3FE"/>
            </a:solidFill>
            <a:ln w="25400">
              <a:solidFill>
                <a:srgbClr val="000000"/>
              </a:solidFill>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lIns="50800" tIns="50800" rIns="50800" bIns="50800" anchor="ctr"/>
            <a:lstStyle>
              <a:lvl1pPr>
                <a:defRPr sz="3600">
                  <a:latin typeface="Courier"/>
                  <a:ea typeface="Courier"/>
                  <a:cs typeface="Courier"/>
                  <a:sym typeface="Courier"/>
                </a:defRPr>
              </a:lvl1pPr>
            </a:lstStyle>
            <a:p>
              <a:pPr marL="0" marR="0" lvl="0" indent="0" algn="ctr" defTabSz="584200" eaLnBrk="1" fontAlgn="auto" latinLnBrk="0" hangingPunct="0">
                <a:lnSpc>
                  <a:spcPct val="100000"/>
                </a:lnSpc>
                <a:spcBef>
                  <a:spcPts val="0"/>
                </a:spcBef>
                <a:spcAft>
                  <a:spcPts val="0"/>
                </a:spcAft>
                <a:buClrTx/>
                <a:buSzTx/>
                <a:buFontTx/>
                <a:buNone/>
                <a:tabLst/>
                <a:defRPr/>
              </a:pPr>
              <a:r>
                <a:rPr kumimoji="0" sz="3600" b="0" i="0" u="none" strike="noStrike" kern="0" cap="none" spc="0" normalizeH="0" baseline="0" noProof="0">
                  <a:ln>
                    <a:noFill/>
                  </a:ln>
                  <a:solidFill>
                    <a:srgbClr val="000000"/>
                  </a:solidFill>
                  <a:effectLst/>
                  <a:uLnTx/>
                  <a:uFillTx/>
                  <a:latin typeface="Courier"/>
                  <a:sym typeface="Courier"/>
                </a:rPr>
                <a:t>P1</a:t>
              </a:r>
            </a:p>
          </p:txBody>
        </p:sp>
        <p:sp>
          <p:nvSpPr>
            <p:cNvPr id="10" name="P8">
              <a:extLst>
                <a:ext uri="{FF2B5EF4-FFF2-40B4-BE49-F238E27FC236}">
                  <a16:creationId xmlns:a16="http://schemas.microsoft.com/office/drawing/2014/main" id="{0A6D3151-21BA-40B3-AD02-8C2C5BCF164F}"/>
                </a:ext>
              </a:extLst>
            </p:cNvPr>
            <p:cNvSpPr/>
            <p:nvPr/>
          </p:nvSpPr>
          <p:spPr>
            <a:xfrm>
              <a:off x="8216900" y="2222500"/>
              <a:ext cx="1270000" cy="1003300"/>
            </a:xfrm>
            <a:prstGeom prst="roundRect">
              <a:avLst>
                <a:gd name="adj" fmla="val 18987"/>
              </a:avLst>
            </a:prstGeom>
            <a:solidFill>
              <a:srgbClr val="D4E3FE"/>
            </a:solidFill>
            <a:ln w="25400">
              <a:solidFill>
                <a:srgbClr val="000000"/>
              </a:solidFill>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lIns="50800" tIns="50800" rIns="50800" bIns="50800" anchor="ctr"/>
            <a:lstStyle>
              <a:lvl1pPr>
                <a:defRPr sz="3600">
                  <a:latin typeface="Courier"/>
                  <a:ea typeface="Courier"/>
                  <a:cs typeface="Courier"/>
                  <a:sym typeface="Courier"/>
                </a:defRPr>
              </a:lvl1pPr>
            </a:lstStyle>
            <a:p>
              <a:pPr marL="0" marR="0" lvl="0" indent="0" algn="ctr" defTabSz="584200" eaLnBrk="1" fontAlgn="auto" latinLnBrk="0" hangingPunct="0">
                <a:lnSpc>
                  <a:spcPct val="100000"/>
                </a:lnSpc>
                <a:spcBef>
                  <a:spcPts val="0"/>
                </a:spcBef>
                <a:spcAft>
                  <a:spcPts val="0"/>
                </a:spcAft>
                <a:buClrTx/>
                <a:buSzTx/>
                <a:buFontTx/>
                <a:buNone/>
                <a:tabLst/>
                <a:defRPr/>
              </a:pPr>
              <a:r>
                <a:rPr kumimoji="0" sz="3600" b="0" i="0" u="none" strike="noStrike" kern="0" cap="none" spc="0" normalizeH="0" baseline="0" noProof="0">
                  <a:ln>
                    <a:noFill/>
                  </a:ln>
                  <a:solidFill>
                    <a:srgbClr val="000000"/>
                  </a:solidFill>
                  <a:effectLst/>
                  <a:uLnTx/>
                  <a:uFillTx/>
                  <a:latin typeface="Courier"/>
                  <a:sym typeface="Courier"/>
                </a:rPr>
                <a:t>P8</a:t>
              </a:r>
            </a:p>
          </p:txBody>
        </p:sp>
        <p:sp>
          <p:nvSpPr>
            <p:cNvPr id="11" name="P6">
              <a:extLst>
                <a:ext uri="{FF2B5EF4-FFF2-40B4-BE49-F238E27FC236}">
                  <a16:creationId xmlns:a16="http://schemas.microsoft.com/office/drawing/2014/main" id="{1933BE39-32D8-4907-AE0D-471D560943A4}"/>
                </a:ext>
              </a:extLst>
            </p:cNvPr>
            <p:cNvSpPr/>
            <p:nvPr/>
          </p:nvSpPr>
          <p:spPr>
            <a:xfrm>
              <a:off x="8064500" y="6159500"/>
              <a:ext cx="1270000" cy="1003300"/>
            </a:xfrm>
            <a:prstGeom prst="roundRect">
              <a:avLst>
                <a:gd name="adj" fmla="val 18987"/>
              </a:avLst>
            </a:prstGeom>
            <a:solidFill>
              <a:srgbClr val="D4E3FE"/>
            </a:solidFill>
            <a:ln w="25400">
              <a:solidFill>
                <a:srgbClr val="000000"/>
              </a:solidFill>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lIns="50800" tIns="50800" rIns="50800" bIns="50800" anchor="ctr"/>
            <a:lstStyle>
              <a:lvl1pPr>
                <a:defRPr sz="3600">
                  <a:latin typeface="Courier"/>
                  <a:ea typeface="Courier"/>
                  <a:cs typeface="Courier"/>
                  <a:sym typeface="Courier"/>
                </a:defRPr>
              </a:lvl1pPr>
            </a:lstStyle>
            <a:p>
              <a:pPr marL="0" marR="0" lvl="0" indent="0" algn="ctr" defTabSz="584200" eaLnBrk="1" fontAlgn="auto" latinLnBrk="0" hangingPunct="0">
                <a:lnSpc>
                  <a:spcPct val="100000"/>
                </a:lnSpc>
                <a:spcBef>
                  <a:spcPts val="0"/>
                </a:spcBef>
                <a:spcAft>
                  <a:spcPts val="0"/>
                </a:spcAft>
                <a:buClrTx/>
                <a:buSzTx/>
                <a:buFontTx/>
                <a:buNone/>
                <a:tabLst/>
                <a:defRPr/>
              </a:pPr>
              <a:r>
                <a:rPr kumimoji="0" sz="3600" b="0" i="0" u="none" strike="noStrike" kern="0" cap="none" spc="0" normalizeH="0" baseline="0" noProof="0">
                  <a:ln>
                    <a:noFill/>
                  </a:ln>
                  <a:solidFill>
                    <a:srgbClr val="000000"/>
                  </a:solidFill>
                  <a:effectLst/>
                  <a:uLnTx/>
                  <a:uFillTx/>
                  <a:latin typeface="Courier"/>
                  <a:sym typeface="Courier"/>
                </a:rPr>
                <a:t>P6</a:t>
              </a:r>
            </a:p>
          </p:txBody>
        </p:sp>
        <p:sp>
          <p:nvSpPr>
            <p:cNvPr id="12" name="P5">
              <a:extLst>
                <a:ext uri="{FF2B5EF4-FFF2-40B4-BE49-F238E27FC236}">
                  <a16:creationId xmlns:a16="http://schemas.microsoft.com/office/drawing/2014/main" id="{AB106B65-4BAF-4D56-94CC-6F7D10F1F5B4}"/>
                </a:ext>
              </a:extLst>
            </p:cNvPr>
            <p:cNvSpPr/>
            <p:nvPr/>
          </p:nvSpPr>
          <p:spPr>
            <a:xfrm>
              <a:off x="8610600" y="8089900"/>
              <a:ext cx="1270000" cy="1003300"/>
            </a:xfrm>
            <a:prstGeom prst="roundRect">
              <a:avLst>
                <a:gd name="adj" fmla="val 18987"/>
              </a:avLst>
            </a:prstGeom>
            <a:solidFill>
              <a:srgbClr val="B51A00"/>
            </a:solidFill>
            <a:ln w="25400">
              <a:solidFill>
                <a:srgbClr val="000000"/>
              </a:solidFill>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lIns="50800" tIns="50800" rIns="50800" bIns="50800" anchor="ctr"/>
            <a:lstStyle>
              <a:lvl1pPr>
                <a:defRPr sz="3600">
                  <a:latin typeface="Courier"/>
                  <a:ea typeface="Courier"/>
                  <a:cs typeface="Courier"/>
                  <a:sym typeface="Courier"/>
                </a:defRPr>
              </a:lvl1pPr>
            </a:lstStyle>
            <a:p>
              <a:pPr marL="0" marR="0" lvl="0" indent="0" algn="ctr" defTabSz="584200" eaLnBrk="1" fontAlgn="auto" latinLnBrk="0" hangingPunct="0">
                <a:lnSpc>
                  <a:spcPct val="100000"/>
                </a:lnSpc>
                <a:spcBef>
                  <a:spcPts val="0"/>
                </a:spcBef>
                <a:spcAft>
                  <a:spcPts val="0"/>
                </a:spcAft>
                <a:buClrTx/>
                <a:buSzTx/>
                <a:buFontTx/>
                <a:buNone/>
                <a:tabLst/>
                <a:defRPr/>
              </a:pPr>
              <a:r>
                <a:rPr kumimoji="0" sz="3600" b="0" i="0" u="none" strike="noStrike" kern="0" cap="none" spc="0" normalizeH="0" baseline="0" noProof="0">
                  <a:ln>
                    <a:noFill/>
                  </a:ln>
                  <a:solidFill>
                    <a:srgbClr val="000000"/>
                  </a:solidFill>
                  <a:effectLst/>
                  <a:uLnTx/>
                  <a:uFillTx/>
                  <a:latin typeface="Courier"/>
                  <a:sym typeface="Courier"/>
                </a:rPr>
                <a:t>P5</a:t>
              </a:r>
            </a:p>
          </p:txBody>
        </p:sp>
        <p:sp>
          <p:nvSpPr>
            <p:cNvPr id="13" name="P7">
              <a:extLst>
                <a:ext uri="{FF2B5EF4-FFF2-40B4-BE49-F238E27FC236}">
                  <a16:creationId xmlns:a16="http://schemas.microsoft.com/office/drawing/2014/main" id="{C7EF1358-60AB-4559-8DD3-709F52CEC4E7}"/>
                </a:ext>
              </a:extLst>
            </p:cNvPr>
            <p:cNvSpPr/>
            <p:nvPr/>
          </p:nvSpPr>
          <p:spPr>
            <a:xfrm>
              <a:off x="8064500" y="4152900"/>
              <a:ext cx="1270000" cy="1003300"/>
            </a:xfrm>
            <a:prstGeom prst="roundRect">
              <a:avLst>
                <a:gd name="adj" fmla="val 18987"/>
              </a:avLst>
            </a:prstGeom>
            <a:solidFill>
              <a:srgbClr val="B51A00"/>
            </a:solidFill>
            <a:ln w="25400">
              <a:solidFill>
                <a:srgbClr val="000000"/>
              </a:solidFill>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lIns="50800" tIns="50800" rIns="50800" bIns="50800" anchor="ctr"/>
            <a:lstStyle>
              <a:lvl1pPr>
                <a:defRPr sz="3600">
                  <a:latin typeface="Courier"/>
                  <a:ea typeface="Courier"/>
                  <a:cs typeface="Courier"/>
                  <a:sym typeface="Courier"/>
                </a:defRPr>
              </a:lvl1pPr>
            </a:lstStyle>
            <a:p>
              <a:pPr marL="0" marR="0" lvl="0" indent="0" algn="ctr" defTabSz="584200" eaLnBrk="1" fontAlgn="auto" latinLnBrk="0" hangingPunct="0">
                <a:lnSpc>
                  <a:spcPct val="100000"/>
                </a:lnSpc>
                <a:spcBef>
                  <a:spcPts val="0"/>
                </a:spcBef>
                <a:spcAft>
                  <a:spcPts val="0"/>
                </a:spcAft>
                <a:buClrTx/>
                <a:buSzTx/>
                <a:buFontTx/>
                <a:buNone/>
                <a:tabLst/>
                <a:defRPr/>
              </a:pPr>
              <a:r>
                <a:rPr kumimoji="0" sz="3600" b="0" i="0" u="none" strike="noStrike" kern="0" cap="none" spc="0" normalizeH="0" baseline="0" noProof="0">
                  <a:ln>
                    <a:noFill/>
                  </a:ln>
                  <a:solidFill>
                    <a:srgbClr val="000000"/>
                  </a:solidFill>
                  <a:effectLst/>
                  <a:uLnTx/>
                  <a:uFillTx/>
                  <a:latin typeface="Courier"/>
                  <a:sym typeface="Courier"/>
                </a:rPr>
                <a:t>P7</a:t>
              </a:r>
            </a:p>
          </p:txBody>
        </p:sp>
      </p:grpSp>
      <p:sp>
        <p:nvSpPr>
          <p:cNvPr id="20" name="Line">
            <a:extLst>
              <a:ext uri="{FF2B5EF4-FFF2-40B4-BE49-F238E27FC236}">
                <a16:creationId xmlns:a16="http://schemas.microsoft.com/office/drawing/2014/main" id="{897BFEFA-24A8-304F-B467-3DDA84930BF8}"/>
              </a:ext>
            </a:extLst>
          </p:cNvPr>
          <p:cNvSpPr/>
          <p:nvPr/>
        </p:nvSpPr>
        <p:spPr>
          <a:xfrm flipH="1" flipV="1">
            <a:off x="9052062" y="4136275"/>
            <a:ext cx="1460560" cy="19875"/>
          </a:xfrm>
          <a:prstGeom prst="line">
            <a:avLst/>
          </a:prstGeom>
          <a:ln w="38100">
            <a:solidFill>
              <a:srgbClr val="000000"/>
            </a:solidFill>
            <a:miter lim="400000"/>
            <a:headEnd type="stealth"/>
          </a:ln>
        </p:spPr>
        <p:txBody>
          <a:bodyPr lIns="0" tIns="0" rIns="0" bIns="0"/>
          <a:lstStyle/>
          <a:p>
            <a:pPr marL="0" marR="0" lvl="0" indent="0" defTabSz="914400" eaLnBrk="1" fontAlgn="auto" latinLnBrk="0" hangingPunct="0">
              <a:lnSpc>
                <a:spcPct val="100000"/>
              </a:lnSpc>
              <a:spcBef>
                <a:spcPts val="0"/>
              </a:spcBef>
              <a:spcAft>
                <a:spcPts val="0"/>
              </a:spcAft>
              <a:buClrTx/>
              <a:buSzTx/>
              <a:buFontTx/>
              <a:buNone/>
              <a:tabLst/>
              <a:defRPr sz="1200"/>
            </a:pPr>
            <a:endParaRPr kumimoji="0" sz="1200" b="0" i="0" u="none" strike="noStrike" kern="0" cap="none" spc="0" normalizeH="0" baseline="0" noProof="0">
              <a:ln>
                <a:noFill/>
              </a:ln>
              <a:solidFill>
                <a:srgbClr val="000000"/>
              </a:solidFill>
              <a:effectLst/>
              <a:uLnTx/>
              <a:uFillTx/>
              <a:latin typeface="Helvetica"/>
              <a:cs typeface="Helvetica"/>
              <a:sym typeface="Helvetica"/>
            </a:endParaRPr>
          </a:p>
        </p:txBody>
      </p:sp>
      <p:sp>
        <p:nvSpPr>
          <p:cNvPr id="21" name="Line">
            <a:extLst>
              <a:ext uri="{FF2B5EF4-FFF2-40B4-BE49-F238E27FC236}">
                <a16:creationId xmlns:a16="http://schemas.microsoft.com/office/drawing/2014/main" id="{423EA83D-68B1-EC45-A6EB-6D8A87EEA8C9}"/>
              </a:ext>
            </a:extLst>
          </p:cNvPr>
          <p:cNvSpPr/>
          <p:nvPr/>
        </p:nvSpPr>
        <p:spPr>
          <a:xfrm flipH="1" flipV="1">
            <a:off x="9032191" y="1503295"/>
            <a:ext cx="1589725" cy="2305106"/>
          </a:xfrm>
          <a:prstGeom prst="line">
            <a:avLst/>
          </a:prstGeom>
          <a:ln w="38100">
            <a:solidFill>
              <a:srgbClr val="000000"/>
            </a:solidFill>
            <a:miter lim="400000"/>
            <a:headEnd type="stealth"/>
          </a:ln>
        </p:spPr>
        <p:txBody>
          <a:bodyPr lIns="0" tIns="0" rIns="0" bIns="0"/>
          <a:lstStyle/>
          <a:p>
            <a:pPr marL="0" marR="0" lvl="0" indent="0" defTabSz="914400" eaLnBrk="1" fontAlgn="auto" latinLnBrk="0" hangingPunct="0">
              <a:lnSpc>
                <a:spcPct val="100000"/>
              </a:lnSpc>
              <a:spcBef>
                <a:spcPts val="0"/>
              </a:spcBef>
              <a:spcAft>
                <a:spcPts val="0"/>
              </a:spcAft>
              <a:buClrTx/>
              <a:buSzTx/>
              <a:buFontTx/>
              <a:buNone/>
              <a:tabLst/>
              <a:defRPr sz="1200"/>
            </a:pPr>
            <a:endParaRPr kumimoji="0" sz="1200" b="0" i="0" u="none" strike="noStrike" kern="0" cap="none" spc="0" normalizeH="0" baseline="0" noProof="0">
              <a:ln>
                <a:noFill/>
              </a:ln>
              <a:solidFill>
                <a:srgbClr val="000000"/>
              </a:solidFill>
              <a:effectLst/>
              <a:uLnTx/>
              <a:uFillTx/>
              <a:latin typeface="Helvetica"/>
              <a:cs typeface="Helvetica"/>
              <a:sym typeface="Helvetica"/>
            </a:endParaRPr>
          </a:p>
        </p:txBody>
      </p:sp>
      <p:sp>
        <p:nvSpPr>
          <p:cNvPr id="22" name="OK">
            <a:extLst>
              <a:ext uri="{FF2B5EF4-FFF2-40B4-BE49-F238E27FC236}">
                <a16:creationId xmlns:a16="http://schemas.microsoft.com/office/drawing/2014/main" id="{E6E441E7-D5B7-9446-AAFE-11E6F9D3C106}"/>
              </a:ext>
            </a:extLst>
          </p:cNvPr>
          <p:cNvSpPr txBox="1"/>
          <p:nvPr/>
        </p:nvSpPr>
        <p:spPr>
          <a:xfrm rot="3399990">
            <a:off x="9789022" y="2447195"/>
            <a:ext cx="692352" cy="57627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50800" tIns="50800" rIns="50800" bIns="50800" anchor="ctr">
            <a:spAutoFit/>
          </a:bodyPr>
          <a:lstStyle/>
          <a:p>
            <a:pPr marL="0" marR="0" lvl="0" indent="0" algn="ctr" defTabSz="584200" eaLnBrk="1" fontAlgn="auto" latinLnBrk="0" hangingPunct="0">
              <a:lnSpc>
                <a:spcPct val="100000"/>
              </a:lnSpc>
              <a:spcBef>
                <a:spcPts val="0"/>
              </a:spcBef>
              <a:spcAft>
                <a:spcPts val="0"/>
              </a:spcAft>
              <a:buClrTx/>
              <a:buSzTx/>
              <a:buFontTx/>
              <a:buNone/>
              <a:tabLst/>
              <a:defRPr/>
            </a:pPr>
            <a:r>
              <a:rPr kumimoji="0" sz="4200" b="0" i="0" u="none" strike="noStrike" kern="0" cap="none" spc="0" normalizeH="0" baseline="0" noProof="0">
                <a:ln>
                  <a:noFill/>
                </a:ln>
                <a:solidFill>
                  <a:srgbClr val="000000"/>
                </a:solidFill>
                <a:effectLst/>
                <a:uLnTx/>
                <a:uFillTx/>
                <a:latin typeface="Helvetica"/>
                <a:cs typeface="Helvetica"/>
                <a:sym typeface="Helvetica"/>
              </a:rPr>
              <a:t>OK</a:t>
            </a:r>
          </a:p>
        </p:txBody>
      </p:sp>
      <p:sp>
        <p:nvSpPr>
          <p:cNvPr id="23" name="OK">
            <a:extLst>
              <a:ext uri="{FF2B5EF4-FFF2-40B4-BE49-F238E27FC236}">
                <a16:creationId xmlns:a16="http://schemas.microsoft.com/office/drawing/2014/main" id="{1E507971-4CC6-D847-A9AE-FA13085FBD44}"/>
              </a:ext>
            </a:extLst>
          </p:cNvPr>
          <p:cNvSpPr txBox="1"/>
          <p:nvPr/>
        </p:nvSpPr>
        <p:spPr>
          <a:xfrm>
            <a:off x="9341912" y="3639489"/>
            <a:ext cx="692352" cy="57627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50800" tIns="50800" rIns="50800" bIns="50800" anchor="ctr">
            <a:spAutoFit/>
          </a:bodyPr>
          <a:lstStyle/>
          <a:p>
            <a:pPr marL="0" marR="0" lvl="0" indent="0" algn="ctr" defTabSz="584200" eaLnBrk="1" fontAlgn="auto" latinLnBrk="0" hangingPunct="0">
              <a:lnSpc>
                <a:spcPct val="100000"/>
              </a:lnSpc>
              <a:spcBef>
                <a:spcPts val="0"/>
              </a:spcBef>
              <a:spcAft>
                <a:spcPts val="0"/>
              </a:spcAft>
              <a:buClrTx/>
              <a:buSzTx/>
              <a:buFontTx/>
              <a:buNone/>
              <a:tabLst/>
              <a:defRPr/>
            </a:pPr>
            <a:r>
              <a:rPr kumimoji="0" sz="4200" b="0" i="0" u="none" strike="noStrike" kern="0" cap="none" spc="0" normalizeH="0" baseline="0" noProof="0">
                <a:ln>
                  <a:noFill/>
                </a:ln>
                <a:solidFill>
                  <a:srgbClr val="000000"/>
                </a:solidFill>
                <a:effectLst/>
                <a:uLnTx/>
                <a:uFillTx/>
                <a:latin typeface="Helvetica"/>
                <a:cs typeface="Helvetica"/>
                <a:sym typeface="Helvetica"/>
              </a:rPr>
              <a:t>OK</a:t>
            </a:r>
          </a:p>
        </p:txBody>
      </p:sp>
    </p:spTree>
    <p:extLst>
      <p:ext uri="{BB962C8B-B14F-4D97-AF65-F5344CB8AC3E}">
        <p14:creationId xmlns:p14="http://schemas.microsoft.com/office/powerpoint/2010/main" val="112846531"/>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86DDC5-2B00-4059-BD04-D2CC9FF2EA2F}"/>
              </a:ext>
            </a:extLst>
          </p:cNvPr>
          <p:cNvSpPr>
            <a:spLocks noGrp="1"/>
          </p:cNvSpPr>
          <p:nvPr>
            <p:ph type="title"/>
          </p:nvPr>
        </p:nvSpPr>
        <p:spPr/>
        <p:txBody>
          <a:bodyPr/>
          <a:lstStyle/>
          <a:p>
            <a:r>
              <a:rPr lang="en-US"/>
              <a:t>Bully Algorithm</a:t>
            </a:r>
          </a:p>
        </p:txBody>
      </p:sp>
      <p:sp>
        <p:nvSpPr>
          <p:cNvPr id="3" name="Content Placeholder 2">
            <a:extLst>
              <a:ext uri="{FF2B5EF4-FFF2-40B4-BE49-F238E27FC236}">
                <a16:creationId xmlns:a16="http://schemas.microsoft.com/office/drawing/2014/main" id="{E754119C-BB10-466F-8CB6-A899F1ABCF4C}"/>
              </a:ext>
            </a:extLst>
          </p:cNvPr>
          <p:cNvSpPr>
            <a:spLocks noGrp="1"/>
          </p:cNvSpPr>
          <p:nvPr>
            <p:ph idx="1"/>
          </p:nvPr>
        </p:nvSpPr>
        <p:spPr>
          <a:xfrm>
            <a:off x="685800" y="2194560"/>
            <a:ext cx="6160168" cy="4024125"/>
          </a:xfrm>
        </p:spPr>
        <p:txBody>
          <a:bodyPr>
            <a:noAutofit/>
          </a:bodyPr>
          <a:lstStyle/>
          <a:p>
            <a:pPr marL="311150" indent="-311150">
              <a:defRPr sz="3800"/>
            </a:pPr>
            <a:r>
              <a:rPr lang="en-US" sz="1800" dirty="0">
                <a:solidFill>
                  <a:schemeClr val="tx1">
                    <a:lumMod val="65000"/>
                    <a:lumOff val="35000"/>
                  </a:schemeClr>
                </a:solidFill>
              </a:rPr>
              <a:t>The biggest (ID) wins</a:t>
            </a:r>
          </a:p>
          <a:p>
            <a:pPr marL="311150" indent="-311150">
              <a:defRPr sz="3800"/>
            </a:pPr>
            <a:r>
              <a:rPr lang="en-US" sz="1800" dirty="0">
                <a:solidFill>
                  <a:schemeClr val="tx1">
                    <a:lumMod val="65000"/>
                    <a:lumOff val="35000"/>
                  </a:schemeClr>
                </a:solidFill>
              </a:rPr>
              <a:t>Any process P can initiate an election</a:t>
            </a:r>
          </a:p>
          <a:p>
            <a:pPr marL="311150" indent="-311150">
              <a:defRPr sz="3800"/>
            </a:pPr>
            <a:r>
              <a:rPr lang="en-US" sz="1800" dirty="0">
                <a:solidFill>
                  <a:schemeClr val="tx1">
                    <a:lumMod val="65000"/>
                    <a:lumOff val="35000"/>
                  </a:schemeClr>
                </a:solidFill>
              </a:rPr>
              <a:t>P sends </a:t>
            </a:r>
            <a:r>
              <a:rPr lang="en-US" sz="1800" b="1" dirty="0">
                <a:solidFill>
                  <a:schemeClr val="tx1">
                    <a:lumMod val="65000"/>
                    <a:lumOff val="35000"/>
                  </a:schemeClr>
                </a:solidFill>
                <a:latin typeface="Helvetica Neue"/>
                <a:ea typeface="Helvetica Neue"/>
                <a:cs typeface="Helvetica Neue"/>
                <a:sym typeface="Helvetica Neue"/>
              </a:rPr>
              <a:t>Election</a:t>
            </a:r>
            <a:r>
              <a:rPr lang="en-US" sz="1800" dirty="0">
                <a:solidFill>
                  <a:schemeClr val="tx1">
                    <a:lumMod val="65000"/>
                    <a:lumOff val="35000"/>
                  </a:schemeClr>
                </a:solidFill>
              </a:rPr>
              <a:t> messages to all process with higher Ids and awaits </a:t>
            </a:r>
            <a:r>
              <a:rPr lang="en-US" sz="1800" b="1" dirty="0">
                <a:solidFill>
                  <a:schemeClr val="tx1">
                    <a:lumMod val="65000"/>
                    <a:lumOff val="35000"/>
                  </a:schemeClr>
                </a:solidFill>
                <a:latin typeface="Helvetica Neue"/>
                <a:ea typeface="Helvetica Neue"/>
                <a:cs typeface="Helvetica Neue"/>
                <a:sym typeface="Helvetica Neue"/>
              </a:rPr>
              <a:t>OK</a:t>
            </a:r>
            <a:r>
              <a:rPr lang="en-US" sz="1800" dirty="0">
                <a:solidFill>
                  <a:schemeClr val="tx1">
                    <a:lumMod val="65000"/>
                    <a:lumOff val="35000"/>
                  </a:schemeClr>
                </a:solidFill>
              </a:rPr>
              <a:t> messages</a:t>
            </a:r>
          </a:p>
          <a:p>
            <a:pPr marL="311150" indent="-311150">
              <a:defRPr sz="3800"/>
            </a:pPr>
            <a:r>
              <a:rPr lang="en-US" sz="1800" dirty="0">
                <a:solidFill>
                  <a:schemeClr val="tx1">
                    <a:lumMod val="65000"/>
                    <a:lumOff val="35000"/>
                  </a:schemeClr>
                </a:solidFill>
              </a:rPr>
              <a:t>If it receives an OK, it drops out and waits for an </a:t>
            </a:r>
            <a:r>
              <a:rPr lang="en-US" sz="1800" b="1" dirty="0">
                <a:solidFill>
                  <a:schemeClr val="tx1">
                    <a:lumMod val="65000"/>
                    <a:lumOff val="35000"/>
                  </a:schemeClr>
                </a:solidFill>
                <a:latin typeface="Helvetica Neue"/>
                <a:ea typeface="Helvetica Neue"/>
                <a:cs typeface="Helvetica Neue"/>
                <a:sym typeface="Helvetica Neue"/>
              </a:rPr>
              <a:t>I won</a:t>
            </a:r>
          </a:p>
          <a:p>
            <a:pPr marL="311150" indent="-311150">
              <a:defRPr sz="3000"/>
            </a:pPr>
            <a:r>
              <a:rPr lang="en-US" sz="1800" dirty="0">
                <a:solidFill>
                  <a:schemeClr val="tx1">
                    <a:lumMod val="65000"/>
                    <a:lumOff val="35000"/>
                  </a:schemeClr>
                </a:solidFill>
              </a:rPr>
              <a:t>If a process receives an </a:t>
            </a:r>
            <a:r>
              <a:rPr lang="en-US" sz="1800" b="1" dirty="0">
                <a:solidFill>
                  <a:schemeClr val="tx1">
                    <a:lumMod val="65000"/>
                    <a:lumOff val="35000"/>
                  </a:schemeClr>
                </a:solidFill>
                <a:latin typeface="Helvetica Neue"/>
                <a:ea typeface="Helvetica Neue"/>
                <a:cs typeface="Helvetica Neue"/>
                <a:sym typeface="Helvetica Neue"/>
              </a:rPr>
              <a:t>Election</a:t>
            </a:r>
            <a:r>
              <a:rPr lang="en-US" sz="1800" dirty="0">
                <a:solidFill>
                  <a:schemeClr val="tx1">
                    <a:lumMod val="65000"/>
                    <a:lumOff val="35000"/>
                  </a:schemeClr>
                </a:solidFill>
              </a:rPr>
              <a:t> msg, it returns an </a:t>
            </a:r>
            <a:r>
              <a:rPr lang="en-US" sz="1800" b="1" dirty="0">
                <a:solidFill>
                  <a:schemeClr val="tx1">
                    <a:lumMod val="65000"/>
                    <a:lumOff val="35000"/>
                  </a:schemeClr>
                </a:solidFill>
                <a:latin typeface="Helvetica Neue"/>
                <a:ea typeface="Helvetica Neue"/>
                <a:cs typeface="Helvetica Neue"/>
                <a:sym typeface="Helvetica Neue"/>
              </a:rPr>
              <a:t>OK</a:t>
            </a:r>
            <a:r>
              <a:rPr lang="en-US" sz="1800" dirty="0">
                <a:solidFill>
                  <a:schemeClr val="tx1">
                    <a:lumMod val="65000"/>
                    <a:lumOff val="35000"/>
                  </a:schemeClr>
                </a:solidFill>
              </a:rPr>
              <a:t> and starts another election</a:t>
            </a:r>
          </a:p>
          <a:p>
            <a:pPr marL="311150" indent="-311150">
              <a:defRPr sz="3000">
                <a:solidFill>
                  <a:schemeClr val="accent2"/>
                </a:solidFill>
              </a:defRPr>
            </a:pPr>
            <a:r>
              <a:rPr lang="en-US" sz="1800" dirty="0">
                <a:solidFill>
                  <a:schemeClr val="tx1">
                    <a:lumMod val="65000"/>
                    <a:lumOff val="35000"/>
                  </a:schemeClr>
                </a:solidFill>
              </a:rPr>
              <a:t>If no </a:t>
            </a:r>
            <a:r>
              <a:rPr lang="en-US" sz="1800" dirty="0">
                <a:solidFill>
                  <a:schemeClr val="tx1">
                    <a:lumMod val="65000"/>
                    <a:lumOff val="35000"/>
                  </a:schemeClr>
                </a:solidFill>
                <a:sym typeface="Helvetica Neue"/>
              </a:rPr>
              <a:t>OK</a:t>
            </a:r>
            <a:r>
              <a:rPr lang="en-US" sz="1800" dirty="0">
                <a:solidFill>
                  <a:schemeClr val="tx1">
                    <a:lumMod val="65000"/>
                    <a:lumOff val="35000"/>
                  </a:schemeClr>
                </a:solidFill>
              </a:rPr>
              <a:t> messages, P becomes leader and sends </a:t>
            </a:r>
            <a:r>
              <a:rPr lang="en-US" sz="1800" dirty="0">
                <a:solidFill>
                  <a:schemeClr val="tx1">
                    <a:lumMod val="65000"/>
                    <a:lumOff val="35000"/>
                  </a:schemeClr>
                </a:solidFill>
                <a:sym typeface="Helvetica Neue"/>
              </a:rPr>
              <a:t>I won</a:t>
            </a:r>
            <a:r>
              <a:rPr lang="en-US" sz="1800" dirty="0">
                <a:solidFill>
                  <a:schemeClr val="tx1">
                    <a:lumMod val="65000"/>
                    <a:lumOff val="35000"/>
                  </a:schemeClr>
                </a:solidFill>
              </a:rPr>
              <a:t> to all process with lower Ids</a:t>
            </a:r>
          </a:p>
          <a:p>
            <a:pPr marL="311150" indent="-311150">
              <a:defRPr sz="3000">
                <a:solidFill>
                  <a:schemeClr val="accent2"/>
                </a:solidFill>
              </a:defRPr>
            </a:pPr>
            <a:r>
              <a:rPr lang="en-US" sz="1800" dirty="0">
                <a:solidFill>
                  <a:schemeClr val="tx1">
                    <a:lumMod val="65000"/>
                    <a:lumOff val="35000"/>
                  </a:schemeClr>
                </a:solidFill>
              </a:rPr>
              <a:t>If a process receives a </a:t>
            </a:r>
            <a:r>
              <a:rPr lang="en-US" sz="1800" dirty="0">
                <a:solidFill>
                  <a:schemeClr val="tx1">
                    <a:lumMod val="65000"/>
                    <a:lumOff val="35000"/>
                  </a:schemeClr>
                </a:solidFill>
                <a:sym typeface="Helvetica Neue"/>
              </a:rPr>
              <a:t>I won</a:t>
            </a:r>
            <a:r>
              <a:rPr lang="en-US" sz="1800" dirty="0">
                <a:solidFill>
                  <a:schemeClr val="tx1">
                    <a:lumMod val="65000"/>
                    <a:lumOff val="35000"/>
                  </a:schemeClr>
                </a:solidFill>
              </a:rPr>
              <a:t>, it treats sender as the leader</a:t>
            </a:r>
          </a:p>
          <a:p>
            <a:endParaRPr lang="en-US" sz="1400" dirty="0"/>
          </a:p>
        </p:txBody>
      </p:sp>
      <p:sp>
        <p:nvSpPr>
          <p:cNvPr id="4" name="Footer Placeholder 3">
            <a:extLst>
              <a:ext uri="{FF2B5EF4-FFF2-40B4-BE49-F238E27FC236}">
                <a16:creationId xmlns:a16="http://schemas.microsoft.com/office/drawing/2014/main" id="{787A805B-A99B-44A1-95C0-025873D0468B}"/>
              </a:ext>
            </a:extLst>
          </p:cNvPr>
          <p:cNvSpPr>
            <a:spLocks noGrp="1"/>
          </p:cNvSpPr>
          <p:nvPr>
            <p:ph type="ftr" sz="quarter" idx="11"/>
          </p:nvPr>
        </p:nvSpPr>
        <p:spPr/>
        <p:txBody>
          <a:bodyPr/>
          <a:lstStyle/>
          <a:p>
            <a:r>
              <a:rPr lang="en-US"/>
              <a:t>Prof. Tim Wood &amp; Prof. </a:t>
            </a:r>
            <a:r>
              <a:rPr lang="en-US" err="1"/>
              <a:t>Roozbeh</a:t>
            </a:r>
            <a:r>
              <a:rPr lang="en-US"/>
              <a:t> </a:t>
            </a:r>
            <a:r>
              <a:rPr lang="en-US" err="1"/>
              <a:t>Haghnazar</a:t>
            </a:r>
            <a:endParaRPr lang="en-US"/>
          </a:p>
        </p:txBody>
      </p:sp>
      <p:grpSp>
        <p:nvGrpSpPr>
          <p:cNvPr id="60" name="Group 59">
            <a:extLst>
              <a:ext uri="{FF2B5EF4-FFF2-40B4-BE49-F238E27FC236}">
                <a16:creationId xmlns:a16="http://schemas.microsoft.com/office/drawing/2014/main" id="{81D60CAB-5CC5-7745-998B-0F1CA1475A5F}"/>
              </a:ext>
            </a:extLst>
          </p:cNvPr>
          <p:cNvGrpSpPr/>
          <p:nvPr/>
        </p:nvGrpSpPr>
        <p:grpSpPr>
          <a:xfrm>
            <a:off x="7393308" y="280607"/>
            <a:ext cx="4247712" cy="6113043"/>
            <a:chOff x="7467774" y="1892300"/>
            <a:chExt cx="5003626" cy="7200900"/>
          </a:xfrm>
        </p:grpSpPr>
        <p:sp>
          <p:nvSpPr>
            <p:cNvPr id="61" name="P4">
              <a:extLst>
                <a:ext uri="{FF2B5EF4-FFF2-40B4-BE49-F238E27FC236}">
                  <a16:creationId xmlns:a16="http://schemas.microsoft.com/office/drawing/2014/main" id="{8310B6BB-DB0F-6E4F-9794-C73F4F9AB628}"/>
                </a:ext>
              </a:extLst>
            </p:cNvPr>
            <p:cNvSpPr/>
            <p:nvPr/>
          </p:nvSpPr>
          <p:spPr>
            <a:xfrm>
              <a:off x="10909300" y="8089900"/>
              <a:ext cx="1270000" cy="1003300"/>
            </a:xfrm>
            <a:prstGeom prst="roundRect">
              <a:avLst>
                <a:gd name="adj" fmla="val 18987"/>
              </a:avLst>
            </a:prstGeom>
            <a:solidFill>
              <a:srgbClr val="B51A00"/>
            </a:solidFill>
            <a:ln w="25400">
              <a:solidFill>
                <a:srgbClr val="000000"/>
              </a:solidFill>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chor="ctr"/>
            <a:lstStyle>
              <a:lvl1pPr>
                <a:defRPr sz="3600">
                  <a:latin typeface="Courier"/>
                  <a:ea typeface="Courier"/>
                  <a:cs typeface="Courier"/>
                  <a:sym typeface="Courier"/>
                </a:defRPr>
              </a:lvl1pPr>
            </a:lstStyle>
            <a:p>
              <a:r>
                <a:t>P4</a:t>
              </a:r>
            </a:p>
          </p:txBody>
        </p:sp>
        <p:sp>
          <p:nvSpPr>
            <p:cNvPr id="62" name="P2">
              <a:extLst>
                <a:ext uri="{FF2B5EF4-FFF2-40B4-BE49-F238E27FC236}">
                  <a16:creationId xmlns:a16="http://schemas.microsoft.com/office/drawing/2014/main" id="{59FCABE6-357B-A44C-8DA6-C38710CE7C7E}"/>
                </a:ext>
              </a:extLst>
            </p:cNvPr>
            <p:cNvSpPr/>
            <p:nvPr/>
          </p:nvSpPr>
          <p:spPr>
            <a:xfrm>
              <a:off x="11201400" y="4152900"/>
              <a:ext cx="1270000" cy="1003300"/>
            </a:xfrm>
            <a:prstGeom prst="roundRect">
              <a:avLst>
                <a:gd name="adj" fmla="val 18987"/>
              </a:avLst>
            </a:prstGeom>
            <a:solidFill>
              <a:srgbClr val="D4E3FE"/>
            </a:solidFill>
            <a:ln w="25400">
              <a:solidFill>
                <a:srgbClr val="000000"/>
              </a:solidFill>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chor="ctr"/>
            <a:lstStyle>
              <a:lvl1pPr>
                <a:defRPr sz="3600">
                  <a:latin typeface="Courier"/>
                  <a:ea typeface="Courier"/>
                  <a:cs typeface="Courier"/>
                  <a:sym typeface="Courier"/>
                </a:defRPr>
              </a:lvl1pPr>
            </a:lstStyle>
            <a:p>
              <a:r>
                <a:t>P2</a:t>
              </a:r>
            </a:p>
          </p:txBody>
        </p:sp>
        <p:sp>
          <p:nvSpPr>
            <p:cNvPr id="63" name="P3">
              <a:extLst>
                <a:ext uri="{FF2B5EF4-FFF2-40B4-BE49-F238E27FC236}">
                  <a16:creationId xmlns:a16="http://schemas.microsoft.com/office/drawing/2014/main" id="{721E0C03-E03F-1E4A-B6CE-9793BA541233}"/>
                </a:ext>
              </a:extLst>
            </p:cNvPr>
            <p:cNvSpPr/>
            <p:nvPr/>
          </p:nvSpPr>
          <p:spPr>
            <a:xfrm>
              <a:off x="11201400" y="6159500"/>
              <a:ext cx="1270000" cy="1003300"/>
            </a:xfrm>
            <a:prstGeom prst="roundRect">
              <a:avLst>
                <a:gd name="adj" fmla="val 18987"/>
              </a:avLst>
            </a:prstGeom>
            <a:solidFill>
              <a:srgbClr val="D4E3FE"/>
            </a:solidFill>
            <a:ln w="25400">
              <a:solidFill>
                <a:srgbClr val="000000"/>
              </a:solidFill>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chor="ctr"/>
            <a:lstStyle>
              <a:lvl1pPr>
                <a:defRPr sz="3600">
                  <a:latin typeface="Courier"/>
                  <a:ea typeface="Courier"/>
                  <a:cs typeface="Courier"/>
                  <a:sym typeface="Courier"/>
                </a:defRPr>
              </a:lvl1pPr>
            </a:lstStyle>
            <a:p>
              <a:r>
                <a:t>P3</a:t>
              </a:r>
            </a:p>
          </p:txBody>
        </p:sp>
        <p:sp>
          <p:nvSpPr>
            <p:cNvPr id="64" name="P1">
              <a:extLst>
                <a:ext uri="{FF2B5EF4-FFF2-40B4-BE49-F238E27FC236}">
                  <a16:creationId xmlns:a16="http://schemas.microsoft.com/office/drawing/2014/main" id="{C68851EA-7C18-DF44-9EE6-7619AEC1C61D}"/>
                </a:ext>
              </a:extLst>
            </p:cNvPr>
            <p:cNvSpPr/>
            <p:nvPr/>
          </p:nvSpPr>
          <p:spPr>
            <a:xfrm>
              <a:off x="10655300" y="2222500"/>
              <a:ext cx="1270000" cy="1003300"/>
            </a:xfrm>
            <a:prstGeom prst="roundRect">
              <a:avLst>
                <a:gd name="adj" fmla="val 18987"/>
              </a:avLst>
            </a:prstGeom>
            <a:solidFill>
              <a:srgbClr val="D4E3FE"/>
            </a:solidFill>
            <a:ln w="25400">
              <a:solidFill>
                <a:srgbClr val="000000"/>
              </a:solidFill>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chor="ctr"/>
            <a:lstStyle>
              <a:lvl1pPr>
                <a:defRPr sz="3600">
                  <a:latin typeface="Courier"/>
                  <a:ea typeface="Courier"/>
                  <a:cs typeface="Courier"/>
                  <a:sym typeface="Courier"/>
                </a:defRPr>
              </a:lvl1pPr>
            </a:lstStyle>
            <a:p>
              <a:r>
                <a:t>P1</a:t>
              </a:r>
            </a:p>
          </p:txBody>
        </p:sp>
        <p:sp>
          <p:nvSpPr>
            <p:cNvPr id="65" name="P8">
              <a:extLst>
                <a:ext uri="{FF2B5EF4-FFF2-40B4-BE49-F238E27FC236}">
                  <a16:creationId xmlns:a16="http://schemas.microsoft.com/office/drawing/2014/main" id="{05E97109-95E9-2342-9DAD-449DBAA1F320}"/>
                </a:ext>
              </a:extLst>
            </p:cNvPr>
            <p:cNvSpPr/>
            <p:nvPr/>
          </p:nvSpPr>
          <p:spPr>
            <a:xfrm>
              <a:off x="8216900" y="2222500"/>
              <a:ext cx="1270000" cy="1003300"/>
            </a:xfrm>
            <a:prstGeom prst="roundRect">
              <a:avLst>
                <a:gd name="adj" fmla="val 18987"/>
              </a:avLst>
            </a:prstGeom>
            <a:solidFill>
              <a:srgbClr val="D4E3FE"/>
            </a:solidFill>
            <a:ln w="25400">
              <a:solidFill>
                <a:srgbClr val="000000"/>
              </a:solidFill>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chor="ctr"/>
            <a:lstStyle>
              <a:lvl1pPr>
                <a:defRPr sz="3600">
                  <a:latin typeface="Courier"/>
                  <a:ea typeface="Courier"/>
                  <a:cs typeface="Courier"/>
                  <a:sym typeface="Courier"/>
                </a:defRPr>
              </a:lvl1pPr>
            </a:lstStyle>
            <a:p>
              <a:r>
                <a:t>P8</a:t>
              </a:r>
            </a:p>
          </p:txBody>
        </p:sp>
        <p:sp>
          <p:nvSpPr>
            <p:cNvPr id="66" name="P6">
              <a:extLst>
                <a:ext uri="{FF2B5EF4-FFF2-40B4-BE49-F238E27FC236}">
                  <a16:creationId xmlns:a16="http://schemas.microsoft.com/office/drawing/2014/main" id="{58F5333C-F59E-FC45-A596-3029FE651A8B}"/>
                </a:ext>
              </a:extLst>
            </p:cNvPr>
            <p:cNvSpPr/>
            <p:nvPr/>
          </p:nvSpPr>
          <p:spPr>
            <a:xfrm>
              <a:off x="8064500" y="6159500"/>
              <a:ext cx="1270000" cy="1003300"/>
            </a:xfrm>
            <a:prstGeom prst="roundRect">
              <a:avLst>
                <a:gd name="adj" fmla="val 18987"/>
              </a:avLst>
            </a:prstGeom>
            <a:solidFill>
              <a:srgbClr val="D4E3FE"/>
            </a:solidFill>
            <a:ln w="25400">
              <a:solidFill>
                <a:srgbClr val="000000"/>
              </a:solidFill>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chor="ctr"/>
            <a:lstStyle>
              <a:lvl1pPr>
                <a:defRPr sz="3600">
                  <a:latin typeface="Courier"/>
                  <a:ea typeface="Courier"/>
                  <a:cs typeface="Courier"/>
                  <a:sym typeface="Courier"/>
                </a:defRPr>
              </a:lvl1pPr>
            </a:lstStyle>
            <a:p>
              <a:r>
                <a:t>P6</a:t>
              </a:r>
            </a:p>
          </p:txBody>
        </p:sp>
        <p:sp>
          <p:nvSpPr>
            <p:cNvPr id="67" name="P5">
              <a:extLst>
                <a:ext uri="{FF2B5EF4-FFF2-40B4-BE49-F238E27FC236}">
                  <a16:creationId xmlns:a16="http://schemas.microsoft.com/office/drawing/2014/main" id="{F69E870A-2D23-0643-9EE0-0CB78258362A}"/>
                </a:ext>
              </a:extLst>
            </p:cNvPr>
            <p:cNvSpPr/>
            <p:nvPr/>
          </p:nvSpPr>
          <p:spPr>
            <a:xfrm>
              <a:off x="8610600" y="8089900"/>
              <a:ext cx="1270000" cy="1003300"/>
            </a:xfrm>
            <a:prstGeom prst="roundRect">
              <a:avLst>
                <a:gd name="adj" fmla="val 18987"/>
              </a:avLst>
            </a:prstGeom>
            <a:solidFill>
              <a:srgbClr val="B51A00"/>
            </a:solidFill>
            <a:ln w="25400">
              <a:solidFill>
                <a:srgbClr val="000000"/>
              </a:solidFill>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chor="ctr"/>
            <a:lstStyle>
              <a:lvl1pPr>
                <a:defRPr sz="3600">
                  <a:latin typeface="Courier"/>
                  <a:ea typeface="Courier"/>
                  <a:cs typeface="Courier"/>
                  <a:sym typeface="Courier"/>
                </a:defRPr>
              </a:lvl1pPr>
            </a:lstStyle>
            <a:p>
              <a:r>
                <a:t>P5</a:t>
              </a:r>
            </a:p>
          </p:txBody>
        </p:sp>
        <p:sp>
          <p:nvSpPr>
            <p:cNvPr id="68" name="P7">
              <a:extLst>
                <a:ext uri="{FF2B5EF4-FFF2-40B4-BE49-F238E27FC236}">
                  <a16:creationId xmlns:a16="http://schemas.microsoft.com/office/drawing/2014/main" id="{69668FC2-58B1-5B44-BC8A-667E002843D4}"/>
                </a:ext>
              </a:extLst>
            </p:cNvPr>
            <p:cNvSpPr/>
            <p:nvPr/>
          </p:nvSpPr>
          <p:spPr>
            <a:xfrm>
              <a:off x="8064500" y="4152900"/>
              <a:ext cx="1270000" cy="1003300"/>
            </a:xfrm>
            <a:prstGeom prst="roundRect">
              <a:avLst>
                <a:gd name="adj" fmla="val 18987"/>
              </a:avLst>
            </a:prstGeom>
            <a:solidFill>
              <a:srgbClr val="B51A00"/>
            </a:solidFill>
            <a:ln w="25400">
              <a:solidFill>
                <a:srgbClr val="000000"/>
              </a:solidFill>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chor="ctr"/>
            <a:lstStyle>
              <a:lvl1pPr>
                <a:defRPr sz="3600">
                  <a:latin typeface="Courier"/>
                  <a:ea typeface="Courier"/>
                  <a:cs typeface="Courier"/>
                  <a:sym typeface="Courier"/>
                </a:defRPr>
              </a:lvl1pPr>
            </a:lstStyle>
            <a:p>
              <a:r>
                <a:t>P7</a:t>
              </a:r>
            </a:p>
          </p:txBody>
        </p:sp>
        <p:sp>
          <p:nvSpPr>
            <p:cNvPr id="69" name="Line">
              <a:extLst>
                <a:ext uri="{FF2B5EF4-FFF2-40B4-BE49-F238E27FC236}">
                  <a16:creationId xmlns:a16="http://schemas.microsoft.com/office/drawing/2014/main" id="{D781CB2F-1A41-BE43-9F5A-83870FD6F178}"/>
                </a:ext>
              </a:extLst>
            </p:cNvPr>
            <p:cNvSpPr/>
            <p:nvPr/>
          </p:nvSpPr>
          <p:spPr>
            <a:xfrm flipH="1">
              <a:off x="8216900" y="3238500"/>
              <a:ext cx="152401" cy="2857498"/>
            </a:xfrm>
            <a:prstGeom prst="line">
              <a:avLst/>
            </a:prstGeom>
            <a:ln w="38100">
              <a:solidFill>
                <a:srgbClr val="000000"/>
              </a:solidFill>
              <a:miter lim="400000"/>
              <a:headEnd type="stealth"/>
            </a:ln>
          </p:spPr>
          <p:txBody>
            <a:bodyPr lIns="0" tIns="0" rIns="0" bIns="0"/>
            <a:lstStyle/>
            <a:p>
              <a:pPr algn="l" defTabSz="457200">
                <a:defRPr sz="1200"/>
              </a:pPr>
              <a:endParaRPr/>
            </a:p>
          </p:txBody>
        </p:sp>
        <p:sp>
          <p:nvSpPr>
            <p:cNvPr id="70" name="Line">
              <a:extLst>
                <a:ext uri="{FF2B5EF4-FFF2-40B4-BE49-F238E27FC236}">
                  <a16:creationId xmlns:a16="http://schemas.microsoft.com/office/drawing/2014/main" id="{7A44DB56-B5A3-DA46-980D-8F844F38B37A}"/>
                </a:ext>
              </a:extLst>
            </p:cNvPr>
            <p:cNvSpPr/>
            <p:nvPr/>
          </p:nvSpPr>
          <p:spPr>
            <a:xfrm flipH="1" flipV="1">
              <a:off x="9309100" y="3225799"/>
              <a:ext cx="2032000" cy="2946405"/>
            </a:xfrm>
            <a:prstGeom prst="line">
              <a:avLst/>
            </a:prstGeom>
            <a:ln w="38100">
              <a:solidFill>
                <a:srgbClr val="000000"/>
              </a:solidFill>
              <a:miter lim="400000"/>
              <a:headEnd type="stealth"/>
            </a:ln>
          </p:spPr>
          <p:txBody>
            <a:bodyPr lIns="0" tIns="0" rIns="0" bIns="0"/>
            <a:lstStyle/>
            <a:p>
              <a:pPr algn="l" defTabSz="457200">
                <a:defRPr sz="1200"/>
              </a:pPr>
              <a:endParaRPr/>
            </a:p>
          </p:txBody>
        </p:sp>
        <p:sp>
          <p:nvSpPr>
            <p:cNvPr id="71" name="I WON!!!">
              <a:extLst>
                <a:ext uri="{FF2B5EF4-FFF2-40B4-BE49-F238E27FC236}">
                  <a16:creationId xmlns:a16="http://schemas.microsoft.com/office/drawing/2014/main" id="{BC4CD662-DA02-3B40-BC66-4B4FB673E437}"/>
                </a:ext>
              </a:extLst>
            </p:cNvPr>
            <p:cNvSpPr txBox="1"/>
            <p:nvPr/>
          </p:nvSpPr>
          <p:spPr>
            <a:xfrm rot="3399990">
              <a:off x="9614160" y="4292600"/>
              <a:ext cx="2158827" cy="7366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50800" tIns="50800" rIns="50800" bIns="50800" anchor="ctr">
              <a:spAutoFit/>
            </a:bodyPr>
            <a:lstStyle/>
            <a:p>
              <a:r>
                <a:t>I WON!!!</a:t>
              </a:r>
            </a:p>
          </p:txBody>
        </p:sp>
        <p:sp>
          <p:nvSpPr>
            <p:cNvPr id="72" name="Election!">
              <a:extLst>
                <a:ext uri="{FF2B5EF4-FFF2-40B4-BE49-F238E27FC236}">
                  <a16:creationId xmlns:a16="http://schemas.microsoft.com/office/drawing/2014/main" id="{33AF1D59-B344-AB42-862E-59396FB6B3F2}"/>
                </a:ext>
              </a:extLst>
            </p:cNvPr>
            <p:cNvSpPr txBox="1"/>
            <p:nvPr/>
          </p:nvSpPr>
          <p:spPr>
            <a:xfrm rot="16199489">
              <a:off x="6959370" y="5295900"/>
              <a:ext cx="1575607" cy="5588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50800" tIns="50800" rIns="50800" bIns="50800" anchor="ctr">
              <a:spAutoFit/>
            </a:bodyPr>
            <a:lstStyle>
              <a:lvl1pPr>
                <a:defRPr sz="3000"/>
              </a:lvl1pPr>
            </a:lstStyle>
            <a:p>
              <a:r>
                <a:t>Election!</a:t>
              </a:r>
            </a:p>
          </p:txBody>
        </p:sp>
        <p:sp>
          <p:nvSpPr>
            <p:cNvPr id="73" name="Line">
              <a:extLst>
                <a:ext uri="{FF2B5EF4-FFF2-40B4-BE49-F238E27FC236}">
                  <a16:creationId xmlns:a16="http://schemas.microsoft.com/office/drawing/2014/main" id="{91233A47-AD55-8F45-91B0-FC01FD1A3364}"/>
                </a:ext>
              </a:extLst>
            </p:cNvPr>
            <p:cNvSpPr/>
            <p:nvPr/>
          </p:nvSpPr>
          <p:spPr>
            <a:xfrm>
              <a:off x="8661399" y="5218290"/>
              <a:ext cx="1" cy="915807"/>
            </a:xfrm>
            <a:prstGeom prst="line">
              <a:avLst/>
            </a:prstGeom>
            <a:ln w="38100">
              <a:solidFill>
                <a:srgbClr val="000000"/>
              </a:solidFill>
              <a:custDash>
                <a:ds d="200000" sp="200000"/>
              </a:custDash>
              <a:miter lim="400000"/>
              <a:headEnd type="stealth"/>
            </a:ln>
          </p:spPr>
          <p:txBody>
            <a:bodyPr lIns="0" tIns="0" rIns="0" bIns="0"/>
            <a:lstStyle/>
            <a:p>
              <a:pPr algn="l" defTabSz="457200">
                <a:defRPr sz="1200"/>
              </a:pPr>
              <a:endParaRPr/>
            </a:p>
          </p:txBody>
        </p:sp>
        <p:sp>
          <p:nvSpPr>
            <p:cNvPr id="74" name="Line">
              <a:extLst>
                <a:ext uri="{FF2B5EF4-FFF2-40B4-BE49-F238E27FC236}">
                  <a16:creationId xmlns:a16="http://schemas.microsoft.com/office/drawing/2014/main" id="{14792491-402C-6B47-8E57-2F04D0E0AB0C}"/>
                </a:ext>
              </a:extLst>
            </p:cNvPr>
            <p:cNvSpPr/>
            <p:nvPr/>
          </p:nvSpPr>
          <p:spPr>
            <a:xfrm flipH="1">
              <a:off x="9499600" y="2743200"/>
              <a:ext cx="1156328" cy="1"/>
            </a:xfrm>
            <a:prstGeom prst="line">
              <a:avLst/>
            </a:prstGeom>
            <a:ln w="38100">
              <a:solidFill>
                <a:srgbClr val="000000"/>
              </a:solidFill>
              <a:miter lim="400000"/>
              <a:headEnd type="stealth"/>
            </a:ln>
          </p:spPr>
          <p:txBody>
            <a:bodyPr lIns="0" tIns="0" rIns="0" bIns="0"/>
            <a:lstStyle/>
            <a:p>
              <a:pPr algn="l" defTabSz="457200">
                <a:defRPr sz="1200"/>
              </a:pPr>
              <a:endParaRPr/>
            </a:p>
          </p:txBody>
        </p:sp>
        <p:sp>
          <p:nvSpPr>
            <p:cNvPr id="75" name="Line">
              <a:extLst>
                <a:ext uri="{FF2B5EF4-FFF2-40B4-BE49-F238E27FC236}">
                  <a16:creationId xmlns:a16="http://schemas.microsoft.com/office/drawing/2014/main" id="{327FC20D-33CD-354A-B0D0-F2ED87CE88F0}"/>
                </a:ext>
              </a:extLst>
            </p:cNvPr>
            <p:cNvSpPr/>
            <p:nvPr/>
          </p:nvSpPr>
          <p:spPr>
            <a:xfrm flipH="1" flipV="1">
              <a:off x="9499600" y="2946400"/>
              <a:ext cx="1739900" cy="1282701"/>
            </a:xfrm>
            <a:prstGeom prst="line">
              <a:avLst/>
            </a:prstGeom>
            <a:ln w="38100">
              <a:solidFill>
                <a:srgbClr val="000000"/>
              </a:solidFill>
              <a:miter lim="400000"/>
              <a:headEnd type="stealth"/>
            </a:ln>
          </p:spPr>
          <p:txBody>
            <a:bodyPr lIns="0" tIns="0" rIns="0" bIns="0"/>
            <a:lstStyle/>
            <a:p>
              <a:pPr algn="l" defTabSz="457200">
                <a:defRPr sz="1200"/>
              </a:pPr>
              <a:endParaRPr/>
            </a:p>
          </p:txBody>
        </p:sp>
        <p:sp>
          <p:nvSpPr>
            <p:cNvPr id="76" name="Line">
              <a:extLst>
                <a:ext uri="{FF2B5EF4-FFF2-40B4-BE49-F238E27FC236}">
                  <a16:creationId xmlns:a16="http://schemas.microsoft.com/office/drawing/2014/main" id="{FB0E861C-EDA0-0B48-A0C5-02A9820FE530}"/>
                </a:ext>
              </a:extLst>
            </p:cNvPr>
            <p:cNvSpPr/>
            <p:nvPr/>
          </p:nvSpPr>
          <p:spPr>
            <a:xfrm flipH="1" flipV="1">
              <a:off x="9232900" y="3225799"/>
              <a:ext cx="660401" cy="1358901"/>
            </a:xfrm>
            <a:prstGeom prst="line">
              <a:avLst/>
            </a:prstGeom>
            <a:ln w="38100">
              <a:solidFill>
                <a:srgbClr val="000000"/>
              </a:solidFill>
              <a:miter lim="400000"/>
              <a:headEnd type="stealth"/>
            </a:ln>
          </p:spPr>
          <p:txBody>
            <a:bodyPr lIns="0" tIns="0" rIns="0" bIns="0"/>
            <a:lstStyle/>
            <a:p>
              <a:pPr algn="l" defTabSz="457200">
                <a:defRPr sz="1200"/>
              </a:pPr>
              <a:endParaRPr/>
            </a:p>
          </p:txBody>
        </p:sp>
        <p:sp>
          <p:nvSpPr>
            <p:cNvPr id="77" name="Line">
              <a:extLst>
                <a:ext uri="{FF2B5EF4-FFF2-40B4-BE49-F238E27FC236}">
                  <a16:creationId xmlns:a16="http://schemas.microsoft.com/office/drawing/2014/main" id="{A80ACB1F-48AF-554B-A174-AC658D0AD940}"/>
                </a:ext>
              </a:extLst>
            </p:cNvPr>
            <p:cNvSpPr/>
            <p:nvPr/>
          </p:nvSpPr>
          <p:spPr>
            <a:xfrm flipH="1" flipV="1">
              <a:off x="9169400" y="3263899"/>
              <a:ext cx="406401" cy="1346201"/>
            </a:xfrm>
            <a:prstGeom prst="line">
              <a:avLst/>
            </a:prstGeom>
            <a:ln w="38100">
              <a:solidFill>
                <a:srgbClr val="000000"/>
              </a:solidFill>
              <a:miter lim="400000"/>
              <a:headEnd type="stealth"/>
            </a:ln>
          </p:spPr>
          <p:txBody>
            <a:bodyPr lIns="0" tIns="0" rIns="0" bIns="0"/>
            <a:lstStyle/>
            <a:p>
              <a:pPr algn="l" defTabSz="457200">
                <a:defRPr sz="1200"/>
              </a:pPr>
              <a:endParaRPr/>
            </a:p>
          </p:txBody>
        </p:sp>
        <p:sp>
          <p:nvSpPr>
            <p:cNvPr id="78" name="Star">
              <a:extLst>
                <a:ext uri="{FF2B5EF4-FFF2-40B4-BE49-F238E27FC236}">
                  <a16:creationId xmlns:a16="http://schemas.microsoft.com/office/drawing/2014/main" id="{D15032CE-0347-854B-BACE-E2843A1715EE}"/>
                </a:ext>
              </a:extLst>
            </p:cNvPr>
            <p:cNvSpPr/>
            <p:nvPr/>
          </p:nvSpPr>
          <p:spPr>
            <a:xfrm>
              <a:off x="8549939" y="1892300"/>
              <a:ext cx="603922" cy="448004"/>
            </a:xfrm>
            <a:prstGeom prst="star5">
              <a:avLst>
                <a:gd name="adj" fmla="val 25000"/>
                <a:gd name="hf" fmla="val 105146"/>
                <a:gd name="vf" fmla="val 110557"/>
              </a:avLst>
            </a:prstGeom>
            <a:solidFill>
              <a:srgbClr val="FFE9A0"/>
            </a:solidFill>
            <a:ln w="25400">
              <a:solidFill>
                <a:srgbClr val="000000"/>
              </a:solidFill>
              <a:miter lim="400000"/>
            </a:ln>
          </p:spPr>
          <p:txBody>
            <a:bodyPr lIns="50800" tIns="50800" rIns="50800" bIns="50800"/>
            <a:lstStyle/>
            <a:p>
              <a:pPr algn="l">
                <a:defRPr sz="3600">
                  <a:latin typeface="Courier"/>
                  <a:ea typeface="Courier"/>
                  <a:cs typeface="Courier"/>
                  <a:sym typeface="Courier"/>
                </a:defRPr>
              </a:pPr>
              <a:endParaRPr/>
            </a:p>
          </p:txBody>
        </p:sp>
      </p:grpSp>
    </p:spTree>
    <p:extLst>
      <p:ext uri="{BB962C8B-B14F-4D97-AF65-F5344CB8AC3E}">
        <p14:creationId xmlns:p14="http://schemas.microsoft.com/office/powerpoint/2010/main" val="3617721728"/>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EBAEA0-7A97-4F50-831E-3D07C59D58F6}"/>
              </a:ext>
            </a:extLst>
          </p:cNvPr>
          <p:cNvSpPr>
            <a:spLocks noGrp="1"/>
          </p:cNvSpPr>
          <p:nvPr>
            <p:ph type="title"/>
          </p:nvPr>
        </p:nvSpPr>
        <p:spPr/>
        <p:txBody>
          <a:bodyPr/>
          <a:lstStyle/>
          <a:p>
            <a:r>
              <a:rPr lang="en-US"/>
              <a:t>Ring Algorithm</a:t>
            </a:r>
          </a:p>
        </p:txBody>
      </p:sp>
      <p:sp>
        <p:nvSpPr>
          <p:cNvPr id="3" name="Content Placeholder 2">
            <a:extLst>
              <a:ext uri="{FF2B5EF4-FFF2-40B4-BE49-F238E27FC236}">
                <a16:creationId xmlns:a16="http://schemas.microsoft.com/office/drawing/2014/main" id="{20BB931B-584E-47B0-9307-221859B45CAE}"/>
              </a:ext>
            </a:extLst>
          </p:cNvPr>
          <p:cNvSpPr>
            <a:spLocks noGrp="1"/>
          </p:cNvSpPr>
          <p:nvPr>
            <p:ph idx="1"/>
          </p:nvPr>
        </p:nvSpPr>
        <p:spPr>
          <a:xfrm>
            <a:off x="685800" y="2194560"/>
            <a:ext cx="5317958" cy="4024125"/>
          </a:xfrm>
        </p:spPr>
        <p:txBody>
          <a:bodyPr/>
          <a:lstStyle/>
          <a:p>
            <a:r>
              <a:rPr lang="en-US" b="1">
                <a:latin typeface="Helvetica Neue"/>
                <a:ea typeface="Helvetica Neue"/>
                <a:cs typeface="Helvetica Neue"/>
                <a:sym typeface="Helvetica Neue"/>
              </a:rPr>
              <a:t>Initiator</a:t>
            </a:r>
            <a:r>
              <a:rPr lang="en-US"/>
              <a:t> sends an </a:t>
            </a:r>
            <a:r>
              <a:rPr lang="en-US" b="1">
                <a:latin typeface="Helvetica Neue"/>
                <a:ea typeface="Helvetica Neue"/>
                <a:cs typeface="Helvetica Neue"/>
                <a:sym typeface="Helvetica Neue"/>
              </a:rPr>
              <a:t>Election</a:t>
            </a:r>
            <a:r>
              <a:rPr lang="en-US"/>
              <a:t> message around the ring</a:t>
            </a:r>
          </a:p>
          <a:p>
            <a:r>
              <a:rPr lang="en-US"/>
              <a:t>Add your ID to the message</a:t>
            </a:r>
          </a:p>
          <a:p>
            <a:r>
              <a:rPr lang="en-US"/>
              <a:t>When Initiator receives message again, it announces the winner</a:t>
            </a:r>
          </a:p>
          <a:p>
            <a:endParaRPr lang="en-US"/>
          </a:p>
          <a:p>
            <a:r>
              <a:rPr lang="en-US"/>
              <a:t>What happens if multiple elections occur at the same time?</a:t>
            </a:r>
          </a:p>
        </p:txBody>
      </p:sp>
      <p:sp>
        <p:nvSpPr>
          <p:cNvPr id="4" name="Footer Placeholder 3">
            <a:extLst>
              <a:ext uri="{FF2B5EF4-FFF2-40B4-BE49-F238E27FC236}">
                <a16:creationId xmlns:a16="http://schemas.microsoft.com/office/drawing/2014/main" id="{652ECCDC-B25D-4E6D-8853-CD86030C4BC8}"/>
              </a:ext>
            </a:extLst>
          </p:cNvPr>
          <p:cNvSpPr>
            <a:spLocks noGrp="1"/>
          </p:cNvSpPr>
          <p:nvPr>
            <p:ph type="ftr" sz="quarter" idx="11"/>
          </p:nvPr>
        </p:nvSpPr>
        <p:spPr/>
        <p:txBody>
          <a:bodyPr/>
          <a:lstStyle/>
          <a:p>
            <a:r>
              <a:rPr lang="en-US"/>
              <a:t>Prof. Tim Wood &amp; Prof. Roozbeh Haghnazar</a:t>
            </a:r>
          </a:p>
        </p:txBody>
      </p:sp>
      <p:grpSp>
        <p:nvGrpSpPr>
          <p:cNvPr id="5" name="Group 4">
            <a:extLst>
              <a:ext uri="{FF2B5EF4-FFF2-40B4-BE49-F238E27FC236}">
                <a16:creationId xmlns:a16="http://schemas.microsoft.com/office/drawing/2014/main" id="{0D825800-E32F-4060-A33C-5D4626CCD2BD}"/>
              </a:ext>
            </a:extLst>
          </p:cNvPr>
          <p:cNvGrpSpPr/>
          <p:nvPr/>
        </p:nvGrpSpPr>
        <p:grpSpPr>
          <a:xfrm>
            <a:off x="7576592" y="866102"/>
            <a:ext cx="3852542" cy="5489740"/>
            <a:chOff x="8064500" y="2222500"/>
            <a:chExt cx="4821657" cy="6870700"/>
          </a:xfrm>
        </p:grpSpPr>
        <p:sp>
          <p:nvSpPr>
            <p:cNvPr id="6" name="P4">
              <a:extLst>
                <a:ext uri="{FF2B5EF4-FFF2-40B4-BE49-F238E27FC236}">
                  <a16:creationId xmlns:a16="http://schemas.microsoft.com/office/drawing/2014/main" id="{D793B138-2DA0-4220-9D77-253FC63AA33F}"/>
                </a:ext>
              </a:extLst>
            </p:cNvPr>
            <p:cNvSpPr/>
            <p:nvPr/>
          </p:nvSpPr>
          <p:spPr>
            <a:xfrm>
              <a:off x="10909300" y="8089900"/>
              <a:ext cx="1270000" cy="1003300"/>
            </a:xfrm>
            <a:prstGeom prst="roundRect">
              <a:avLst>
                <a:gd name="adj" fmla="val 18987"/>
              </a:avLst>
            </a:prstGeom>
            <a:solidFill>
              <a:srgbClr val="B51A00"/>
            </a:solidFill>
            <a:ln w="25400">
              <a:solidFill>
                <a:srgbClr val="000000"/>
              </a:solidFill>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lIns="50800" tIns="50800" rIns="50800" bIns="50800" anchor="ctr"/>
            <a:lstStyle>
              <a:lvl1pPr>
                <a:defRPr sz="3600">
                  <a:latin typeface="Courier"/>
                  <a:ea typeface="Courier"/>
                  <a:cs typeface="Courier"/>
                  <a:sym typeface="Courier"/>
                </a:defRPr>
              </a:lvl1pPr>
            </a:lstStyle>
            <a:p>
              <a:pPr marL="0" marR="0" lvl="0" indent="0" algn="ctr" defTabSz="584200" eaLnBrk="1" fontAlgn="auto" latinLnBrk="0" hangingPunct="0">
                <a:lnSpc>
                  <a:spcPct val="100000"/>
                </a:lnSpc>
                <a:spcBef>
                  <a:spcPts val="0"/>
                </a:spcBef>
                <a:spcAft>
                  <a:spcPts val="0"/>
                </a:spcAft>
                <a:buClrTx/>
                <a:buSzTx/>
                <a:buFontTx/>
                <a:buNone/>
                <a:tabLst/>
                <a:defRPr/>
              </a:pPr>
              <a:r>
                <a:rPr kumimoji="0" sz="2400" b="0" i="0" u="none" strike="noStrike" kern="0" cap="none" spc="0" normalizeH="0" baseline="0" noProof="0">
                  <a:ln>
                    <a:noFill/>
                  </a:ln>
                  <a:solidFill>
                    <a:srgbClr val="000000"/>
                  </a:solidFill>
                  <a:effectLst/>
                  <a:uLnTx/>
                  <a:uFillTx/>
                  <a:latin typeface="Courier"/>
                  <a:sym typeface="Courier"/>
                </a:rPr>
                <a:t>P4</a:t>
              </a:r>
            </a:p>
          </p:txBody>
        </p:sp>
        <p:sp>
          <p:nvSpPr>
            <p:cNvPr id="7" name="P2">
              <a:extLst>
                <a:ext uri="{FF2B5EF4-FFF2-40B4-BE49-F238E27FC236}">
                  <a16:creationId xmlns:a16="http://schemas.microsoft.com/office/drawing/2014/main" id="{91E736E1-530E-42A5-B8F4-FF3C6A59AD2C}"/>
                </a:ext>
              </a:extLst>
            </p:cNvPr>
            <p:cNvSpPr/>
            <p:nvPr/>
          </p:nvSpPr>
          <p:spPr>
            <a:xfrm>
              <a:off x="11201400" y="4152900"/>
              <a:ext cx="1270000" cy="1003300"/>
            </a:xfrm>
            <a:prstGeom prst="roundRect">
              <a:avLst>
                <a:gd name="adj" fmla="val 18987"/>
              </a:avLst>
            </a:prstGeom>
            <a:solidFill>
              <a:srgbClr val="D4E3FE"/>
            </a:solidFill>
            <a:ln w="25400">
              <a:solidFill>
                <a:srgbClr val="000000"/>
              </a:solidFill>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lIns="50800" tIns="50800" rIns="50800" bIns="50800" anchor="ctr"/>
            <a:lstStyle>
              <a:lvl1pPr>
                <a:defRPr sz="3600">
                  <a:latin typeface="Courier"/>
                  <a:ea typeface="Courier"/>
                  <a:cs typeface="Courier"/>
                  <a:sym typeface="Courier"/>
                </a:defRPr>
              </a:lvl1pPr>
            </a:lstStyle>
            <a:p>
              <a:pPr marL="0" marR="0" lvl="0" indent="0" algn="ctr" defTabSz="584200" eaLnBrk="1" fontAlgn="auto" latinLnBrk="0" hangingPunct="0">
                <a:lnSpc>
                  <a:spcPct val="100000"/>
                </a:lnSpc>
                <a:spcBef>
                  <a:spcPts val="0"/>
                </a:spcBef>
                <a:spcAft>
                  <a:spcPts val="0"/>
                </a:spcAft>
                <a:buClrTx/>
                <a:buSzTx/>
                <a:buFontTx/>
                <a:buNone/>
                <a:tabLst/>
                <a:defRPr/>
              </a:pPr>
              <a:r>
                <a:rPr kumimoji="0" sz="2400" b="0" i="0" u="none" strike="noStrike" kern="0" cap="none" spc="0" normalizeH="0" baseline="0" noProof="0">
                  <a:ln>
                    <a:noFill/>
                  </a:ln>
                  <a:solidFill>
                    <a:srgbClr val="000000"/>
                  </a:solidFill>
                  <a:effectLst/>
                  <a:uLnTx/>
                  <a:uFillTx/>
                  <a:latin typeface="Courier"/>
                  <a:sym typeface="Courier"/>
                </a:rPr>
                <a:t>P2</a:t>
              </a:r>
            </a:p>
          </p:txBody>
        </p:sp>
        <p:sp>
          <p:nvSpPr>
            <p:cNvPr id="8" name="P3">
              <a:extLst>
                <a:ext uri="{FF2B5EF4-FFF2-40B4-BE49-F238E27FC236}">
                  <a16:creationId xmlns:a16="http://schemas.microsoft.com/office/drawing/2014/main" id="{C3671B7F-5DFA-4261-8240-E251CE0DF6CD}"/>
                </a:ext>
              </a:extLst>
            </p:cNvPr>
            <p:cNvSpPr/>
            <p:nvPr/>
          </p:nvSpPr>
          <p:spPr>
            <a:xfrm>
              <a:off x="11201400" y="6159500"/>
              <a:ext cx="1270000" cy="1003300"/>
            </a:xfrm>
            <a:prstGeom prst="roundRect">
              <a:avLst>
                <a:gd name="adj" fmla="val 18987"/>
              </a:avLst>
            </a:prstGeom>
            <a:solidFill>
              <a:srgbClr val="D4E3FE"/>
            </a:solidFill>
            <a:ln w="25400">
              <a:solidFill>
                <a:srgbClr val="000000"/>
              </a:solidFill>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lIns="50800" tIns="50800" rIns="50800" bIns="50800" anchor="ctr"/>
            <a:lstStyle>
              <a:lvl1pPr>
                <a:defRPr sz="3600">
                  <a:latin typeface="Courier"/>
                  <a:ea typeface="Courier"/>
                  <a:cs typeface="Courier"/>
                  <a:sym typeface="Courier"/>
                </a:defRPr>
              </a:lvl1pPr>
            </a:lstStyle>
            <a:p>
              <a:pPr marL="0" marR="0" lvl="0" indent="0" algn="ctr" defTabSz="584200" eaLnBrk="1" fontAlgn="auto" latinLnBrk="0" hangingPunct="0">
                <a:lnSpc>
                  <a:spcPct val="100000"/>
                </a:lnSpc>
                <a:spcBef>
                  <a:spcPts val="0"/>
                </a:spcBef>
                <a:spcAft>
                  <a:spcPts val="0"/>
                </a:spcAft>
                <a:buClrTx/>
                <a:buSzTx/>
                <a:buFontTx/>
                <a:buNone/>
                <a:tabLst/>
                <a:defRPr/>
              </a:pPr>
              <a:r>
                <a:rPr kumimoji="0" sz="2400" b="0" i="0" u="none" strike="noStrike" kern="0" cap="none" spc="0" normalizeH="0" baseline="0" noProof="0">
                  <a:ln>
                    <a:noFill/>
                  </a:ln>
                  <a:solidFill>
                    <a:srgbClr val="000000"/>
                  </a:solidFill>
                  <a:effectLst/>
                  <a:uLnTx/>
                  <a:uFillTx/>
                  <a:latin typeface="Courier"/>
                  <a:sym typeface="Courier"/>
                </a:rPr>
                <a:t>P3</a:t>
              </a:r>
            </a:p>
          </p:txBody>
        </p:sp>
        <p:sp>
          <p:nvSpPr>
            <p:cNvPr id="9" name="P1">
              <a:extLst>
                <a:ext uri="{FF2B5EF4-FFF2-40B4-BE49-F238E27FC236}">
                  <a16:creationId xmlns:a16="http://schemas.microsoft.com/office/drawing/2014/main" id="{33C7BBF0-360A-4022-B19F-40EB20354BC0}"/>
                </a:ext>
              </a:extLst>
            </p:cNvPr>
            <p:cNvSpPr/>
            <p:nvPr/>
          </p:nvSpPr>
          <p:spPr>
            <a:xfrm>
              <a:off x="10655300" y="2222500"/>
              <a:ext cx="1270000" cy="1003300"/>
            </a:xfrm>
            <a:prstGeom prst="roundRect">
              <a:avLst>
                <a:gd name="adj" fmla="val 18987"/>
              </a:avLst>
            </a:prstGeom>
            <a:solidFill>
              <a:srgbClr val="D4E3FE"/>
            </a:solidFill>
            <a:ln w="25400">
              <a:solidFill>
                <a:srgbClr val="000000"/>
              </a:solidFill>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lIns="50800" tIns="50800" rIns="50800" bIns="50800" anchor="ctr"/>
            <a:lstStyle>
              <a:lvl1pPr>
                <a:defRPr sz="3600">
                  <a:latin typeface="Courier"/>
                  <a:ea typeface="Courier"/>
                  <a:cs typeface="Courier"/>
                  <a:sym typeface="Courier"/>
                </a:defRPr>
              </a:lvl1pPr>
            </a:lstStyle>
            <a:p>
              <a:pPr marL="0" marR="0" lvl="0" indent="0" algn="ctr" defTabSz="584200" eaLnBrk="1" fontAlgn="auto" latinLnBrk="0" hangingPunct="0">
                <a:lnSpc>
                  <a:spcPct val="100000"/>
                </a:lnSpc>
                <a:spcBef>
                  <a:spcPts val="0"/>
                </a:spcBef>
                <a:spcAft>
                  <a:spcPts val="0"/>
                </a:spcAft>
                <a:buClrTx/>
                <a:buSzTx/>
                <a:buFontTx/>
                <a:buNone/>
                <a:tabLst/>
                <a:defRPr/>
              </a:pPr>
              <a:r>
                <a:rPr kumimoji="0" sz="2400" b="0" i="0" u="none" strike="noStrike" kern="0" cap="none" spc="0" normalizeH="0" baseline="0" noProof="0">
                  <a:ln>
                    <a:noFill/>
                  </a:ln>
                  <a:solidFill>
                    <a:srgbClr val="000000"/>
                  </a:solidFill>
                  <a:effectLst/>
                  <a:uLnTx/>
                  <a:uFillTx/>
                  <a:latin typeface="Courier"/>
                  <a:sym typeface="Courier"/>
                </a:rPr>
                <a:t>P1</a:t>
              </a:r>
            </a:p>
          </p:txBody>
        </p:sp>
        <p:sp>
          <p:nvSpPr>
            <p:cNvPr id="10" name="P8">
              <a:extLst>
                <a:ext uri="{FF2B5EF4-FFF2-40B4-BE49-F238E27FC236}">
                  <a16:creationId xmlns:a16="http://schemas.microsoft.com/office/drawing/2014/main" id="{635E9863-4343-4FEA-934B-AB04329E97E3}"/>
                </a:ext>
              </a:extLst>
            </p:cNvPr>
            <p:cNvSpPr/>
            <p:nvPr/>
          </p:nvSpPr>
          <p:spPr>
            <a:xfrm>
              <a:off x="8216900" y="2222500"/>
              <a:ext cx="1270000" cy="1003300"/>
            </a:xfrm>
            <a:prstGeom prst="roundRect">
              <a:avLst>
                <a:gd name="adj" fmla="val 18987"/>
              </a:avLst>
            </a:prstGeom>
            <a:solidFill>
              <a:srgbClr val="D4E3FE"/>
            </a:solidFill>
            <a:ln w="25400">
              <a:solidFill>
                <a:srgbClr val="000000"/>
              </a:solidFill>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lIns="50800" tIns="50800" rIns="50800" bIns="50800" anchor="ctr"/>
            <a:lstStyle>
              <a:lvl1pPr>
                <a:defRPr sz="3600">
                  <a:latin typeface="Courier"/>
                  <a:ea typeface="Courier"/>
                  <a:cs typeface="Courier"/>
                  <a:sym typeface="Courier"/>
                </a:defRPr>
              </a:lvl1pPr>
            </a:lstStyle>
            <a:p>
              <a:pPr marL="0" marR="0" lvl="0" indent="0" algn="ctr" defTabSz="584200" eaLnBrk="1" fontAlgn="auto" latinLnBrk="0" hangingPunct="0">
                <a:lnSpc>
                  <a:spcPct val="100000"/>
                </a:lnSpc>
                <a:spcBef>
                  <a:spcPts val="0"/>
                </a:spcBef>
                <a:spcAft>
                  <a:spcPts val="0"/>
                </a:spcAft>
                <a:buClrTx/>
                <a:buSzTx/>
                <a:buFontTx/>
                <a:buNone/>
                <a:tabLst/>
                <a:defRPr/>
              </a:pPr>
              <a:r>
                <a:rPr kumimoji="0" sz="2400" b="0" i="0" u="none" strike="noStrike" kern="0" cap="none" spc="0" normalizeH="0" baseline="0" noProof="0">
                  <a:ln>
                    <a:noFill/>
                  </a:ln>
                  <a:solidFill>
                    <a:srgbClr val="000000"/>
                  </a:solidFill>
                  <a:effectLst/>
                  <a:uLnTx/>
                  <a:uFillTx/>
                  <a:latin typeface="Courier"/>
                  <a:sym typeface="Courier"/>
                </a:rPr>
                <a:t>P8</a:t>
              </a:r>
            </a:p>
          </p:txBody>
        </p:sp>
        <p:sp>
          <p:nvSpPr>
            <p:cNvPr id="11" name="P6">
              <a:extLst>
                <a:ext uri="{FF2B5EF4-FFF2-40B4-BE49-F238E27FC236}">
                  <a16:creationId xmlns:a16="http://schemas.microsoft.com/office/drawing/2014/main" id="{A9031FD7-DA44-49C9-B66C-8C5A4492514C}"/>
                </a:ext>
              </a:extLst>
            </p:cNvPr>
            <p:cNvSpPr/>
            <p:nvPr/>
          </p:nvSpPr>
          <p:spPr>
            <a:xfrm>
              <a:off x="8064500" y="6159500"/>
              <a:ext cx="1270000" cy="1003300"/>
            </a:xfrm>
            <a:prstGeom prst="roundRect">
              <a:avLst>
                <a:gd name="adj" fmla="val 18987"/>
              </a:avLst>
            </a:prstGeom>
            <a:solidFill>
              <a:srgbClr val="D4E3FE"/>
            </a:solidFill>
            <a:ln w="25400">
              <a:solidFill>
                <a:srgbClr val="000000"/>
              </a:solidFill>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lIns="50800" tIns="50800" rIns="50800" bIns="50800" anchor="ctr"/>
            <a:lstStyle>
              <a:lvl1pPr>
                <a:defRPr sz="3600">
                  <a:latin typeface="Courier"/>
                  <a:ea typeface="Courier"/>
                  <a:cs typeface="Courier"/>
                  <a:sym typeface="Courier"/>
                </a:defRPr>
              </a:lvl1pPr>
            </a:lstStyle>
            <a:p>
              <a:pPr marL="0" marR="0" lvl="0" indent="0" algn="ctr" defTabSz="584200" eaLnBrk="1" fontAlgn="auto" latinLnBrk="0" hangingPunct="0">
                <a:lnSpc>
                  <a:spcPct val="100000"/>
                </a:lnSpc>
                <a:spcBef>
                  <a:spcPts val="0"/>
                </a:spcBef>
                <a:spcAft>
                  <a:spcPts val="0"/>
                </a:spcAft>
                <a:buClrTx/>
                <a:buSzTx/>
                <a:buFontTx/>
                <a:buNone/>
                <a:tabLst/>
                <a:defRPr/>
              </a:pPr>
              <a:r>
                <a:rPr kumimoji="0" sz="2400" b="0" i="0" u="none" strike="noStrike" kern="0" cap="none" spc="0" normalizeH="0" baseline="0" noProof="0">
                  <a:ln>
                    <a:noFill/>
                  </a:ln>
                  <a:solidFill>
                    <a:srgbClr val="000000"/>
                  </a:solidFill>
                  <a:effectLst/>
                  <a:uLnTx/>
                  <a:uFillTx/>
                  <a:latin typeface="Courier"/>
                  <a:sym typeface="Courier"/>
                </a:rPr>
                <a:t>P6</a:t>
              </a:r>
            </a:p>
          </p:txBody>
        </p:sp>
        <p:sp>
          <p:nvSpPr>
            <p:cNvPr id="12" name="P5">
              <a:extLst>
                <a:ext uri="{FF2B5EF4-FFF2-40B4-BE49-F238E27FC236}">
                  <a16:creationId xmlns:a16="http://schemas.microsoft.com/office/drawing/2014/main" id="{96880AAA-ADE1-47FB-A196-F8C98CA05DD8}"/>
                </a:ext>
              </a:extLst>
            </p:cNvPr>
            <p:cNvSpPr/>
            <p:nvPr/>
          </p:nvSpPr>
          <p:spPr>
            <a:xfrm>
              <a:off x="8610600" y="8089900"/>
              <a:ext cx="1270000" cy="1003300"/>
            </a:xfrm>
            <a:prstGeom prst="roundRect">
              <a:avLst>
                <a:gd name="adj" fmla="val 18987"/>
              </a:avLst>
            </a:prstGeom>
            <a:solidFill>
              <a:srgbClr val="B51A00"/>
            </a:solidFill>
            <a:ln w="25400">
              <a:solidFill>
                <a:srgbClr val="000000"/>
              </a:solidFill>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lIns="50800" tIns="50800" rIns="50800" bIns="50800" anchor="ctr"/>
            <a:lstStyle>
              <a:lvl1pPr>
                <a:defRPr sz="3600">
                  <a:latin typeface="Courier"/>
                  <a:ea typeface="Courier"/>
                  <a:cs typeface="Courier"/>
                  <a:sym typeface="Courier"/>
                </a:defRPr>
              </a:lvl1pPr>
            </a:lstStyle>
            <a:p>
              <a:pPr marL="0" marR="0" lvl="0" indent="0" algn="ctr" defTabSz="584200" eaLnBrk="1" fontAlgn="auto" latinLnBrk="0" hangingPunct="0">
                <a:lnSpc>
                  <a:spcPct val="100000"/>
                </a:lnSpc>
                <a:spcBef>
                  <a:spcPts val="0"/>
                </a:spcBef>
                <a:spcAft>
                  <a:spcPts val="0"/>
                </a:spcAft>
                <a:buClrTx/>
                <a:buSzTx/>
                <a:buFontTx/>
                <a:buNone/>
                <a:tabLst/>
                <a:defRPr/>
              </a:pPr>
              <a:r>
                <a:rPr kumimoji="0" sz="2400" b="0" i="0" u="none" strike="noStrike" kern="0" cap="none" spc="0" normalizeH="0" baseline="0" noProof="0">
                  <a:ln>
                    <a:noFill/>
                  </a:ln>
                  <a:solidFill>
                    <a:srgbClr val="000000"/>
                  </a:solidFill>
                  <a:effectLst/>
                  <a:uLnTx/>
                  <a:uFillTx/>
                  <a:latin typeface="Courier"/>
                  <a:sym typeface="Courier"/>
                </a:rPr>
                <a:t>P5</a:t>
              </a:r>
            </a:p>
          </p:txBody>
        </p:sp>
        <p:sp>
          <p:nvSpPr>
            <p:cNvPr id="13" name="P7">
              <a:extLst>
                <a:ext uri="{FF2B5EF4-FFF2-40B4-BE49-F238E27FC236}">
                  <a16:creationId xmlns:a16="http://schemas.microsoft.com/office/drawing/2014/main" id="{65EDBF08-756A-4800-AE9E-1C6B5902C98E}"/>
                </a:ext>
              </a:extLst>
            </p:cNvPr>
            <p:cNvSpPr/>
            <p:nvPr/>
          </p:nvSpPr>
          <p:spPr>
            <a:xfrm>
              <a:off x="8064500" y="4152900"/>
              <a:ext cx="1270000" cy="1003300"/>
            </a:xfrm>
            <a:prstGeom prst="roundRect">
              <a:avLst>
                <a:gd name="adj" fmla="val 18987"/>
              </a:avLst>
            </a:prstGeom>
            <a:solidFill>
              <a:srgbClr val="B51A00"/>
            </a:solidFill>
            <a:ln w="25400">
              <a:solidFill>
                <a:srgbClr val="000000"/>
              </a:solidFill>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lIns="50800" tIns="50800" rIns="50800" bIns="50800" anchor="ctr"/>
            <a:lstStyle>
              <a:lvl1pPr>
                <a:defRPr sz="3600">
                  <a:latin typeface="Courier"/>
                  <a:ea typeface="Courier"/>
                  <a:cs typeface="Courier"/>
                  <a:sym typeface="Courier"/>
                </a:defRPr>
              </a:lvl1pPr>
            </a:lstStyle>
            <a:p>
              <a:pPr marL="0" marR="0" lvl="0" indent="0" algn="ctr" defTabSz="584200" eaLnBrk="1" fontAlgn="auto" latinLnBrk="0" hangingPunct="0">
                <a:lnSpc>
                  <a:spcPct val="100000"/>
                </a:lnSpc>
                <a:spcBef>
                  <a:spcPts val="0"/>
                </a:spcBef>
                <a:spcAft>
                  <a:spcPts val="0"/>
                </a:spcAft>
                <a:buClrTx/>
                <a:buSzTx/>
                <a:buFontTx/>
                <a:buNone/>
                <a:tabLst/>
                <a:defRPr/>
              </a:pPr>
              <a:r>
                <a:rPr kumimoji="0" sz="2400" b="0" i="0" u="none" strike="noStrike" kern="0" cap="none" spc="0" normalizeH="0" baseline="0" noProof="0">
                  <a:ln>
                    <a:noFill/>
                  </a:ln>
                  <a:solidFill>
                    <a:srgbClr val="000000"/>
                  </a:solidFill>
                  <a:effectLst/>
                  <a:uLnTx/>
                  <a:uFillTx/>
                  <a:latin typeface="Courier"/>
                  <a:sym typeface="Courier"/>
                </a:rPr>
                <a:t>P7</a:t>
              </a:r>
            </a:p>
          </p:txBody>
        </p:sp>
        <p:sp>
          <p:nvSpPr>
            <p:cNvPr id="14" name="Line">
              <a:extLst>
                <a:ext uri="{FF2B5EF4-FFF2-40B4-BE49-F238E27FC236}">
                  <a16:creationId xmlns:a16="http://schemas.microsoft.com/office/drawing/2014/main" id="{5B14753D-6F48-4394-A6E1-3E6E787CA6B3}"/>
                </a:ext>
              </a:extLst>
            </p:cNvPr>
            <p:cNvSpPr/>
            <p:nvPr/>
          </p:nvSpPr>
          <p:spPr>
            <a:xfrm flipH="1" flipV="1">
              <a:off x="11315700" y="3314700"/>
              <a:ext cx="457201" cy="749300"/>
            </a:xfrm>
            <a:prstGeom prst="line">
              <a:avLst/>
            </a:prstGeom>
            <a:ln w="38100">
              <a:solidFill>
                <a:srgbClr val="000000"/>
              </a:solidFill>
              <a:miter lim="400000"/>
              <a:headEnd type="stealth"/>
            </a:ln>
          </p:spPr>
          <p:txBody>
            <a:bodyPr lIns="0" tIns="0" rIns="0" bIns="0"/>
            <a:lstStyle/>
            <a:p>
              <a:pPr marL="0" marR="0" lvl="0" indent="0" defTabSz="914400" eaLnBrk="1" fontAlgn="auto" latinLnBrk="0" hangingPunct="0">
                <a:lnSpc>
                  <a:spcPct val="100000"/>
                </a:lnSpc>
                <a:spcBef>
                  <a:spcPts val="0"/>
                </a:spcBef>
                <a:spcAft>
                  <a:spcPts val="0"/>
                </a:spcAft>
                <a:buClrTx/>
                <a:buSzTx/>
                <a:buFontTx/>
                <a:buNone/>
                <a:tabLst/>
                <a:defRPr sz="1200"/>
              </a:pPr>
              <a:endParaRPr kumimoji="0" sz="1000" b="0" i="0" u="none" strike="noStrike" kern="0" cap="none" spc="0" normalizeH="0" baseline="0" noProof="0">
                <a:ln>
                  <a:noFill/>
                </a:ln>
                <a:solidFill>
                  <a:srgbClr val="000000"/>
                </a:solidFill>
                <a:effectLst/>
                <a:uLnTx/>
                <a:uFillTx/>
                <a:latin typeface="Helvetica"/>
                <a:cs typeface="Helvetica"/>
                <a:sym typeface="Helvetica"/>
              </a:endParaRPr>
            </a:p>
          </p:txBody>
        </p:sp>
        <p:sp>
          <p:nvSpPr>
            <p:cNvPr id="15" name="Elect &lt;1&gt;">
              <a:extLst>
                <a:ext uri="{FF2B5EF4-FFF2-40B4-BE49-F238E27FC236}">
                  <a16:creationId xmlns:a16="http://schemas.microsoft.com/office/drawing/2014/main" id="{69D701AA-5E56-405F-A44A-B51389B13A9A}"/>
                </a:ext>
              </a:extLst>
            </p:cNvPr>
            <p:cNvSpPr txBox="1"/>
            <p:nvPr/>
          </p:nvSpPr>
          <p:spPr>
            <a:xfrm>
              <a:off x="11732762" y="3233602"/>
              <a:ext cx="842621" cy="898796"/>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none" lIns="50800" tIns="50800" rIns="50800" bIns="50800" anchor="ctr">
              <a:spAutoFit/>
            </a:bodyPr>
            <a:lstStyle/>
            <a:p>
              <a:pPr marL="0" marR="0" lvl="0" indent="0" algn="ctr" defTabSz="584200" eaLnBrk="1" fontAlgn="auto" latinLnBrk="0" hangingPunct="0">
                <a:lnSpc>
                  <a:spcPct val="100000"/>
                </a:lnSpc>
                <a:spcBef>
                  <a:spcPts val="0"/>
                </a:spcBef>
                <a:spcAft>
                  <a:spcPts val="0"/>
                </a:spcAft>
                <a:buClrTx/>
                <a:buSzTx/>
                <a:buFontTx/>
                <a:buNone/>
                <a:tabLst/>
                <a:defRPr sz="3000"/>
              </a:pPr>
              <a:r>
                <a:rPr kumimoji="0" sz="2000" b="0" i="0" u="none" strike="noStrike" kern="0" cap="none" spc="0" normalizeH="0" baseline="0" noProof="0">
                  <a:ln>
                    <a:noFill/>
                  </a:ln>
                  <a:solidFill>
                    <a:srgbClr val="000000"/>
                  </a:solidFill>
                  <a:effectLst/>
                  <a:uLnTx/>
                  <a:uFillTx/>
                  <a:latin typeface="Helvetica"/>
                  <a:cs typeface="Helvetica"/>
                  <a:sym typeface="Helvetica"/>
                </a:rPr>
                <a:t>Elect</a:t>
              </a:r>
              <a:br>
                <a:rPr kumimoji="0" sz="2000" b="0" i="0" u="none" strike="noStrike" kern="0" cap="none" spc="0" normalizeH="0" baseline="0" noProof="0">
                  <a:ln>
                    <a:noFill/>
                  </a:ln>
                  <a:solidFill>
                    <a:srgbClr val="000000"/>
                  </a:solidFill>
                  <a:effectLst/>
                  <a:uLnTx/>
                  <a:uFillTx/>
                  <a:latin typeface="Helvetica"/>
                  <a:cs typeface="Helvetica"/>
                  <a:sym typeface="Helvetica"/>
                </a:rPr>
              </a:br>
              <a:r>
                <a:rPr kumimoji="0" sz="2000" b="0" i="0" u="none" strike="noStrike" kern="0" cap="none" spc="0" normalizeH="0" baseline="0" noProof="0">
                  <a:ln>
                    <a:noFill/>
                  </a:ln>
                  <a:solidFill>
                    <a:srgbClr val="000000"/>
                  </a:solidFill>
                  <a:effectLst/>
                  <a:uLnTx/>
                  <a:uFillTx/>
                  <a:latin typeface="Helvetica"/>
                  <a:cs typeface="Helvetica"/>
                  <a:sym typeface="Helvetica"/>
                </a:rPr>
                <a:t>&lt;1&gt;</a:t>
              </a:r>
            </a:p>
          </p:txBody>
        </p:sp>
        <p:sp>
          <p:nvSpPr>
            <p:cNvPr id="16" name="Line">
              <a:extLst>
                <a:ext uri="{FF2B5EF4-FFF2-40B4-BE49-F238E27FC236}">
                  <a16:creationId xmlns:a16="http://schemas.microsoft.com/office/drawing/2014/main" id="{F614868A-B951-4AA3-9F22-6286E18003C0}"/>
                </a:ext>
              </a:extLst>
            </p:cNvPr>
            <p:cNvSpPr/>
            <p:nvPr/>
          </p:nvSpPr>
          <p:spPr>
            <a:xfrm flipV="1">
              <a:off x="11696700" y="5283200"/>
              <a:ext cx="0" cy="781334"/>
            </a:xfrm>
            <a:prstGeom prst="line">
              <a:avLst/>
            </a:prstGeom>
            <a:ln w="38100">
              <a:solidFill>
                <a:srgbClr val="000000"/>
              </a:solidFill>
              <a:miter lim="400000"/>
              <a:headEnd type="stealth"/>
            </a:ln>
          </p:spPr>
          <p:txBody>
            <a:bodyPr lIns="0" tIns="0" rIns="0" bIns="0"/>
            <a:lstStyle/>
            <a:p>
              <a:pPr marL="0" marR="0" lvl="0" indent="0" defTabSz="914400" eaLnBrk="1" fontAlgn="auto" latinLnBrk="0" hangingPunct="0">
                <a:lnSpc>
                  <a:spcPct val="100000"/>
                </a:lnSpc>
                <a:spcBef>
                  <a:spcPts val="0"/>
                </a:spcBef>
                <a:spcAft>
                  <a:spcPts val="0"/>
                </a:spcAft>
                <a:buClrTx/>
                <a:buSzTx/>
                <a:buFontTx/>
                <a:buNone/>
                <a:tabLst/>
                <a:defRPr sz="1200"/>
              </a:pPr>
              <a:endParaRPr kumimoji="0" sz="1000" b="0" i="0" u="none" strike="noStrike" kern="0" cap="none" spc="0" normalizeH="0" baseline="0" noProof="0">
                <a:ln>
                  <a:noFill/>
                </a:ln>
                <a:solidFill>
                  <a:srgbClr val="000000"/>
                </a:solidFill>
                <a:effectLst/>
                <a:uLnTx/>
                <a:uFillTx/>
                <a:latin typeface="Helvetica"/>
                <a:cs typeface="Helvetica"/>
                <a:sym typeface="Helvetica"/>
              </a:endParaRPr>
            </a:p>
          </p:txBody>
        </p:sp>
        <p:sp>
          <p:nvSpPr>
            <p:cNvPr id="17" name="Elect &lt;1,2&gt;">
              <a:extLst>
                <a:ext uri="{FF2B5EF4-FFF2-40B4-BE49-F238E27FC236}">
                  <a16:creationId xmlns:a16="http://schemas.microsoft.com/office/drawing/2014/main" id="{DC1FF4A8-5C57-4BB8-83AD-FF757FCDBFB4}"/>
                </a:ext>
              </a:extLst>
            </p:cNvPr>
            <p:cNvSpPr txBox="1"/>
            <p:nvPr/>
          </p:nvSpPr>
          <p:spPr>
            <a:xfrm>
              <a:off x="11811837" y="5214802"/>
              <a:ext cx="946946" cy="898796"/>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none" lIns="50800" tIns="50800" rIns="50800" bIns="50800" anchor="ctr">
              <a:spAutoFit/>
            </a:bodyPr>
            <a:lstStyle/>
            <a:p>
              <a:pPr marL="0" marR="0" lvl="0" indent="0" algn="ctr" defTabSz="584200" eaLnBrk="1" fontAlgn="auto" latinLnBrk="0" hangingPunct="0">
                <a:lnSpc>
                  <a:spcPct val="100000"/>
                </a:lnSpc>
                <a:spcBef>
                  <a:spcPts val="0"/>
                </a:spcBef>
                <a:spcAft>
                  <a:spcPts val="0"/>
                </a:spcAft>
                <a:buClrTx/>
                <a:buSzTx/>
                <a:buFontTx/>
                <a:buNone/>
                <a:tabLst/>
                <a:defRPr sz="3000"/>
              </a:pPr>
              <a:r>
                <a:rPr kumimoji="0" sz="2000" b="0" i="0" u="none" strike="noStrike" kern="0" cap="none" spc="0" normalizeH="0" baseline="0" noProof="0">
                  <a:ln>
                    <a:noFill/>
                  </a:ln>
                  <a:solidFill>
                    <a:srgbClr val="000000"/>
                  </a:solidFill>
                  <a:effectLst/>
                  <a:uLnTx/>
                  <a:uFillTx/>
                  <a:latin typeface="Helvetica"/>
                  <a:cs typeface="Helvetica"/>
                  <a:sym typeface="Helvetica"/>
                </a:rPr>
                <a:t>Elect</a:t>
              </a:r>
              <a:br>
                <a:rPr kumimoji="0" sz="2000" b="0" i="0" u="none" strike="noStrike" kern="0" cap="none" spc="0" normalizeH="0" baseline="0" noProof="0">
                  <a:ln>
                    <a:noFill/>
                  </a:ln>
                  <a:solidFill>
                    <a:srgbClr val="000000"/>
                  </a:solidFill>
                  <a:effectLst/>
                  <a:uLnTx/>
                  <a:uFillTx/>
                  <a:latin typeface="Helvetica"/>
                  <a:cs typeface="Helvetica"/>
                  <a:sym typeface="Helvetica"/>
                </a:rPr>
              </a:br>
              <a:r>
                <a:rPr kumimoji="0" sz="2000" b="0" i="0" u="none" strike="noStrike" kern="0" cap="none" spc="0" normalizeH="0" baseline="0" noProof="0">
                  <a:ln>
                    <a:noFill/>
                  </a:ln>
                  <a:solidFill>
                    <a:srgbClr val="000000"/>
                  </a:solidFill>
                  <a:effectLst/>
                  <a:uLnTx/>
                  <a:uFillTx/>
                  <a:latin typeface="Helvetica"/>
                  <a:cs typeface="Helvetica"/>
                  <a:sym typeface="Helvetica"/>
                </a:rPr>
                <a:t>&lt;1,2&gt;</a:t>
              </a:r>
            </a:p>
          </p:txBody>
        </p:sp>
        <p:sp>
          <p:nvSpPr>
            <p:cNvPr id="18" name="Line">
              <a:extLst>
                <a:ext uri="{FF2B5EF4-FFF2-40B4-BE49-F238E27FC236}">
                  <a16:creationId xmlns:a16="http://schemas.microsoft.com/office/drawing/2014/main" id="{666E3C68-1095-464D-8DBE-A44A9D6ADA5D}"/>
                </a:ext>
              </a:extLst>
            </p:cNvPr>
            <p:cNvSpPr/>
            <p:nvPr/>
          </p:nvSpPr>
          <p:spPr>
            <a:xfrm flipV="1">
              <a:off x="11379200" y="7264400"/>
              <a:ext cx="254001" cy="736600"/>
            </a:xfrm>
            <a:prstGeom prst="line">
              <a:avLst/>
            </a:prstGeom>
            <a:ln w="38100">
              <a:solidFill>
                <a:srgbClr val="000000"/>
              </a:solidFill>
              <a:custDash>
                <a:ds d="200000" sp="200000"/>
              </a:custDash>
              <a:miter lim="400000"/>
              <a:headEnd type="stealth"/>
            </a:ln>
          </p:spPr>
          <p:txBody>
            <a:bodyPr lIns="0" tIns="0" rIns="0" bIns="0"/>
            <a:lstStyle/>
            <a:p>
              <a:pPr marL="0" marR="0" lvl="0" indent="0" defTabSz="914400" eaLnBrk="1" fontAlgn="auto" latinLnBrk="0" hangingPunct="0">
                <a:lnSpc>
                  <a:spcPct val="100000"/>
                </a:lnSpc>
                <a:spcBef>
                  <a:spcPts val="0"/>
                </a:spcBef>
                <a:spcAft>
                  <a:spcPts val="0"/>
                </a:spcAft>
                <a:buClrTx/>
                <a:buSzTx/>
                <a:buFontTx/>
                <a:buNone/>
                <a:tabLst/>
                <a:defRPr sz="1200"/>
              </a:pPr>
              <a:endParaRPr kumimoji="0" sz="1000" b="0" i="0" u="none" strike="noStrike" kern="0" cap="none" spc="0" normalizeH="0" baseline="0" noProof="0">
                <a:ln>
                  <a:noFill/>
                </a:ln>
                <a:solidFill>
                  <a:srgbClr val="000000"/>
                </a:solidFill>
                <a:effectLst/>
                <a:uLnTx/>
                <a:uFillTx/>
                <a:latin typeface="Helvetica"/>
                <a:cs typeface="Helvetica"/>
                <a:sym typeface="Helvetica"/>
              </a:endParaRPr>
            </a:p>
          </p:txBody>
        </p:sp>
        <p:sp>
          <p:nvSpPr>
            <p:cNvPr id="19" name="Elect &lt;1,2,3&gt;">
              <a:extLst>
                <a:ext uri="{FF2B5EF4-FFF2-40B4-BE49-F238E27FC236}">
                  <a16:creationId xmlns:a16="http://schemas.microsoft.com/office/drawing/2014/main" id="{F5D577A3-F5B9-411D-B51C-B0BDC0DF500F}"/>
                </a:ext>
              </a:extLst>
            </p:cNvPr>
            <p:cNvSpPr txBox="1"/>
            <p:nvPr/>
          </p:nvSpPr>
          <p:spPr>
            <a:xfrm>
              <a:off x="11672380" y="7183301"/>
              <a:ext cx="1213777" cy="898796"/>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none" lIns="50800" tIns="50800" rIns="50800" bIns="50800" anchor="ctr">
              <a:spAutoFit/>
            </a:bodyPr>
            <a:lstStyle/>
            <a:p>
              <a:pPr marL="0" marR="0" lvl="0" indent="0" algn="ctr" defTabSz="584200" eaLnBrk="1" fontAlgn="auto" latinLnBrk="0" hangingPunct="0">
                <a:lnSpc>
                  <a:spcPct val="100000"/>
                </a:lnSpc>
                <a:spcBef>
                  <a:spcPts val="0"/>
                </a:spcBef>
                <a:spcAft>
                  <a:spcPts val="0"/>
                </a:spcAft>
                <a:buClrTx/>
                <a:buSzTx/>
                <a:buFontTx/>
                <a:buNone/>
                <a:tabLst/>
                <a:defRPr sz="3000"/>
              </a:pPr>
              <a:r>
                <a:rPr kumimoji="0" sz="2000" b="0" i="0" u="none" strike="noStrike" kern="0" cap="none" spc="0" normalizeH="0" baseline="0" noProof="0">
                  <a:ln>
                    <a:noFill/>
                  </a:ln>
                  <a:solidFill>
                    <a:srgbClr val="000000"/>
                  </a:solidFill>
                  <a:effectLst/>
                  <a:uLnTx/>
                  <a:uFillTx/>
                  <a:latin typeface="Helvetica"/>
                  <a:cs typeface="Helvetica"/>
                  <a:sym typeface="Helvetica"/>
                </a:rPr>
                <a:t>Elect</a:t>
              </a:r>
              <a:br>
                <a:rPr kumimoji="0" sz="2000" b="0" i="0" u="none" strike="noStrike" kern="0" cap="none" spc="0" normalizeH="0" baseline="0" noProof="0">
                  <a:ln>
                    <a:noFill/>
                  </a:ln>
                  <a:solidFill>
                    <a:srgbClr val="000000"/>
                  </a:solidFill>
                  <a:effectLst/>
                  <a:uLnTx/>
                  <a:uFillTx/>
                  <a:latin typeface="Helvetica"/>
                  <a:cs typeface="Helvetica"/>
                  <a:sym typeface="Helvetica"/>
                </a:rPr>
              </a:br>
              <a:r>
                <a:rPr kumimoji="0" sz="2000" b="0" i="0" u="none" strike="noStrike" kern="0" cap="none" spc="0" normalizeH="0" baseline="0" noProof="0">
                  <a:ln>
                    <a:noFill/>
                  </a:ln>
                  <a:solidFill>
                    <a:srgbClr val="000000"/>
                  </a:solidFill>
                  <a:effectLst/>
                  <a:uLnTx/>
                  <a:uFillTx/>
                  <a:latin typeface="Helvetica"/>
                  <a:cs typeface="Helvetica"/>
                  <a:sym typeface="Helvetica"/>
                </a:rPr>
                <a:t>&lt;1,2,3&gt;</a:t>
              </a:r>
            </a:p>
          </p:txBody>
        </p:sp>
        <p:sp>
          <p:nvSpPr>
            <p:cNvPr id="20" name="Line">
              <a:extLst>
                <a:ext uri="{FF2B5EF4-FFF2-40B4-BE49-F238E27FC236}">
                  <a16:creationId xmlns:a16="http://schemas.microsoft.com/office/drawing/2014/main" id="{472BABCE-BCFC-4197-99FB-F5263F0DE14E}"/>
                </a:ext>
              </a:extLst>
            </p:cNvPr>
            <p:cNvSpPr/>
            <p:nvPr/>
          </p:nvSpPr>
          <p:spPr>
            <a:xfrm flipV="1">
              <a:off x="9715500" y="7099300"/>
              <a:ext cx="1447801" cy="927100"/>
            </a:xfrm>
            <a:prstGeom prst="line">
              <a:avLst/>
            </a:prstGeom>
            <a:ln w="38100">
              <a:solidFill>
                <a:srgbClr val="000000"/>
              </a:solidFill>
              <a:custDash>
                <a:ds d="200000" sp="200000"/>
              </a:custDash>
              <a:miter lim="400000"/>
              <a:headEnd type="stealth"/>
            </a:ln>
          </p:spPr>
          <p:txBody>
            <a:bodyPr lIns="0" tIns="0" rIns="0" bIns="0"/>
            <a:lstStyle/>
            <a:p>
              <a:pPr marL="0" marR="0" lvl="0" indent="0" defTabSz="914400" eaLnBrk="1" fontAlgn="auto" latinLnBrk="0" hangingPunct="0">
                <a:lnSpc>
                  <a:spcPct val="100000"/>
                </a:lnSpc>
                <a:spcBef>
                  <a:spcPts val="0"/>
                </a:spcBef>
                <a:spcAft>
                  <a:spcPts val="0"/>
                </a:spcAft>
                <a:buClrTx/>
                <a:buSzTx/>
                <a:buFontTx/>
                <a:buNone/>
                <a:tabLst/>
                <a:defRPr sz="1200"/>
              </a:pPr>
              <a:endParaRPr kumimoji="0" sz="1000" b="0" i="0" u="none" strike="noStrike" kern="0" cap="none" spc="0" normalizeH="0" baseline="0" noProof="0">
                <a:ln>
                  <a:noFill/>
                </a:ln>
                <a:solidFill>
                  <a:srgbClr val="000000"/>
                </a:solidFill>
                <a:effectLst/>
                <a:uLnTx/>
                <a:uFillTx/>
                <a:latin typeface="Helvetica"/>
                <a:cs typeface="Helvetica"/>
                <a:sym typeface="Helvetica"/>
              </a:endParaRPr>
            </a:p>
          </p:txBody>
        </p:sp>
        <p:sp>
          <p:nvSpPr>
            <p:cNvPr id="21" name="Line">
              <a:extLst>
                <a:ext uri="{FF2B5EF4-FFF2-40B4-BE49-F238E27FC236}">
                  <a16:creationId xmlns:a16="http://schemas.microsoft.com/office/drawing/2014/main" id="{4A629677-580D-4E5F-AFBB-E36AF40770CE}"/>
                </a:ext>
              </a:extLst>
            </p:cNvPr>
            <p:cNvSpPr/>
            <p:nvPr/>
          </p:nvSpPr>
          <p:spPr>
            <a:xfrm>
              <a:off x="9474200" y="6794500"/>
              <a:ext cx="1638497" cy="1"/>
            </a:xfrm>
            <a:prstGeom prst="line">
              <a:avLst/>
            </a:prstGeom>
            <a:ln w="38100">
              <a:solidFill>
                <a:srgbClr val="000000"/>
              </a:solidFill>
              <a:miter lim="400000"/>
              <a:headEnd type="stealth"/>
            </a:ln>
          </p:spPr>
          <p:txBody>
            <a:bodyPr lIns="0" tIns="0" rIns="0" bIns="0"/>
            <a:lstStyle/>
            <a:p>
              <a:pPr marL="0" marR="0" lvl="0" indent="0" defTabSz="914400" eaLnBrk="1" fontAlgn="auto" latinLnBrk="0" hangingPunct="0">
                <a:lnSpc>
                  <a:spcPct val="100000"/>
                </a:lnSpc>
                <a:spcBef>
                  <a:spcPts val="0"/>
                </a:spcBef>
                <a:spcAft>
                  <a:spcPts val="0"/>
                </a:spcAft>
                <a:buClrTx/>
                <a:buSzTx/>
                <a:buFontTx/>
                <a:buNone/>
                <a:tabLst/>
                <a:defRPr sz="1200"/>
              </a:pPr>
              <a:endParaRPr kumimoji="0" sz="1000" b="0" i="0" u="none" strike="noStrike" kern="0" cap="none" spc="0" normalizeH="0" baseline="0" noProof="0">
                <a:ln>
                  <a:noFill/>
                </a:ln>
                <a:solidFill>
                  <a:srgbClr val="000000"/>
                </a:solidFill>
                <a:effectLst/>
                <a:uLnTx/>
                <a:uFillTx/>
                <a:latin typeface="Helvetica"/>
                <a:cs typeface="Helvetica"/>
                <a:sym typeface="Helvetica"/>
              </a:endParaRPr>
            </a:p>
          </p:txBody>
        </p:sp>
        <p:sp>
          <p:nvSpPr>
            <p:cNvPr id="22" name="Elect &lt;1,2,3&gt;">
              <a:extLst>
                <a:ext uri="{FF2B5EF4-FFF2-40B4-BE49-F238E27FC236}">
                  <a16:creationId xmlns:a16="http://schemas.microsoft.com/office/drawing/2014/main" id="{7816BA21-5E21-43CD-ADA1-3D2C1D9DFE4E}"/>
                </a:ext>
              </a:extLst>
            </p:cNvPr>
            <p:cNvSpPr txBox="1"/>
            <p:nvPr/>
          </p:nvSpPr>
          <p:spPr>
            <a:xfrm>
              <a:off x="9748455" y="5926001"/>
              <a:ext cx="1213777" cy="898796"/>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none" lIns="50800" tIns="50800" rIns="50800" bIns="50800" anchor="ctr">
              <a:spAutoFit/>
            </a:bodyPr>
            <a:lstStyle/>
            <a:p>
              <a:pPr marL="0" marR="0" lvl="0" indent="0" algn="ctr" defTabSz="584200" eaLnBrk="1" fontAlgn="auto" latinLnBrk="0" hangingPunct="0">
                <a:lnSpc>
                  <a:spcPct val="100000"/>
                </a:lnSpc>
                <a:spcBef>
                  <a:spcPts val="0"/>
                </a:spcBef>
                <a:spcAft>
                  <a:spcPts val="0"/>
                </a:spcAft>
                <a:buClrTx/>
                <a:buSzTx/>
                <a:buFontTx/>
                <a:buNone/>
                <a:tabLst/>
                <a:defRPr sz="3000"/>
              </a:pPr>
              <a:r>
                <a:rPr kumimoji="0" sz="2000" b="0" i="0" u="none" strike="noStrike" kern="0" cap="none" spc="0" normalizeH="0" baseline="0" noProof="0">
                  <a:ln>
                    <a:noFill/>
                  </a:ln>
                  <a:solidFill>
                    <a:srgbClr val="000000"/>
                  </a:solidFill>
                  <a:effectLst/>
                  <a:uLnTx/>
                  <a:uFillTx/>
                  <a:latin typeface="Helvetica"/>
                  <a:cs typeface="Helvetica"/>
                  <a:sym typeface="Helvetica"/>
                </a:rPr>
                <a:t>Elect</a:t>
              </a:r>
              <a:br>
                <a:rPr kumimoji="0" sz="2000" b="0" i="0" u="none" strike="noStrike" kern="0" cap="none" spc="0" normalizeH="0" baseline="0" noProof="0">
                  <a:ln>
                    <a:noFill/>
                  </a:ln>
                  <a:solidFill>
                    <a:srgbClr val="000000"/>
                  </a:solidFill>
                  <a:effectLst/>
                  <a:uLnTx/>
                  <a:uFillTx/>
                  <a:latin typeface="Helvetica"/>
                  <a:cs typeface="Helvetica"/>
                  <a:sym typeface="Helvetica"/>
                </a:rPr>
              </a:br>
              <a:r>
                <a:rPr kumimoji="0" sz="2000" b="0" i="0" u="none" strike="noStrike" kern="0" cap="none" spc="0" normalizeH="0" baseline="0" noProof="0">
                  <a:ln>
                    <a:noFill/>
                  </a:ln>
                  <a:solidFill>
                    <a:srgbClr val="000000"/>
                  </a:solidFill>
                  <a:effectLst/>
                  <a:uLnTx/>
                  <a:uFillTx/>
                  <a:latin typeface="Helvetica"/>
                  <a:cs typeface="Helvetica"/>
                  <a:sym typeface="Helvetica"/>
                </a:rPr>
                <a:t>&lt;1,2,3&gt;</a:t>
              </a:r>
            </a:p>
          </p:txBody>
        </p:sp>
      </p:grpSp>
    </p:spTree>
    <p:extLst>
      <p:ext uri="{BB962C8B-B14F-4D97-AF65-F5344CB8AC3E}">
        <p14:creationId xmlns:p14="http://schemas.microsoft.com/office/powerpoint/2010/main" val="545436706"/>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EBAEA0-7A97-4F50-831E-3D07C59D58F6}"/>
              </a:ext>
            </a:extLst>
          </p:cNvPr>
          <p:cNvSpPr>
            <a:spLocks noGrp="1"/>
          </p:cNvSpPr>
          <p:nvPr>
            <p:ph type="title"/>
          </p:nvPr>
        </p:nvSpPr>
        <p:spPr/>
        <p:txBody>
          <a:bodyPr/>
          <a:lstStyle/>
          <a:p>
            <a:r>
              <a:rPr lang="en-US"/>
              <a:t>Ring Algorithm</a:t>
            </a:r>
          </a:p>
        </p:txBody>
      </p:sp>
      <p:sp>
        <p:nvSpPr>
          <p:cNvPr id="3" name="Content Placeholder 2">
            <a:extLst>
              <a:ext uri="{FF2B5EF4-FFF2-40B4-BE49-F238E27FC236}">
                <a16:creationId xmlns:a16="http://schemas.microsoft.com/office/drawing/2014/main" id="{20BB931B-584E-47B0-9307-221859B45CAE}"/>
              </a:ext>
            </a:extLst>
          </p:cNvPr>
          <p:cNvSpPr>
            <a:spLocks noGrp="1"/>
          </p:cNvSpPr>
          <p:nvPr>
            <p:ph idx="1"/>
          </p:nvPr>
        </p:nvSpPr>
        <p:spPr>
          <a:xfrm>
            <a:off x="685800" y="2194560"/>
            <a:ext cx="5317958" cy="4024125"/>
          </a:xfrm>
        </p:spPr>
        <p:txBody>
          <a:bodyPr/>
          <a:lstStyle/>
          <a:p>
            <a:r>
              <a:rPr lang="en-US" b="1">
                <a:latin typeface="Helvetica Neue"/>
                <a:ea typeface="Helvetica Neue"/>
                <a:cs typeface="Helvetica Neue"/>
                <a:sym typeface="Helvetica Neue"/>
              </a:rPr>
              <a:t>Initiator</a:t>
            </a:r>
            <a:r>
              <a:rPr lang="en-US"/>
              <a:t> sends an </a:t>
            </a:r>
            <a:r>
              <a:rPr lang="en-US" b="1">
                <a:latin typeface="Helvetica Neue"/>
                <a:ea typeface="Helvetica Neue"/>
                <a:cs typeface="Helvetica Neue"/>
                <a:sym typeface="Helvetica Neue"/>
              </a:rPr>
              <a:t>Election</a:t>
            </a:r>
            <a:r>
              <a:rPr lang="en-US"/>
              <a:t> message around the ring</a:t>
            </a:r>
          </a:p>
          <a:p>
            <a:r>
              <a:rPr lang="en-US"/>
              <a:t>Add your ID to the message</a:t>
            </a:r>
          </a:p>
          <a:p>
            <a:r>
              <a:rPr lang="en-US"/>
              <a:t>When Initiator receives message again, it announces the winner</a:t>
            </a:r>
          </a:p>
          <a:p>
            <a:endParaRPr lang="en-US"/>
          </a:p>
          <a:p>
            <a:r>
              <a:rPr lang="en-US"/>
              <a:t>What happens if multiple elections occur at the same time?</a:t>
            </a:r>
          </a:p>
        </p:txBody>
      </p:sp>
      <p:sp>
        <p:nvSpPr>
          <p:cNvPr id="4" name="Footer Placeholder 3">
            <a:extLst>
              <a:ext uri="{FF2B5EF4-FFF2-40B4-BE49-F238E27FC236}">
                <a16:creationId xmlns:a16="http://schemas.microsoft.com/office/drawing/2014/main" id="{652ECCDC-B25D-4E6D-8853-CD86030C4BC8}"/>
              </a:ext>
            </a:extLst>
          </p:cNvPr>
          <p:cNvSpPr>
            <a:spLocks noGrp="1"/>
          </p:cNvSpPr>
          <p:nvPr>
            <p:ph type="ftr" sz="quarter" idx="11"/>
          </p:nvPr>
        </p:nvSpPr>
        <p:spPr/>
        <p:txBody>
          <a:bodyPr/>
          <a:lstStyle/>
          <a:p>
            <a:r>
              <a:rPr lang="en-US"/>
              <a:t>Prof. Tim Wood &amp; Prof. Roozbeh Haghnazar</a:t>
            </a:r>
          </a:p>
        </p:txBody>
      </p:sp>
      <p:grpSp>
        <p:nvGrpSpPr>
          <p:cNvPr id="23" name="Group 22">
            <a:extLst>
              <a:ext uri="{FF2B5EF4-FFF2-40B4-BE49-F238E27FC236}">
                <a16:creationId xmlns:a16="http://schemas.microsoft.com/office/drawing/2014/main" id="{7B631C9C-BA62-4DC7-A4FE-0C6E30E42961}"/>
              </a:ext>
            </a:extLst>
          </p:cNvPr>
          <p:cNvGrpSpPr/>
          <p:nvPr/>
        </p:nvGrpSpPr>
        <p:grpSpPr>
          <a:xfrm>
            <a:off x="8064381" y="996636"/>
            <a:ext cx="3365815" cy="5359213"/>
            <a:chOff x="8064500" y="1252675"/>
            <a:chExt cx="4924190" cy="7840525"/>
          </a:xfrm>
        </p:grpSpPr>
        <p:sp>
          <p:nvSpPr>
            <p:cNvPr id="24" name="P4">
              <a:extLst>
                <a:ext uri="{FF2B5EF4-FFF2-40B4-BE49-F238E27FC236}">
                  <a16:creationId xmlns:a16="http://schemas.microsoft.com/office/drawing/2014/main" id="{656B0749-B27C-44CF-B8D3-48098B1564EB}"/>
                </a:ext>
              </a:extLst>
            </p:cNvPr>
            <p:cNvSpPr/>
            <p:nvPr/>
          </p:nvSpPr>
          <p:spPr>
            <a:xfrm>
              <a:off x="10909300" y="8089900"/>
              <a:ext cx="1270000" cy="1003300"/>
            </a:xfrm>
            <a:prstGeom prst="roundRect">
              <a:avLst>
                <a:gd name="adj" fmla="val 18987"/>
              </a:avLst>
            </a:prstGeom>
            <a:solidFill>
              <a:srgbClr val="B51A00"/>
            </a:solidFill>
            <a:ln w="25400">
              <a:solidFill>
                <a:srgbClr val="000000"/>
              </a:solidFill>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lIns="50800" tIns="50800" rIns="50800" bIns="50800" anchor="ctr"/>
            <a:lstStyle>
              <a:lvl1pPr>
                <a:defRPr sz="3600">
                  <a:latin typeface="Courier"/>
                  <a:ea typeface="Courier"/>
                  <a:cs typeface="Courier"/>
                  <a:sym typeface="Courier"/>
                </a:defRPr>
              </a:lvl1pPr>
            </a:lstStyle>
            <a:p>
              <a:pPr marL="0" marR="0" lvl="0" indent="0" algn="ctr" defTabSz="584200" eaLnBrk="1" fontAlgn="auto" latinLnBrk="0" hangingPunct="0">
                <a:lnSpc>
                  <a:spcPct val="100000"/>
                </a:lnSpc>
                <a:spcBef>
                  <a:spcPts val="0"/>
                </a:spcBef>
                <a:spcAft>
                  <a:spcPts val="0"/>
                </a:spcAft>
                <a:buClrTx/>
                <a:buSzTx/>
                <a:buFontTx/>
                <a:buNone/>
                <a:tabLst/>
                <a:defRPr/>
              </a:pPr>
              <a:r>
                <a:rPr kumimoji="0" sz="2400" b="0" i="0" u="none" strike="noStrike" kern="0" cap="none" spc="0" normalizeH="0" baseline="0" noProof="0">
                  <a:ln>
                    <a:noFill/>
                  </a:ln>
                  <a:solidFill>
                    <a:srgbClr val="000000"/>
                  </a:solidFill>
                  <a:effectLst/>
                  <a:uLnTx/>
                  <a:uFillTx/>
                  <a:latin typeface="Courier"/>
                  <a:sym typeface="Courier"/>
                </a:rPr>
                <a:t>P4</a:t>
              </a:r>
            </a:p>
          </p:txBody>
        </p:sp>
        <p:sp>
          <p:nvSpPr>
            <p:cNvPr id="25" name="P2">
              <a:extLst>
                <a:ext uri="{FF2B5EF4-FFF2-40B4-BE49-F238E27FC236}">
                  <a16:creationId xmlns:a16="http://schemas.microsoft.com/office/drawing/2014/main" id="{3B5B3184-BAF8-4504-A2A9-5AFE1B299686}"/>
                </a:ext>
              </a:extLst>
            </p:cNvPr>
            <p:cNvSpPr/>
            <p:nvPr/>
          </p:nvSpPr>
          <p:spPr>
            <a:xfrm>
              <a:off x="11201400" y="4152900"/>
              <a:ext cx="1270000" cy="1003300"/>
            </a:xfrm>
            <a:prstGeom prst="roundRect">
              <a:avLst>
                <a:gd name="adj" fmla="val 18987"/>
              </a:avLst>
            </a:prstGeom>
            <a:solidFill>
              <a:srgbClr val="D4E3FE"/>
            </a:solidFill>
            <a:ln w="25400">
              <a:solidFill>
                <a:srgbClr val="000000"/>
              </a:solidFill>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lIns="50800" tIns="50800" rIns="50800" bIns="50800" anchor="ctr"/>
            <a:lstStyle>
              <a:lvl1pPr>
                <a:defRPr sz="3600">
                  <a:latin typeface="Courier"/>
                  <a:ea typeface="Courier"/>
                  <a:cs typeface="Courier"/>
                  <a:sym typeface="Courier"/>
                </a:defRPr>
              </a:lvl1pPr>
            </a:lstStyle>
            <a:p>
              <a:pPr marL="0" marR="0" lvl="0" indent="0" algn="ctr" defTabSz="584200" eaLnBrk="1" fontAlgn="auto" latinLnBrk="0" hangingPunct="0">
                <a:lnSpc>
                  <a:spcPct val="100000"/>
                </a:lnSpc>
                <a:spcBef>
                  <a:spcPts val="0"/>
                </a:spcBef>
                <a:spcAft>
                  <a:spcPts val="0"/>
                </a:spcAft>
                <a:buClrTx/>
                <a:buSzTx/>
                <a:buFontTx/>
                <a:buNone/>
                <a:tabLst/>
                <a:defRPr/>
              </a:pPr>
              <a:r>
                <a:rPr kumimoji="0" sz="2400" b="0" i="0" u="none" strike="noStrike" kern="0" cap="none" spc="0" normalizeH="0" baseline="0" noProof="0">
                  <a:ln>
                    <a:noFill/>
                  </a:ln>
                  <a:solidFill>
                    <a:srgbClr val="000000"/>
                  </a:solidFill>
                  <a:effectLst/>
                  <a:uLnTx/>
                  <a:uFillTx/>
                  <a:latin typeface="Courier"/>
                  <a:sym typeface="Courier"/>
                </a:rPr>
                <a:t>P2</a:t>
              </a:r>
            </a:p>
          </p:txBody>
        </p:sp>
        <p:sp>
          <p:nvSpPr>
            <p:cNvPr id="26" name="P3">
              <a:extLst>
                <a:ext uri="{FF2B5EF4-FFF2-40B4-BE49-F238E27FC236}">
                  <a16:creationId xmlns:a16="http://schemas.microsoft.com/office/drawing/2014/main" id="{05DD370B-ACDC-4832-8778-90C59E5BE903}"/>
                </a:ext>
              </a:extLst>
            </p:cNvPr>
            <p:cNvSpPr/>
            <p:nvPr/>
          </p:nvSpPr>
          <p:spPr>
            <a:xfrm>
              <a:off x="11201400" y="6159500"/>
              <a:ext cx="1270000" cy="1003300"/>
            </a:xfrm>
            <a:prstGeom prst="roundRect">
              <a:avLst>
                <a:gd name="adj" fmla="val 18987"/>
              </a:avLst>
            </a:prstGeom>
            <a:solidFill>
              <a:srgbClr val="D4E3FE"/>
            </a:solidFill>
            <a:ln w="25400">
              <a:solidFill>
                <a:srgbClr val="000000"/>
              </a:solidFill>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lIns="50800" tIns="50800" rIns="50800" bIns="50800" anchor="ctr"/>
            <a:lstStyle>
              <a:lvl1pPr>
                <a:defRPr sz="3600">
                  <a:latin typeface="Courier"/>
                  <a:ea typeface="Courier"/>
                  <a:cs typeface="Courier"/>
                  <a:sym typeface="Courier"/>
                </a:defRPr>
              </a:lvl1pPr>
            </a:lstStyle>
            <a:p>
              <a:pPr marL="0" marR="0" lvl="0" indent="0" algn="ctr" defTabSz="584200" eaLnBrk="1" fontAlgn="auto" latinLnBrk="0" hangingPunct="0">
                <a:lnSpc>
                  <a:spcPct val="100000"/>
                </a:lnSpc>
                <a:spcBef>
                  <a:spcPts val="0"/>
                </a:spcBef>
                <a:spcAft>
                  <a:spcPts val="0"/>
                </a:spcAft>
                <a:buClrTx/>
                <a:buSzTx/>
                <a:buFontTx/>
                <a:buNone/>
                <a:tabLst/>
                <a:defRPr/>
              </a:pPr>
              <a:r>
                <a:rPr kumimoji="0" sz="2400" b="0" i="0" u="none" strike="noStrike" kern="0" cap="none" spc="0" normalizeH="0" baseline="0" noProof="0">
                  <a:ln>
                    <a:noFill/>
                  </a:ln>
                  <a:solidFill>
                    <a:srgbClr val="000000"/>
                  </a:solidFill>
                  <a:effectLst/>
                  <a:uLnTx/>
                  <a:uFillTx/>
                  <a:latin typeface="Courier"/>
                  <a:sym typeface="Courier"/>
                </a:rPr>
                <a:t>P3</a:t>
              </a:r>
            </a:p>
          </p:txBody>
        </p:sp>
        <p:sp>
          <p:nvSpPr>
            <p:cNvPr id="27" name="P1">
              <a:extLst>
                <a:ext uri="{FF2B5EF4-FFF2-40B4-BE49-F238E27FC236}">
                  <a16:creationId xmlns:a16="http://schemas.microsoft.com/office/drawing/2014/main" id="{18C6D63B-2C66-4352-B61E-202EAF6BD839}"/>
                </a:ext>
              </a:extLst>
            </p:cNvPr>
            <p:cNvSpPr/>
            <p:nvPr/>
          </p:nvSpPr>
          <p:spPr>
            <a:xfrm>
              <a:off x="10655300" y="2222500"/>
              <a:ext cx="1270000" cy="1003300"/>
            </a:xfrm>
            <a:prstGeom prst="roundRect">
              <a:avLst>
                <a:gd name="adj" fmla="val 18987"/>
              </a:avLst>
            </a:prstGeom>
            <a:solidFill>
              <a:srgbClr val="D4E3FE"/>
            </a:solidFill>
            <a:ln w="25400">
              <a:solidFill>
                <a:srgbClr val="000000"/>
              </a:solidFill>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lIns="50800" tIns="50800" rIns="50800" bIns="50800" anchor="ctr"/>
            <a:lstStyle>
              <a:lvl1pPr>
                <a:defRPr sz="3600">
                  <a:latin typeface="Courier"/>
                  <a:ea typeface="Courier"/>
                  <a:cs typeface="Courier"/>
                  <a:sym typeface="Courier"/>
                </a:defRPr>
              </a:lvl1pPr>
            </a:lstStyle>
            <a:p>
              <a:pPr marL="0" marR="0" lvl="0" indent="0" algn="ctr" defTabSz="584200" eaLnBrk="1" fontAlgn="auto" latinLnBrk="0" hangingPunct="0">
                <a:lnSpc>
                  <a:spcPct val="100000"/>
                </a:lnSpc>
                <a:spcBef>
                  <a:spcPts val="0"/>
                </a:spcBef>
                <a:spcAft>
                  <a:spcPts val="0"/>
                </a:spcAft>
                <a:buClrTx/>
                <a:buSzTx/>
                <a:buFontTx/>
                <a:buNone/>
                <a:tabLst/>
                <a:defRPr/>
              </a:pPr>
              <a:r>
                <a:rPr kumimoji="0" sz="2400" b="0" i="0" u="none" strike="noStrike" kern="0" cap="none" spc="0" normalizeH="0" baseline="0" noProof="0">
                  <a:ln>
                    <a:noFill/>
                  </a:ln>
                  <a:solidFill>
                    <a:srgbClr val="000000"/>
                  </a:solidFill>
                  <a:effectLst/>
                  <a:uLnTx/>
                  <a:uFillTx/>
                  <a:latin typeface="Courier"/>
                  <a:sym typeface="Courier"/>
                </a:rPr>
                <a:t>P1</a:t>
              </a:r>
            </a:p>
          </p:txBody>
        </p:sp>
        <p:sp>
          <p:nvSpPr>
            <p:cNvPr id="28" name="P8">
              <a:extLst>
                <a:ext uri="{FF2B5EF4-FFF2-40B4-BE49-F238E27FC236}">
                  <a16:creationId xmlns:a16="http://schemas.microsoft.com/office/drawing/2014/main" id="{F9C33AE8-01AA-40CA-8F29-909D41D767CD}"/>
                </a:ext>
              </a:extLst>
            </p:cNvPr>
            <p:cNvSpPr/>
            <p:nvPr/>
          </p:nvSpPr>
          <p:spPr>
            <a:xfrm>
              <a:off x="8216900" y="2222500"/>
              <a:ext cx="1270000" cy="1003300"/>
            </a:xfrm>
            <a:prstGeom prst="roundRect">
              <a:avLst>
                <a:gd name="adj" fmla="val 18987"/>
              </a:avLst>
            </a:prstGeom>
            <a:solidFill>
              <a:srgbClr val="D4E3FE"/>
            </a:solidFill>
            <a:ln w="25400">
              <a:solidFill>
                <a:srgbClr val="000000"/>
              </a:solidFill>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lIns="50800" tIns="50800" rIns="50800" bIns="50800" anchor="ctr"/>
            <a:lstStyle>
              <a:lvl1pPr>
                <a:defRPr sz="3600">
                  <a:latin typeface="Courier"/>
                  <a:ea typeface="Courier"/>
                  <a:cs typeface="Courier"/>
                  <a:sym typeface="Courier"/>
                </a:defRPr>
              </a:lvl1pPr>
            </a:lstStyle>
            <a:p>
              <a:pPr marL="0" marR="0" lvl="0" indent="0" algn="ctr" defTabSz="584200" eaLnBrk="1" fontAlgn="auto" latinLnBrk="0" hangingPunct="0">
                <a:lnSpc>
                  <a:spcPct val="100000"/>
                </a:lnSpc>
                <a:spcBef>
                  <a:spcPts val="0"/>
                </a:spcBef>
                <a:spcAft>
                  <a:spcPts val="0"/>
                </a:spcAft>
                <a:buClrTx/>
                <a:buSzTx/>
                <a:buFontTx/>
                <a:buNone/>
                <a:tabLst/>
                <a:defRPr/>
              </a:pPr>
              <a:r>
                <a:rPr kumimoji="0" sz="2400" b="0" i="0" u="none" strike="noStrike" kern="0" cap="none" spc="0" normalizeH="0" baseline="0" noProof="0">
                  <a:ln>
                    <a:noFill/>
                  </a:ln>
                  <a:solidFill>
                    <a:srgbClr val="000000"/>
                  </a:solidFill>
                  <a:effectLst/>
                  <a:uLnTx/>
                  <a:uFillTx/>
                  <a:latin typeface="Courier"/>
                  <a:sym typeface="Courier"/>
                </a:rPr>
                <a:t>P8</a:t>
              </a:r>
            </a:p>
          </p:txBody>
        </p:sp>
        <p:sp>
          <p:nvSpPr>
            <p:cNvPr id="29" name="P6">
              <a:extLst>
                <a:ext uri="{FF2B5EF4-FFF2-40B4-BE49-F238E27FC236}">
                  <a16:creationId xmlns:a16="http://schemas.microsoft.com/office/drawing/2014/main" id="{0C36A038-1C8A-492D-8678-A3220A7C2379}"/>
                </a:ext>
              </a:extLst>
            </p:cNvPr>
            <p:cNvSpPr/>
            <p:nvPr/>
          </p:nvSpPr>
          <p:spPr>
            <a:xfrm>
              <a:off x="8064500" y="6159500"/>
              <a:ext cx="1270000" cy="1003300"/>
            </a:xfrm>
            <a:prstGeom prst="roundRect">
              <a:avLst>
                <a:gd name="adj" fmla="val 18987"/>
              </a:avLst>
            </a:prstGeom>
            <a:solidFill>
              <a:srgbClr val="D4E3FE"/>
            </a:solidFill>
            <a:ln w="25400">
              <a:solidFill>
                <a:srgbClr val="000000"/>
              </a:solidFill>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lIns="50800" tIns="50800" rIns="50800" bIns="50800" anchor="ctr"/>
            <a:lstStyle>
              <a:lvl1pPr>
                <a:defRPr sz="3600">
                  <a:latin typeface="Courier"/>
                  <a:ea typeface="Courier"/>
                  <a:cs typeface="Courier"/>
                  <a:sym typeface="Courier"/>
                </a:defRPr>
              </a:lvl1pPr>
            </a:lstStyle>
            <a:p>
              <a:pPr marL="0" marR="0" lvl="0" indent="0" algn="ctr" defTabSz="584200" eaLnBrk="1" fontAlgn="auto" latinLnBrk="0" hangingPunct="0">
                <a:lnSpc>
                  <a:spcPct val="100000"/>
                </a:lnSpc>
                <a:spcBef>
                  <a:spcPts val="0"/>
                </a:spcBef>
                <a:spcAft>
                  <a:spcPts val="0"/>
                </a:spcAft>
                <a:buClrTx/>
                <a:buSzTx/>
                <a:buFontTx/>
                <a:buNone/>
                <a:tabLst/>
                <a:defRPr/>
              </a:pPr>
              <a:r>
                <a:rPr kumimoji="0" sz="2400" b="0" i="0" u="none" strike="noStrike" kern="0" cap="none" spc="0" normalizeH="0" baseline="0" noProof="0">
                  <a:ln>
                    <a:noFill/>
                  </a:ln>
                  <a:solidFill>
                    <a:srgbClr val="000000"/>
                  </a:solidFill>
                  <a:effectLst/>
                  <a:uLnTx/>
                  <a:uFillTx/>
                  <a:latin typeface="Courier"/>
                  <a:sym typeface="Courier"/>
                </a:rPr>
                <a:t>P6</a:t>
              </a:r>
            </a:p>
          </p:txBody>
        </p:sp>
        <p:sp>
          <p:nvSpPr>
            <p:cNvPr id="30" name="P5">
              <a:extLst>
                <a:ext uri="{FF2B5EF4-FFF2-40B4-BE49-F238E27FC236}">
                  <a16:creationId xmlns:a16="http://schemas.microsoft.com/office/drawing/2014/main" id="{7D9DCABA-4A50-427A-BFB7-27F4A6C7B200}"/>
                </a:ext>
              </a:extLst>
            </p:cNvPr>
            <p:cNvSpPr/>
            <p:nvPr/>
          </p:nvSpPr>
          <p:spPr>
            <a:xfrm>
              <a:off x="8610600" y="8089900"/>
              <a:ext cx="1270000" cy="1003300"/>
            </a:xfrm>
            <a:prstGeom prst="roundRect">
              <a:avLst>
                <a:gd name="adj" fmla="val 18987"/>
              </a:avLst>
            </a:prstGeom>
            <a:solidFill>
              <a:srgbClr val="B51A00"/>
            </a:solidFill>
            <a:ln w="25400">
              <a:solidFill>
                <a:srgbClr val="000000"/>
              </a:solidFill>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lIns="50800" tIns="50800" rIns="50800" bIns="50800" anchor="ctr"/>
            <a:lstStyle>
              <a:lvl1pPr>
                <a:defRPr sz="3600">
                  <a:latin typeface="Courier"/>
                  <a:ea typeface="Courier"/>
                  <a:cs typeface="Courier"/>
                  <a:sym typeface="Courier"/>
                </a:defRPr>
              </a:lvl1pPr>
            </a:lstStyle>
            <a:p>
              <a:pPr marL="0" marR="0" lvl="0" indent="0" algn="ctr" defTabSz="584200" eaLnBrk="1" fontAlgn="auto" latinLnBrk="0" hangingPunct="0">
                <a:lnSpc>
                  <a:spcPct val="100000"/>
                </a:lnSpc>
                <a:spcBef>
                  <a:spcPts val="0"/>
                </a:spcBef>
                <a:spcAft>
                  <a:spcPts val="0"/>
                </a:spcAft>
                <a:buClrTx/>
                <a:buSzTx/>
                <a:buFontTx/>
                <a:buNone/>
                <a:tabLst/>
                <a:defRPr/>
              </a:pPr>
              <a:r>
                <a:rPr kumimoji="0" sz="2400" b="0" i="0" u="none" strike="noStrike" kern="0" cap="none" spc="0" normalizeH="0" baseline="0" noProof="0">
                  <a:ln>
                    <a:noFill/>
                  </a:ln>
                  <a:solidFill>
                    <a:srgbClr val="000000"/>
                  </a:solidFill>
                  <a:effectLst/>
                  <a:uLnTx/>
                  <a:uFillTx/>
                  <a:latin typeface="Courier"/>
                  <a:sym typeface="Courier"/>
                </a:rPr>
                <a:t>P5</a:t>
              </a:r>
            </a:p>
          </p:txBody>
        </p:sp>
        <p:sp>
          <p:nvSpPr>
            <p:cNvPr id="31" name="P7">
              <a:extLst>
                <a:ext uri="{FF2B5EF4-FFF2-40B4-BE49-F238E27FC236}">
                  <a16:creationId xmlns:a16="http://schemas.microsoft.com/office/drawing/2014/main" id="{BD9AF582-7811-4977-8794-A6FBF9ACE835}"/>
                </a:ext>
              </a:extLst>
            </p:cNvPr>
            <p:cNvSpPr/>
            <p:nvPr/>
          </p:nvSpPr>
          <p:spPr>
            <a:xfrm>
              <a:off x="8064500" y="4152900"/>
              <a:ext cx="1270000" cy="1003300"/>
            </a:xfrm>
            <a:prstGeom prst="roundRect">
              <a:avLst>
                <a:gd name="adj" fmla="val 18987"/>
              </a:avLst>
            </a:prstGeom>
            <a:solidFill>
              <a:srgbClr val="B51A00"/>
            </a:solidFill>
            <a:ln w="25400">
              <a:solidFill>
                <a:srgbClr val="000000"/>
              </a:solidFill>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lIns="50800" tIns="50800" rIns="50800" bIns="50800" anchor="ctr"/>
            <a:lstStyle>
              <a:lvl1pPr>
                <a:defRPr sz="3600">
                  <a:latin typeface="Courier"/>
                  <a:ea typeface="Courier"/>
                  <a:cs typeface="Courier"/>
                  <a:sym typeface="Courier"/>
                </a:defRPr>
              </a:lvl1pPr>
            </a:lstStyle>
            <a:p>
              <a:pPr marL="0" marR="0" lvl="0" indent="0" algn="ctr" defTabSz="584200" eaLnBrk="1" fontAlgn="auto" latinLnBrk="0" hangingPunct="0">
                <a:lnSpc>
                  <a:spcPct val="100000"/>
                </a:lnSpc>
                <a:spcBef>
                  <a:spcPts val="0"/>
                </a:spcBef>
                <a:spcAft>
                  <a:spcPts val="0"/>
                </a:spcAft>
                <a:buClrTx/>
                <a:buSzTx/>
                <a:buFontTx/>
                <a:buNone/>
                <a:tabLst/>
                <a:defRPr/>
              </a:pPr>
              <a:r>
                <a:rPr kumimoji="0" sz="2400" b="0" i="0" u="none" strike="noStrike" kern="0" cap="none" spc="0" normalizeH="0" baseline="0" noProof="0">
                  <a:ln>
                    <a:noFill/>
                  </a:ln>
                  <a:solidFill>
                    <a:srgbClr val="000000"/>
                  </a:solidFill>
                  <a:effectLst/>
                  <a:uLnTx/>
                  <a:uFillTx/>
                  <a:latin typeface="Courier"/>
                  <a:sym typeface="Courier"/>
                </a:rPr>
                <a:t>P7</a:t>
              </a:r>
            </a:p>
          </p:txBody>
        </p:sp>
        <p:sp>
          <p:nvSpPr>
            <p:cNvPr id="32" name="Line">
              <a:extLst>
                <a:ext uri="{FF2B5EF4-FFF2-40B4-BE49-F238E27FC236}">
                  <a16:creationId xmlns:a16="http://schemas.microsoft.com/office/drawing/2014/main" id="{C2FE0BCB-18C0-4D7C-99E8-2B15CD44B7D8}"/>
                </a:ext>
              </a:extLst>
            </p:cNvPr>
            <p:cNvSpPr/>
            <p:nvPr/>
          </p:nvSpPr>
          <p:spPr>
            <a:xfrm flipH="1" flipV="1">
              <a:off x="11315700" y="3314700"/>
              <a:ext cx="457201" cy="749300"/>
            </a:xfrm>
            <a:prstGeom prst="line">
              <a:avLst/>
            </a:prstGeom>
            <a:ln w="38100">
              <a:solidFill>
                <a:srgbClr val="000000"/>
              </a:solidFill>
              <a:miter lim="400000"/>
              <a:headEnd type="stealth"/>
            </a:ln>
          </p:spPr>
          <p:txBody>
            <a:bodyPr lIns="0" tIns="0" rIns="0" bIns="0"/>
            <a:lstStyle/>
            <a:p>
              <a:pPr marL="0" marR="0" lvl="0" indent="0" defTabSz="914400" eaLnBrk="1" fontAlgn="auto" latinLnBrk="0" hangingPunct="0">
                <a:lnSpc>
                  <a:spcPct val="100000"/>
                </a:lnSpc>
                <a:spcBef>
                  <a:spcPts val="0"/>
                </a:spcBef>
                <a:spcAft>
                  <a:spcPts val="0"/>
                </a:spcAft>
                <a:buClrTx/>
                <a:buSzTx/>
                <a:buFontTx/>
                <a:buNone/>
                <a:tabLst/>
                <a:defRPr sz="1200"/>
              </a:pPr>
              <a:endParaRPr kumimoji="0" sz="1000" b="0" i="0" u="none" strike="noStrike" kern="0" cap="none" spc="0" normalizeH="0" baseline="0" noProof="0">
                <a:ln>
                  <a:noFill/>
                </a:ln>
                <a:solidFill>
                  <a:srgbClr val="000000"/>
                </a:solidFill>
                <a:effectLst/>
                <a:uLnTx/>
                <a:uFillTx/>
                <a:latin typeface="Helvetica"/>
                <a:cs typeface="Helvetica"/>
                <a:sym typeface="Helvetica"/>
              </a:endParaRPr>
            </a:p>
          </p:txBody>
        </p:sp>
        <p:sp>
          <p:nvSpPr>
            <p:cNvPr id="33" name="Elect &lt;1&gt;">
              <a:extLst>
                <a:ext uri="{FF2B5EF4-FFF2-40B4-BE49-F238E27FC236}">
                  <a16:creationId xmlns:a16="http://schemas.microsoft.com/office/drawing/2014/main" id="{1179A213-7B6B-4446-BC0A-B2075AAAB5D6}"/>
                </a:ext>
              </a:extLst>
            </p:cNvPr>
            <p:cNvSpPr txBox="1"/>
            <p:nvPr/>
          </p:nvSpPr>
          <p:spPr>
            <a:xfrm>
              <a:off x="11661583" y="3157675"/>
              <a:ext cx="984981" cy="1050646"/>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none" lIns="50800" tIns="50800" rIns="50800" bIns="50800" anchor="ctr">
              <a:spAutoFit/>
            </a:bodyPr>
            <a:lstStyle/>
            <a:p>
              <a:pPr marL="0" marR="0" lvl="0" indent="0" algn="ctr" defTabSz="584200" eaLnBrk="1" fontAlgn="auto" latinLnBrk="0" hangingPunct="0">
                <a:lnSpc>
                  <a:spcPct val="100000"/>
                </a:lnSpc>
                <a:spcBef>
                  <a:spcPts val="0"/>
                </a:spcBef>
                <a:spcAft>
                  <a:spcPts val="0"/>
                </a:spcAft>
                <a:buClrTx/>
                <a:buSzTx/>
                <a:buFontTx/>
                <a:buNone/>
                <a:tabLst/>
                <a:defRPr sz="3000"/>
              </a:pPr>
              <a:r>
                <a:rPr kumimoji="0" sz="2000" b="0" i="0" u="none" strike="noStrike" kern="0" cap="none" spc="0" normalizeH="0" baseline="0" noProof="0">
                  <a:ln>
                    <a:noFill/>
                  </a:ln>
                  <a:solidFill>
                    <a:srgbClr val="000000"/>
                  </a:solidFill>
                  <a:effectLst/>
                  <a:uLnTx/>
                  <a:uFillTx/>
                  <a:latin typeface="Helvetica"/>
                  <a:cs typeface="Helvetica"/>
                  <a:sym typeface="Helvetica"/>
                </a:rPr>
                <a:t>Elect</a:t>
              </a:r>
              <a:br>
                <a:rPr kumimoji="0" sz="2000" b="0" i="0" u="none" strike="noStrike" kern="0" cap="none" spc="0" normalizeH="0" baseline="0" noProof="0">
                  <a:ln>
                    <a:noFill/>
                  </a:ln>
                  <a:solidFill>
                    <a:srgbClr val="000000"/>
                  </a:solidFill>
                  <a:effectLst/>
                  <a:uLnTx/>
                  <a:uFillTx/>
                  <a:latin typeface="Helvetica"/>
                  <a:cs typeface="Helvetica"/>
                  <a:sym typeface="Helvetica"/>
                </a:rPr>
              </a:br>
              <a:r>
                <a:rPr kumimoji="0" sz="2000" b="0" i="0" u="none" strike="noStrike" kern="0" cap="none" spc="0" normalizeH="0" baseline="0" noProof="0">
                  <a:ln>
                    <a:noFill/>
                  </a:ln>
                  <a:solidFill>
                    <a:srgbClr val="000000"/>
                  </a:solidFill>
                  <a:effectLst/>
                  <a:uLnTx/>
                  <a:uFillTx/>
                  <a:latin typeface="Helvetica"/>
                  <a:cs typeface="Helvetica"/>
                  <a:sym typeface="Helvetica"/>
                </a:rPr>
                <a:t>&lt;1&gt;</a:t>
              </a:r>
            </a:p>
          </p:txBody>
        </p:sp>
        <p:sp>
          <p:nvSpPr>
            <p:cNvPr id="34" name="Line">
              <a:extLst>
                <a:ext uri="{FF2B5EF4-FFF2-40B4-BE49-F238E27FC236}">
                  <a16:creationId xmlns:a16="http://schemas.microsoft.com/office/drawing/2014/main" id="{90B7C46F-9EDE-499E-B9AE-69AF337A277D}"/>
                </a:ext>
              </a:extLst>
            </p:cNvPr>
            <p:cNvSpPr/>
            <p:nvPr/>
          </p:nvSpPr>
          <p:spPr>
            <a:xfrm flipV="1">
              <a:off x="11696700" y="5283200"/>
              <a:ext cx="0" cy="781334"/>
            </a:xfrm>
            <a:prstGeom prst="line">
              <a:avLst/>
            </a:prstGeom>
            <a:ln w="38100">
              <a:solidFill>
                <a:srgbClr val="000000"/>
              </a:solidFill>
              <a:miter lim="400000"/>
              <a:headEnd type="stealth"/>
            </a:ln>
          </p:spPr>
          <p:txBody>
            <a:bodyPr lIns="0" tIns="0" rIns="0" bIns="0"/>
            <a:lstStyle/>
            <a:p>
              <a:pPr marL="0" marR="0" lvl="0" indent="0" defTabSz="914400" eaLnBrk="1" fontAlgn="auto" latinLnBrk="0" hangingPunct="0">
                <a:lnSpc>
                  <a:spcPct val="100000"/>
                </a:lnSpc>
                <a:spcBef>
                  <a:spcPts val="0"/>
                </a:spcBef>
                <a:spcAft>
                  <a:spcPts val="0"/>
                </a:spcAft>
                <a:buClrTx/>
                <a:buSzTx/>
                <a:buFontTx/>
                <a:buNone/>
                <a:tabLst/>
                <a:defRPr sz="1200"/>
              </a:pPr>
              <a:endParaRPr kumimoji="0" sz="1000" b="0" i="0" u="none" strike="noStrike" kern="0" cap="none" spc="0" normalizeH="0" baseline="0" noProof="0">
                <a:ln>
                  <a:noFill/>
                </a:ln>
                <a:solidFill>
                  <a:srgbClr val="000000"/>
                </a:solidFill>
                <a:effectLst/>
                <a:uLnTx/>
                <a:uFillTx/>
                <a:latin typeface="Helvetica"/>
                <a:cs typeface="Helvetica"/>
                <a:sym typeface="Helvetica"/>
              </a:endParaRPr>
            </a:p>
          </p:txBody>
        </p:sp>
        <p:sp>
          <p:nvSpPr>
            <p:cNvPr id="35" name="Elect &lt;1,2&gt;">
              <a:extLst>
                <a:ext uri="{FF2B5EF4-FFF2-40B4-BE49-F238E27FC236}">
                  <a16:creationId xmlns:a16="http://schemas.microsoft.com/office/drawing/2014/main" id="{E1C45A65-0169-4C74-953C-628D29546FE4}"/>
                </a:ext>
              </a:extLst>
            </p:cNvPr>
            <p:cNvSpPr txBox="1"/>
            <p:nvPr/>
          </p:nvSpPr>
          <p:spPr>
            <a:xfrm>
              <a:off x="11731844" y="5138874"/>
              <a:ext cx="1106931" cy="1050646"/>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none" lIns="50800" tIns="50800" rIns="50800" bIns="50800" anchor="ctr">
              <a:spAutoFit/>
            </a:bodyPr>
            <a:lstStyle/>
            <a:p>
              <a:pPr marL="0" marR="0" lvl="0" indent="0" algn="ctr" defTabSz="584200" eaLnBrk="1" fontAlgn="auto" latinLnBrk="0" hangingPunct="0">
                <a:lnSpc>
                  <a:spcPct val="100000"/>
                </a:lnSpc>
                <a:spcBef>
                  <a:spcPts val="0"/>
                </a:spcBef>
                <a:spcAft>
                  <a:spcPts val="0"/>
                </a:spcAft>
                <a:buClrTx/>
                <a:buSzTx/>
                <a:buFontTx/>
                <a:buNone/>
                <a:tabLst/>
                <a:defRPr sz="3000"/>
              </a:pPr>
              <a:r>
                <a:rPr kumimoji="0" sz="2000" b="0" i="0" u="none" strike="noStrike" kern="0" cap="none" spc="0" normalizeH="0" baseline="0" noProof="0">
                  <a:ln>
                    <a:noFill/>
                  </a:ln>
                  <a:solidFill>
                    <a:srgbClr val="000000"/>
                  </a:solidFill>
                  <a:effectLst/>
                  <a:uLnTx/>
                  <a:uFillTx/>
                  <a:latin typeface="Helvetica"/>
                  <a:cs typeface="Helvetica"/>
                  <a:sym typeface="Helvetica"/>
                </a:rPr>
                <a:t>Elect</a:t>
              </a:r>
              <a:br>
                <a:rPr kumimoji="0" sz="2000" b="0" i="0" u="none" strike="noStrike" kern="0" cap="none" spc="0" normalizeH="0" baseline="0" noProof="0">
                  <a:ln>
                    <a:noFill/>
                  </a:ln>
                  <a:solidFill>
                    <a:srgbClr val="000000"/>
                  </a:solidFill>
                  <a:effectLst/>
                  <a:uLnTx/>
                  <a:uFillTx/>
                  <a:latin typeface="Helvetica"/>
                  <a:cs typeface="Helvetica"/>
                  <a:sym typeface="Helvetica"/>
                </a:rPr>
              </a:br>
              <a:r>
                <a:rPr kumimoji="0" sz="2000" b="0" i="0" u="none" strike="noStrike" kern="0" cap="none" spc="0" normalizeH="0" baseline="0" noProof="0">
                  <a:ln>
                    <a:noFill/>
                  </a:ln>
                  <a:solidFill>
                    <a:srgbClr val="000000"/>
                  </a:solidFill>
                  <a:effectLst/>
                  <a:uLnTx/>
                  <a:uFillTx/>
                  <a:latin typeface="Helvetica"/>
                  <a:cs typeface="Helvetica"/>
                  <a:sym typeface="Helvetica"/>
                </a:rPr>
                <a:t>&lt;1,2&gt;</a:t>
              </a:r>
            </a:p>
          </p:txBody>
        </p:sp>
        <p:sp>
          <p:nvSpPr>
            <p:cNvPr id="36" name="Line">
              <a:extLst>
                <a:ext uri="{FF2B5EF4-FFF2-40B4-BE49-F238E27FC236}">
                  <a16:creationId xmlns:a16="http://schemas.microsoft.com/office/drawing/2014/main" id="{E9A0D988-FDD6-463A-8A2B-56147DDE41AC}"/>
                </a:ext>
              </a:extLst>
            </p:cNvPr>
            <p:cNvSpPr/>
            <p:nvPr/>
          </p:nvSpPr>
          <p:spPr>
            <a:xfrm flipV="1">
              <a:off x="11379200" y="7264400"/>
              <a:ext cx="254001" cy="736600"/>
            </a:xfrm>
            <a:prstGeom prst="line">
              <a:avLst/>
            </a:prstGeom>
            <a:ln w="38100">
              <a:solidFill>
                <a:srgbClr val="000000"/>
              </a:solidFill>
              <a:custDash>
                <a:ds d="200000" sp="200000"/>
              </a:custDash>
              <a:miter lim="400000"/>
              <a:headEnd type="stealth"/>
            </a:ln>
          </p:spPr>
          <p:txBody>
            <a:bodyPr lIns="0" tIns="0" rIns="0" bIns="0"/>
            <a:lstStyle/>
            <a:p>
              <a:pPr marL="0" marR="0" lvl="0" indent="0" defTabSz="914400" eaLnBrk="1" fontAlgn="auto" latinLnBrk="0" hangingPunct="0">
                <a:lnSpc>
                  <a:spcPct val="100000"/>
                </a:lnSpc>
                <a:spcBef>
                  <a:spcPts val="0"/>
                </a:spcBef>
                <a:spcAft>
                  <a:spcPts val="0"/>
                </a:spcAft>
                <a:buClrTx/>
                <a:buSzTx/>
                <a:buFontTx/>
                <a:buNone/>
                <a:tabLst/>
                <a:defRPr sz="1200"/>
              </a:pPr>
              <a:endParaRPr kumimoji="0" sz="1000" b="0" i="0" u="none" strike="noStrike" kern="0" cap="none" spc="0" normalizeH="0" baseline="0" noProof="0">
                <a:ln>
                  <a:noFill/>
                </a:ln>
                <a:solidFill>
                  <a:srgbClr val="000000"/>
                </a:solidFill>
                <a:effectLst/>
                <a:uLnTx/>
                <a:uFillTx/>
                <a:latin typeface="Helvetica"/>
                <a:cs typeface="Helvetica"/>
                <a:sym typeface="Helvetica"/>
              </a:endParaRPr>
            </a:p>
          </p:txBody>
        </p:sp>
        <p:sp>
          <p:nvSpPr>
            <p:cNvPr id="37" name="Elect &lt;1,2,3&gt;">
              <a:extLst>
                <a:ext uri="{FF2B5EF4-FFF2-40B4-BE49-F238E27FC236}">
                  <a16:creationId xmlns:a16="http://schemas.microsoft.com/office/drawing/2014/main" id="{B64BECAD-1BC8-48A3-812A-2CD61DDB1107}"/>
                </a:ext>
              </a:extLst>
            </p:cNvPr>
            <p:cNvSpPr txBox="1"/>
            <p:nvPr/>
          </p:nvSpPr>
          <p:spPr>
            <a:xfrm>
              <a:off x="11569848" y="7107375"/>
              <a:ext cx="1418842" cy="1050646"/>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none" lIns="50800" tIns="50800" rIns="50800" bIns="50800" anchor="ctr">
              <a:spAutoFit/>
            </a:bodyPr>
            <a:lstStyle/>
            <a:p>
              <a:pPr marL="0" marR="0" lvl="0" indent="0" algn="ctr" defTabSz="584200" eaLnBrk="1" fontAlgn="auto" latinLnBrk="0" hangingPunct="0">
                <a:lnSpc>
                  <a:spcPct val="100000"/>
                </a:lnSpc>
                <a:spcBef>
                  <a:spcPts val="0"/>
                </a:spcBef>
                <a:spcAft>
                  <a:spcPts val="0"/>
                </a:spcAft>
                <a:buClrTx/>
                <a:buSzTx/>
                <a:buFontTx/>
                <a:buNone/>
                <a:tabLst/>
                <a:defRPr sz="3000"/>
              </a:pPr>
              <a:r>
                <a:rPr kumimoji="0" sz="2000" b="0" i="0" u="none" strike="noStrike" kern="0" cap="none" spc="0" normalizeH="0" baseline="0" noProof="0">
                  <a:ln>
                    <a:noFill/>
                  </a:ln>
                  <a:solidFill>
                    <a:srgbClr val="000000"/>
                  </a:solidFill>
                  <a:effectLst/>
                  <a:uLnTx/>
                  <a:uFillTx/>
                  <a:latin typeface="Helvetica"/>
                  <a:cs typeface="Helvetica"/>
                  <a:sym typeface="Helvetica"/>
                </a:rPr>
                <a:t>Elect</a:t>
              </a:r>
              <a:br>
                <a:rPr kumimoji="0" sz="2000" b="0" i="0" u="none" strike="noStrike" kern="0" cap="none" spc="0" normalizeH="0" baseline="0" noProof="0">
                  <a:ln>
                    <a:noFill/>
                  </a:ln>
                  <a:solidFill>
                    <a:srgbClr val="000000"/>
                  </a:solidFill>
                  <a:effectLst/>
                  <a:uLnTx/>
                  <a:uFillTx/>
                  <a:latin typeface="Helvetica"/>
                  <a:cs typeface="Helvetica"/>
                  <a:sym typeface="Helvetica"/>
                </a:rPr>
              </a:br>
              <a:r>
                <a:rPr kumimoji="0" sz="2000" b="0" i="0" u="none" strike="noStrike" kern="0" cap="none" spc="0" normalizeH="0" baseline="0" noProof="0">
                  <a:ln>
                    <a:noFill/>
                  </a:ln>
                  <a:solidFill>
                    <a:srgbClr val="000000"/>
                  </a:solidFill>
                  <a:effectLst/>
                  <a:uLnTx/>
                  <a:uFillTx/>
                  <a:latin typeface="Helvetica"/>
                  <a:cs typeface="Helvetica"/>
                  <a:sym typeface="Helvetica"/>
                </a:rPr>
                <a:t>&lt;1,2,3&gt;</a:t>
              </a:r>
            </a:p>
          </p:txBody>
        </p:sp>
        <p:sp>
          <p:nvSpPr>
            <p:cNvPr id="38" name="Line">
              <a:extLst>
                <a:ext uri="{FF2B5EF4-FFF2-40B4-BE49-F238E27FC236}">
                  <a16:creationId xmlns:a16="http://schemas.microsoft.com/office/drawing/2014/main" id="{BFCDD4EE-C314-412C-AA8B-F2580820E986}"/>
                </a:ext>
              </a:extLst>
            </p:cNvPr>
            <p:cNvSpPr/>
            <p:nvPr/>
          </p:nvSpPr>
          <p:spPr>
            <a:xfrm flipV="1">
              <a:off x="9715500" y="7099300"/>
              <a:ext cx="1447801" cy="927100"/>
            </a:xfrm>
            <a:prstGeom prst="line">
              <a:avLst/>
            </a:prstGeom>
            <a:ln w="38100">
              <a:solidFill>
                <a:srgbClr val="000000"/>
              </a:solidFill>
              <a:custDash>
                <a:ds d="200000" sp="200000"/>
              </a:custDash>
              <a:miter lim="400000"/>
              <a:headEnd type="stealth"/>
            </a:ln>
          </p:spPr>
          <p:txBody>
            <a:bodyPr lIns="0" tIns="0" rIns="0" bIns="0"/>
            <a:lstStyle/>
            <a:p>
              <a:pPr marL="0" marR="0" lvl="0" indent="0" defTabSz="914400" eaLnBrk="1" fontAlgn="auto" latinLnBrk="0" hangingPunct="0">
                <a:lnSpc>
                  <a:spcPct val="100000"/>
                </a:lnSpc>
                <a:spcBef>
                  <a:spcPts val="0"/>
                </a:spcBef>
                <a:spcAft>
                  <a:spcPts val="0"/>
                </a:spcAft>
                <a:buClrTx/>
                <a:buSzTx/>
                <a:buFontTx/>
                <a:buNone/>
                <a:tabLst/>
                <a:defRPr sz="1200"/>
              </a:pPr>
              <a:endParaRPr kumimoji="0" sz="1000" b="0" i="0" u="none" strike="noStrike" kern="0" cap="none" spc="0" normalizeH="0" baseline="0" noProof="0">
                <a:ln>
                  <a:noFill/>
                </a:ln>
                <a:solidFill>
                  <a:srgbClr val="000000"/>
                </a:solidFill>
                <a:effectLst/>
                <a:uLnTx/>
                <a:uFillTx/>
                <a:latin typeface="Helvetica"/>
                <a:cs typeface="Helvetica"/>
                <a:sym typeface="Helvetica"/>
              </a:endParaRPr>
            </a:p>
          </p:txBody>
        </p:sp>
        <p:sp>
          <p:nvSpPr>
            <p:cNvPr id="39" name="Line">
              <a:extLst>
                <a:ext uri="{FF2B5EF4-FFF2-40B4-BE49-F238E27FC236}">
                  <a16:creationId xmlns:a16="http://schemas.microsoft.com/office/drawing/2014/main" id="{79E88D5D-C05A-48EA-8B26-039CD319A3AC}"/>
                </a:ext>
              </a:extLst>
            </p:cNvPr>
            <p:cNvSpPr/>
            <p:nvPr/>
          </p:nvSpPr>
          <p:spPr>
            <a:xfrm>
              <a:off x="9474200" y="6794500"/>
              <a:ext cx="1663700" cy="1"/>
            </a:xfrm>
            <a:prstGeom prst="line">
              <a:avLst/>
            </a:prstGeom>
            <a:ln w="38100">
              <a:solidFill>
                <a:srgbClr val="000000"/>
              </a:solidFill>
              <a:miter lim="400000"/>
              <a:headEnd type="stealth"/>
            </a:ln>
          </p:spPr>
          <p:txBody>
            <a:bodyPr lIns="0" tIns="0" rIns="0" bIns="0"/>
            <a:lstStyle/>
            <a:p>
              <a:pPr marL="0" marR="0" lvl="0" indent="0" defTabSz="914400" eaLnBrk="1" fontAlgn="auto" latinLnBrk="0" hangingPunct="0">
                <a:lnSpc>
                  <a:spcPct val="100000"/>
                </a:lnSpc>
                <a:spcBef>
                  <a:spcPts val="0"/>
                </a:spcBef>
                <a:spcAft>
                  <a:spcPts val="0"/>
                </a:spcAft>
                <a:buClrTx/>
                <a:buSzTx/>
                <a:buFontTx/>
                <a:buNone/>
                <a:tabLst/>
                <a:defRPr sz="1200"/>
              </a:pPr>
              <a:endParaRPr kumimoji="0" sz="1000" b="0" i="0" u="none" strike="noStrike" kern="0" cap="none" spc="0" normalizeH="0" baseline="0" noProof="0">
                <a:ln>
                  <a:noFill/>
                </a:ln>
                <a:solidFill>
                  <a:srgbClr val="000000"/>
                </a:solidFill>
                <a:effectLst/>
                <a:uLnTx/>
                <a:uFillTx/>
                <a:latin typeface="Helvetica"/>
                <a:cs typeface="Helvetica"/>
                <a:sym typeface="Helvetica"/>
              </a:endParaRPr>
            </a:p>
          </p:txBody>
        </p:sp>
        <p:sp>
          <p:nvSpPr>
            <p:cNvPr id="40" name="Elect &lt;1,2,3&gt;">
              <a:extLst>
                <a:ext uri="{FF2B5EF4-FFF2-40B4-BE49-F238E27FC236}">
                  <a16:creationId xmlns:a16="http://schemas.microsoft.com/office/drawing/2014/main" id="{14D3F214-D733-4A78-B113-9059334C229C}"/>
                </a:ext>
              </a:extLst>
            </p:cNvPr>
            <p:cNvSpPr txBox="1"/>
            <p:nvPr/>
          </p:nvSpPr>
          <p:spPr>
            <a:xfrm>
              <a:off x="9645922" y="5850075"/>
              <a:ext cx="1418842" cy="1050646"/>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none" lIns="50800" tIns="50800" rIns="50800" bIns="50800" anchor="ctr">
              <a:spAutoFit/>
            </a:bodyPr>
            <a:lstStyle/>
            <a:p>
              <a:pPr marL="0" marR="0" lvl="0" indent="0" algn="ctr" defTabSz="584200" eaLnBrk="1" fontAlgn="auto" latinLnBrk="0" hangingPunct="0">
                <a:lnSpc>
                  <a:spcPct val="100000"/>
                </a:lnSpc>
                <a:spcBef>
                  <a:spcPts val="0"/>
                </a:spcBef>
                <a:spcAft>
                  <a:spcPts val="0"/>
                </a:spcAft>
                <a:buClrTx/>
                <a:buSzTx/>
                <a:buFontTx/>
                <a:buNone/>
                <a:tabLst/>
                <a:defRPr sz="3000"/>
              </a:pPr>
              <a:r>
                <a:rPr kumimoji="0" sz="2000" b="0" i="0" u="none" strike="noStrike" kern="0" cap="none" spc="0" normalizeH="0" baseline="0" noProof="0">
                  <a:ln>
                    <a:noFill/>
                  </a:ln>
                  <a:solidFill>
                    <a:srgbClr val="000000"/>
                  </a:solidFill>
                  <a:effectLst/>
                  <a:uLnTx/>
                  <a:uFillTx/>
                  <a:latin typeface="Helvetica"/>
                  <a:cs typeface="Helvetica"/>
                  <a:sym typeface="Helvetica"/>
                </a:rPr>
                <a:t>Elect</a:t>
              </a:r>
              <a:br>
                <a:rPr kumimoji="0" sz="2000" b="0" i="0" u="none" strike="noStrike" kern="0" cap="none" spc="0" normalizeH="0" baseline="0" noProof="0">
                  <a:ln>
                    <a:noFill/>
                  </a:ln>
                  <a:solidFill>
                    <a:srgbClr val="000000"/>
                  </a:solidFill>
                  <a:effectLst/>
                  <a:uLnTx/>
                  <a:uFillTx/>
                  <a:latin typeface="Helvetica"/>
                  <a:cs typeface="Helvetica"/>
                  <a:sym typeface="Helvetica"/>
                </a:rPr>
              </a:br>
              <a:r>
                <a:rPr kumimoji="0" sz="2000" b="0" i="0" u="none" strike="noStrike" kern="0" cap="none" spc="0" normalizeH="0" baseline="0" noProof="0">
                  <a:ln>
                    <a:noFill/>
                  </a:ln>
                  <a:solidFill>
                    <a:srgbClr val="000000"/>
                  </a:solidFill>
                  <a:effectLst/>
                  <a:uLnTx/>
                  <a:uFillTx/>
                  <a:latin typeface="Helvetica"/>
                  <a:cs typeface="Helvetica"/>
                  <a:sym typeface="Helvetica"/>
                </a:rPr>
                <a:t>&lt;1,2,3&gt;</a:t>
              </a:r>
            </a:p>
          </p:txBody>
        </p:sp>
        <p:sp>
          <p:nvSpPr>
            <p:cNvPr id="41" name="Line">
              <a:extLst>
                <a:ext uri="{FF2B5EF4-FFF2-40B4-BE49-F238E27FC236}">
                  <a16:creationId xmlns:a16="http://schemas.microsoft.com/office/drawing/2014/main" id="{9ADA4D3A-022D-47A0-8ED1-ED2EB57962DB}"/>
                </a:ext>
              </a:extLst>
            </p:cNvPr>
            <p:cNvSpPr/>
            <p:nvPr/>
          </p:nvSpPr>
          <p:spPr>
            <a:xfrm>
              <a:off x="8623300" y="5268134"/>
              <a:ext cx="1" cy="853267"/>
            </a:xfrm>
            <a:prstGeom prst="line">
              <a:avLst/>
            </a:prstGeom>
            <a:ln w="38100">
              <a:solidFill>
                <a:srgbClr val="000000"/>
              </a:solidFill>
              <a:custDash>
                <a:ds d="200000" sp="200000"/>
              </a:custDash>
              <a:miter lim="400000"/>
              <a:headEnd type="stealth"/>
            </a:ln>
          </p:spPr>
          <p:txBody>
            <a:bodyPr lIns="0" tIns="0" rIns="0" bIns="0"/>
            <a:lstStyle/>
            <a:p>
              <a:pPr marL="0" marR="0" lvl="0" indent="0" defTabSz="914400" eaLnBrk="1" fontAlgn="auto" latinLnBrk="0" hangingPunct="0">
                <a:lnSpc>
                  <a:spcPct val="100000"/>
                </a:lnSpc>
                <a:spcBef>
                  <a:spcPts val="0"/>
                </a:spcBef>
                <a:spcAft>
                  <a:spcPts val="0"/>
                </a:spcAft>
                <a:buClrTx/>
                <a:buSzTx/>
                <a:buFontTx/>
                <a:buNone/>
                <a:tabLst/>
                <a:defRPr sz="1200"/>
              </a:pPr>
              <a:endParaRPr kumimoji="0" sz="1000" b="0" i="0" u="none" strike="noStrike" kern="0" cap="none" spc="0" normalizeH="0" baseline="0" noProof="0">
                <a:ln>
                  <a:noFill/>
                </a:ln>
                <a:solidFill>
                  <a:srgbClr val="000000"/>
                </a:solidFill>
                <a:effectLst/>
                <a:uLnTx/>
                <a:uFillTx/>
                <a:latin typeface="Helvetica"/>
                <a:cs typeface="Helvetica"/>
                <a:sym typeface="Helvetica"/>
              </a:endParaRPr>
            </a:p>
          </p:txBody>
        </p:sp>
        <p:sp>
          <p:nvSpPr>
            <p:cNvPr id="42" name="Elect &lt;1,2,3,6&gt;">
              <a:extLst>
                <a:ext uri="{FF2B5EF4-FFF2-40B4-BE49-F238E27FC236}">
                  <a16:creationId xmlns:a16="http://schemas.microsoft.com/office/drawing/2014/main" id="{C6023640-1839-4B0E-B6E6-99B444EF7671}"/>
                </a:ext>
              </a:extLst>
            </p:cNvPr>
            <p:cNvSpPr txBox="1"/>
            <p:nvPr/>
          </p:nvSpPr>
          <p:spPr>
            <a:xfrm>
              <a:off x="9147066" y="3157675"/>
              <a:ext cx="1730752" cy="1050646"/>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none" lIns="50800" tIns="50800" rIns="50800" bIns="50800" anchor="ctr">
              <a:spAutoFit/>
            </a:bodyPr>
            <a:lstStyle/>
            <a:p>
              <a:pPr marL="0" marR="0" lvl="0" indent="0" algn="ctr" defTabSz="584200" eaLnBrk="1" fontAlgn="auto" latinLnBrk="0" hangingPunct="0">
                <a:lnSpc>
                  <a:spcPct val="100000"/>
                </a:lnSpc>
                <a:spcBef>
                  <a:spcPts val="0"/>
                </a:spcBef>
                <a:spcAft>
                  <a:spcPts val="0"/>
                </a:spcAft>
                <a:buClrTx/>
                <a:buSzTx/>
                <a:buFontTx/>
                <a:buNone/>
                <a:tabLst/>
                <a:defRPr sz="3000"/>
              </a:pPr>
              <a:r>
                <a:rPr kumimoji="0" sz="2000" b="0" i="0" u="none" strike="noStrike" kern="0" cap="none" spc="0" normalizeH="0" baseline="0" noProof="0">
                  <a:ln>
                    <a:noFill/>
                  </a:ln>
                  <a:solidFill>
                    <a:srgbClr val="000000"/>
                  </a:solidFill>
                  <a:effectLst/>
                  <a:uLnTx/>
                  <a:uFillTx/>
                  <a:latin typeface="Helvetica"/>
                  <a:cs typeface="Helvetica"/>
                  <a:sym typeface="Helvetica"/>
                </a:rPr>
                <a:t>Elect</a:t>
              </a:r>
              <a:br>
                <a:rPr kumimoji="0" sz="2000" b="0" i="0" u="none" strike="noStrike" kern="0" cap="none" spc="0" normalizeH="0" baseline="0" noProof="0">
                  <a:ln>
                    <a:noFill/>
                  </a:ln>
                  <a:solidFill>
                    <a:srgbClr val="000000"/>
                  </a:solidFill>
                  <a:effectLst/>
                  <a:uLnTx/>
                  <a:uFillTx/>
                  <a:latin typeface="Helvetica"/>
                  <a:cs typeface="Helvetica"/>
                  <a:sym typeface="Helvetica"/>
                </a:rPr>
              </a:br>
              <a:r>
                <a:rPr kumimoji="0" sz="2000" b="0" i="0" u="none" strike="noStrike" kern="0" cap="none" spc="0" normalizeH="0" baseline="0" noProof="0">
                  <a:ln>
                    <a:noFill/>
                  </a:ln>
                  <a:solidFill>
                    <a:srgbClr val="000000"/>
                  </a:solidFill>
                  <a:effectLst/>
                  <a:uLnTx/>
                  <a:uFillTx/>
                  <a:latin typeface="Helvetica"/>
                  <a:cs typeface="Helvetica"/>
                  <a:sym typeface="Helvetica"/>
                </a:rPr>
                <a:t>&lt;1,2,3,6&gt;</a:t>
              </a:r>
            </a:p>
          </p:txBody>
        </p:sp>
        <p:sp>
          <p:nvSpPr>
            <p:cNvPr id="43" name="Line">
              <a:extLst>
                <a:ext uri="{FF2B5EF4-FFF2-40B4-BE49-F238E27FC236}">
                  <a16:creationId xmlns:a16="http://schemas.microsoft.com/office/drawing/2014/main" id="{B5F589EF-9880-4D17-87B6-DEBB7C6A212A}"/>
                </a:ext>
              </a:extLst>
            </p:cNvPr>
            <p:cNvSpPr/>
            <p:nvPr/>
          </p:nvSpPr>
          <p:spPr>
            <a:xfrm>
              <a:off x="9017000" y="3263440"/>
              <a:ext cx="1" cy="2807160"/>
            </a:xfrm>
            <a:prstGeom prst="line">
              <a:avLst/>
            </a:prstGeom>
            <a:ln w="38100">
              <a:solidFill>
                <a:srgbClr val="000000"/>
              </a:solidFill>
              <a:miter lim="400000"/>
              <a:headEnd type="stealth"/>
            </a:ln>
          </p:spPr>
          <p:txBody>
            <a:bodyPr lIns="0" tIns="0" rIns="0" bIns="0"/>
            <a:lstStyle/>
            <a:p>
              <a:pPr marL="0" marR="0" lvl="0" indent="0" defTabSz="914400" eaLnBrk="1" fontAlgn="auto" latinLnBrk="0" hangingPunct="0">
                <a:lnSpc>
                  <a:spcPct val="100000"/>
                </a:lnSpc>
                <a:spcBef>
                  <a:spcPts val="0"/>
                </a:spcBef>
                <a:spcAft>
                  <a:spcPts val="0"/>
                </a:spcAft>
                <a:buClrTx/>
                <a:buSzTx/>
                <a:buFontTx/>
                <a:buNone/>
                <a:tabLst/>
                <a:defRPr sz="1200"/>
              </a:pPr>
              <a:endParaRPr kumimoji="0" sz="1000" b="0" i="0" u="none" strike="noStrike" kern="0" cap="none" spc="0" normalizeH="0" baseline="0" noProof="0">
                <a:ln>
                  <a:noFill/>
                </a:ln>
                <a:solidFill>
                  <a:srgbClr val="000000"/>
                </a:solidFill>
                <a:effectLst/>
                <a:uLnTx/>
                <a:uFillTx/>
                <a:latin typeface="Helvetica"/>
                <a:cs typeface="Helvetica"/>
                <a:sym typeface="Helvetica"/>
              </a:endParaRPr>
            </a:p>
          </p:txBody>
        </p:sp>
        <p:sp>
          <p:nvSpPr>
            <p:cNvPr id="44" name="Line">
              <a:extLst>
                <a:ext uri="{FF2B5EF4-FFF2-40B4-BE49-F238E27FC236}">
                  <a16:creationId xmlns:a16="http://schemas.microsoft.com/office/drawing/2014/main" id="{444209A2-E6BF-4E63-995C-AD99EE10469E}"/>
                </a:ext>
              </a:extLst>
            </p:cNvPr>
            <p:cNvSpPr/>
            <p:nvPr/>
          </p:nvSpPr>
          <p:spPr>
            <a:xfrm flipH="1">
              <a:off x="9385300" y="2362200"/>
              <a:ext cx="1246931" cy="1"/>
            </a:xfrm>
            <a:prstGeom prst="line">
              <a:avLst/>
            </a:prstGeom>
            <a:ln w="38100">
              <a:solidFill>
                <a:srgbClr val="000000"/>
              </a:solidFill>
              <a:miter lim="400000"/>
              <a:headEnd type="stealth"/>
            </a:ln>
          </p:spPr>
          <p:txBody>
            <a:bodyPr lIns="0" tIns="0" rIns="0" bIns="0"/>
            <a:lstStyle/>
            <a:p>
              <a:pPr marL="0" marR="0" lvl="0" indent="0" defTabSz="914400" eaLnBrk="1" fontAlgn="auto" latinLnBrk="0" hangingPunct="0">
                <a:lnSpc>
                  <a:spcPct val="100000"/>
                </a:lnSpc>
                <a:spcBef>
                  <a:spcPts val="0"/>
                </a:spcBef>
                <a:spcAft>
                  <a:spcPts val="0"/>
                </a:spcAft>
                <a:buClrTx/>
                <a:buSzTx/>
                <a:buFontTx/>
                <a:buNone/>
                <a:tabLst/>
                <a:defRPr sz="1200"/>
              </a:pPr>
              <a:endParaRPr kumimoji="0" sz="1000" b="0" i="0" u="none" strike="noStrike" kern="0" cap="none" spc="0" normalizeH="0" baseline="0" noProof="0">
                <a:ln>
                  <a:noFill/>
                </a:ln>
                <a:solidFill>
                  <a:srgbClr val="000000"/>
                </a:solidFill>
                <a:effectLst/>
                <a:uLnTx/>
                <a:uFillTx/>
                <a:latin typeface="Helvetica"/>
                <a:cs typeface="Helvetica"/>
                <a:sym typeface="Helvetica"/>
              </a:endParaRPr>
            </a:p>
          </p:txBody>
        </p:sp>
        <p:sp>
          <p:nvSpPr>
            <p:cNvPr id="45" name="Elect &lt;1,2,3,6,8&gt;">
              <a:extLst>
                <a:ext uri="{FF2B5EF4-FFF2-40B4-BE49-F238E27FC236}">
                  <a16:creationId xmlns:a16="http://schemas.microsoft.com/office/drawing/2014/main" id="{4EBAB80E-3E1A-4B08-A5B8-060034032412}"/>
                </a:ext>
              </a:extLst>
            </p:cNvPr>
            <p:cNvSpPr txBox="1"/>
            <p:nvPr/>
          </p:nvSpPr>
          <p:spPr>
            <a:xfrm>
              <a:off x="8978411" y="1252675"/>
              <a:ext cx="2042662" cy="1050646"/>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none" lIns="50800" tIns="50800" rIns="50800" bIns="50800" anchor="ctr">
              <a:spAutoFit/>
            </a:bodyPr>
            <a:lstStyle/>
            <a:p>
              <a:pPr marL="0" marR="0" lvl="0" indent="0" algn="ctr" defTabSz="584200" eaLnBrk="1" fontAlgn="auto" latinLnBrk="0" hangingPunct="0">
                <a:lnSpc>
                  <a:spcPct val="100000"/>
                </a:lnSpc>
                <a:spcBef>
                  <a:spcPts val="0"/>
                </a:spcBef>
                <a:spcAft>
                  <a:spcPts val="0"/>
                </a:spcAft>
                <a:buClrTx/>
                <a:buSzTx/>
                <a:buFontTx/>
                <a:buNone/>
                <a:tabLst/>
                <a:defRPr sz="3000"/>
              </a:pPr>
              <a:r>
                <a:rPr kumimoji="0" sz="2000" b="0" i="0" u="none" strike="noStrike" kern="0" cap="none" spc="0" normalizeH="0" baseline="0" noProof="0">
                  <a:ln>
                    <a:noFill/>
                  </a:ln>
                  <a:solidFill>
                    <a:srgbClr val="000000"/>
                  </a:solidFill>
                  <a:effectLst/>
                  <a:uLnTx/>
                  <a:uFillTx/>
                  <a:latin typeface="Helvetica"/>
                  <a:cs typeface="Helvetica"/>
                  <a:sym typeface="Helvetica"/>
                </a:rPr>
                <a:t>Elect</a:t>
              </a:r>
              <a:br>
                <a:rPr kumimoji="0" sz="2000" b="0" i="0" u="none" strike="noStrike" kern="0" cap="none" spc="0" normalizeH="0" baseline="0" noProof="0">
                  <a:ln>
                    <a:noFill/>
                  </a:ln>
                  <a:solidFill>
                    <a:srgbClr val="000000"/>
                  </a:solidFill>
                  <a:effectLst/>
                  <a:uLnTx/>
                  <a:uFillTx/>
                  <a:latin typeface="Helvetica"/>
                  <a:cs typeface="Helvetica"/>
                  <a:sym typeface="Helvetica"/>
                </a:rPr>
              </a:br>
              <a:r>
                <a:rPr kumimoji="0" sz="2000" b="0" i="0" u="none" strike="noStrike" kern="0" cap="none" spc="0" normalizeH="0" baseline="0" noProof="0">
                  <a:ln>
                    <a:noFill/>
                  </a:ln>
                  <a:solidFill>
                    <a:srgbClr val="000000"/>
                  </a:solidFill>
                  <a:effectLst/>
                  <a:uLnTx/>
                  <a:uFillTx/>
                  <a:latin typeface="Helvetica"/>
                  <a:cs typeface="Helvetica"/>
                  <a:sym typeface="Helvetica"/>
                </a:rPr>
                <a:t>&lt;1,2,3,6,8&gt;</a:t>
              </a:r>
            </a:p>
          </p:txBody>
        </p:sp>
      </p:grpSp>
    </p:spTree>
    <p:extLst>
      <p:ext uri="{BB962C8B-B14F-4D97-AF65-F5344CB8AC3E}">
        <p14:creationId xmlns:p14="http://schemas.microsoft.com/office/powerpoint/2010/main" val="3824443134"/>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9124BF-354B-42BD-B2BC-8DCEE10D9668}"/>
              </a:ext>
            </a:extLst>
          </p:cNvPr>
          <p:cNvSpPr>
            <a:spLocks noGrp="1"/>
          </p:cNvSpPr>
          <p:nvPr>
            <p:ph type="title"/>
          </p:nvPr>
        </p:nvSpPr>
        <p:spPr/>
        <p:txBody>
          <a:bodyPr/>
          <a:lstStyle/>
          <a:p>
            <a:r>
              <a:rPr lang="en-US"/>
              <a:t>Comparison</a:t>
            </a:r>
          </a:p>
        </p:txBody>
      </p:sp>
      <p:sp>
        <p:nvSpPr>
          <p:cNvPr id="3" name="Content Placeholder 2">
            <a:extLst>
              <a:ext uri="{FF2B5EF4-FFF2-40B4-BE49-F238E27FC236}">
                <a16:creationId xmlns:a16="http://schemas.microsoft.com/office/drawing/2014/main" id="{C417C3DE-E6EE-473D-8E62-72133B1CF998}"/>
              </a:ext>
            </a:extLst>
          </p:cNvPr>
          <p:cNvSpPr>
            <a:spLocks noGrp="1"/>
          </p:cNvSpPr>
          <p:nvPr>
            <p:ph idx="1"/>
          </p:nvPr>
        </p:nvSpPr>
        <p:spPr/>
        <p:txBody>
          <a:bodyPr/>
          <a:lstStyle/>
          <a:p>
            <a:r>
              <a:rPr lang="en-US"/>
              <a:t>Number of messages sent to elect a leader:</a:t>
            </a:r>
          </a:p>
          <a:p>
            <a:endParaRPr lang="en-US"/>
          </a:p>
          <a:p>
            <a:r>
              <a:rPr lang="en-US"/>
              <a:t>Bully Algorithm</a:t>
            </a:r>
          </a:p>
          <a:p>
            <a:pPr lvl="1"/>
            <a:r>
              <a:rPr lang="en-US"/>
              <a:t>Worst case: lowest ID node initiates election</a:t>
            </a:r>
          </a:p>
          <a:p>
            <a:pPr lvl="2"/>
            <a:r>
              <a:rPr lang="en-US"/>
              <a:t>Triggers n-1 elections at every other node = O(n^2) messages</a:t>
            </a:r>
          </a:p>
          <a:p>
            <a:pPr lvl="1"/>
            <a:r>
              <a:rPr lang="en-US"/>
              <a:t>Best case: Immediate election after n-2 messages</a:t>
            </a:r>
          </a:p>
          <a:p>
            <a:pPr lvl="1"/>
            <a:endParaRPr lang="en-US"/>
          </a:p>
          <a:p>
            <a:r>
              <a:rPr lang="en-US"/>
              <a:t>Ring Algorithm</a:t>
            </a:r>
          </a:p>
          <a:p>
            <a:pPr lvl="1"/>
            <a:r>
              <a:rPr lang="en-US"/>
              <a:t>Always 2(n-1) messages</a:t>
            </a:r>
          </a:p>
          <a:p>
            <a:pPr lvl="1"/>
            <a:r>
              <a:rPr lang="en-US"/>
              <a:t>Around the ring, then notify all</a:t>
            </a:r>
          </a:p>
        </p:txBody>
      </p:sp>
      <p:sp>
        <p:nvSpPr>
          <p:cNvPr id="4" name="Footer Placeholder 3">
            <a:extLst>
              <a:ext uri="{FF2B5EF4-FFF2-40B4-BE49-F238E27FC236}">
                <a16:creationId xmlns:a16="http://schemas.microsoft.com/office/drawing/2014/main" id="{906109E0-D190-46F6-8B0E-D41B36164C68}"/>
              </a:ext>
            </a:extLst>
          </p:cNvPr>
          <p:cNvSpPr>
            <a:spLocks noGrp="1"/>
          </p:cNvSpPr>
          <p:nvPr>
            <p:ph type="ftr" sz="quarter" idx="11"/>
          </p:nvPr>
        </p:nvSpPr>
        <p:spPr/>
        <p:txBody>
          <a:bodyPr/>
          <a:lstStyle/>
          <a:p>
            <a:r>
              <a:rPr lang="en-US"/>
              <a:t>Prof. Tim Wood &amp; Prof. Roozbeh Haghnazar</a:t>
            </a:r>
          </a:p>
        </p:txBody>
      </p:sp>
    </p:spTree>
    <p:extLst>
      <p:ext uri="{BB962C8B-B14F-4D97-AF65-F5344CB8AC3E}">
        <p14:creationId xmlns:p14="http://schemas.microsoft.com/office/powerpoint/2010/main" val="9003963"/>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438CA8-9DEB-D5B8-5AA4-969159AB681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A62E601-C517-35BD-3C01-27CE355D16DB}"/>
              </a:ext>
            </a:extLst>
          </p:cNvPr>
          <p:cNvSpPr>
            <a:spLocks noGrp="1"/>
          </p:cNvSpPr>
          <p:nvPr>
            <p:ph type="title"/>
          </p:nvPr>
        </p:nvSpPr>
        <p:spPr/>
        <p:txBody>
          <a:bodyPr/>
          <a:lstStyle/>
          <a:p>
            <a:r>
              <a:rPr lang="en-US" dirty="0"/>
              <a:t>More approaches</a:t>
            </a:r>
          </a:p>
        </p:txBody>
      </p:sp>
      <p:sp>
        <p:nvSpPr>
          <p:cNvPr id="3" name="Content Placeholder 2">
            <a:extLst>
              <a:ext uri="{FF2B5EF4-FFF2-40B4-BE49-F238E27FC236}">
                <a16:creationId xmlns:a16="http://schemas.microsoft.com/office/drawing/2014/main" id="{C5A152EC-0B80-AEC6-24D6-83C9D68A502C}"/>
              </a:ext>
            </a:extLst>
          </p:cNvPr>
          <p:cNvSpPr>
            <a:spLocks noGrp="1"/>
          </p:cNvSpPr>
          <p:nvPr>
            <p:ph idx="1"/>
          </p:nvPr>
        </p:nvSpPr>
        <p:spPr/>
        <p:txBody>
          <a:bodyPr>
            <a:normAutofit fontScale="77500" lnSpcReduction="20000"/>
          </a:bodyPr>
          <a:lstStyle/>
          <a:p>
            <a:r>
              <a:rPr lang="en-US" b="1" dirty="0"/>
              <a:t>Raft leader election</a:t>
            </a:r>
            <a:br>
              <a:rPr lang="en-US" dirty="0"/>
            </a:br>
            <a:r>
              <a:rPr lang="en-US" dirty="0"/>
              <a:t>This is one of the most relevant modern answers. Servers are followers, candidates, or a leader. If followers stop hearing heartbeats, they start an election; a candidate that gets a </a:t>
            </a:r>
            <a:r>
              <a:rPr lang="en-US" b="1" dirty="0"/>
              <a:t>majority</a:t>
            </a:r>
            <a:r>
              <a:rPr lang="en-US" dirty="0"/>
              <a:t> becomes leader. Raft uses randomized election timeouts to reduce split votes. </a:t>
            </a:r>
          </a:p>
          <a:p>
            <a:r>
              <a:rPr lang="en-US" b="1" dirty="0" err="1"/>
              <a:t>ZooKeeper</a:t>
            </a:r>
            <a:r>
              <a:rPr lang="en-US" b="1" dirty="0"/>
              <a:t>-style leader election</a:t>
            </a:r>
            <a:br>
              <a:rPr lang="en-US" dirty="0"/>
            </a:br>
            <a:r>
              <a:rPr lang="en-US" dirty="0" err="1"/>
              <a:t>ZooKeeper</a:t>
            </a:r>
            <a:r>
              <a:rPr lang="en-US" dirty="0"/>
              <a:t> explicitly supports leader election as a coordination primitive, and internally it has leader-election mechanisms such as </a:t>
            </a:r>
            <a:r>
              <a:rPr lang="en-US" b="1" dirty="0" err="1"/>
              <a:t>FastLeaderElection</a:t>
            </a:r>
            <a:r>
              <a:rPr lang="en-US" dirty="0"/>
              <a:t>. After election, one server becomes leader and the others follow it as long as quorum conditions hold. </a:t>
            </a:r>
          </a:p>
          <a:p>
            <a:r>
              <a:rPr lang="en-US" b="1" dirty="0"/>
              <a:t>Lease-based leader election</a:t>
            </a:r>
            <a:br>
              <a:rPr lang="en-US" dirty="0"/>
            </a:br>
            <a:r>
              <a:rPr lang="en-US" dirty="0"/>
              <a:t>Very common in distributed systems today. A node becomes leader by acquiring and renewing a lease in a coordination store. If the lease expires, others may compete to become the new leader. This is conceptually simpler for students once they already understand locking and timeouts. </a:t>
            </a:r>
            <a:r>
              <a:rPr lang="en-US" dirty="0" err="1"/>
              <a:t>ZooKeeper</a:t>
            </a:r>
            <a:r>
              <a:rPr lang="en-US" dirty="0"/>
              <a:t> and similar systems are often used to build this pattern. </a:t>
            </a:r>
          </a:p>
          <a:p>
            <a:r>
              <a:rPr lang="en-US" b="1" dirty="0"/>
              <a:t>Paxos-family leader election / distinguished proposer</a:t>
            </a:r>
            <a:br>
              <a:rPr lang="en-US" dirty="0"/>
            </a:br>
            <a:r>
              <a:rPr lang="en-US" dirty="0"/>
              <a:t>In Paxos-like systems, there is often a practical notion of a stable leader or distinguished proposer to reduce contention, even though the core theory is about consensus rather than “election” as a standalone problem. I did not fetch a primary Paxos source in this turn, so I would mention this carefully as a practical note rather than a formal slide claim.</a:t>
            </a:r>
          </a:p>
        </p:txBody>
      </p:sp>
      <p:sp>
        <p:nvSpPr>
          <p:cNvPr id="4" name="Footer Placeholder 3">
            <a:extLst>
              <a:ext uri="{FF2B5EF4-FFF2-40B4-BE49-F238E27FC236}">
                <a16:creationId xmlns:a16="http://schemas.microsoft.com/office/drawing/2014/main" id="{28D694DD-F3FC-C53C-0164-1F8683A3539E}"/>
              </a:ext>
            </a:extLst>
          </p:cNvPr>
          <p:cNvSpPr>
            <a:spLocks noGrp="1"/>
          </p:cNvSpPr>
          <p:nvPr>
            <p:ph type="ftr" sz="quarter" idx="11"/>
          </p:nvPr>
        </p:nvSpPr>
        <p:spPr/>
        <p:txBody>
          <a:bodyPr/>
          <a:lstStyle/>
          <a:p>
            <a:r>
              <a:rPr lang="en-US"/>
              <a:t>Prof. Tim Wood &amp; Prof. Roozbeh Haghnazar</a:t>
            </a:r>
          </a:p>
        </p:txBody>
      </p:sp>
    </p:spTree>
    <p:extLst>
      <p:ext uri="{BB962C8B-B14F-4D97-AF65-F5344CB8AC3E}">
        <p14:creationId xmlns:p14="http://schemas.microsoft.com/office/powerpoint/2010/main" val="3445176166"/>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823B89-5035-4D1A-BDE2-207148249EDA}"/>
              </a:ext>
            </a:extLst>
          </p:cNvPr>
          <p:cNvSpPr>
            <a:spLocks noGrp="1"/>
          </p:cNvSpPr>
          <p:nvPr>
            <p:ph type="title"/>
          </p:nvPr>
        </p:nvSpPr>
        <p:spPr/>
        <p:txBody>
          <a:bodyPr/>
          <a:lstStyle/>
          <a:p>
            <a:r>
              <a:rPr lang="en-US"/>
              <a:t>Elections + Centralized Locking</a:t>
            </a:r>
          </a:p>
        </p:txBody>
      </p:sp>
      <p:sp>
        <p:nvSpPr>
          <p:cNvPr id="3" name="Content Placeholder 2">
            <a:extLst>
              <a:ext uri="{FF2B5EF4-FFF2-40B4-BE49-F238E27FC236}">
                <a16:creationId xmlns:a16="http://schemas.microsoft.com/office/drawing/2014/main" id="{60748534-44C4-4A0A-8C50-02B32CA7EA4B}"/>
              </a:ext>
            </a:extLst>
          </p:cNvPr>
          <p:cNvSpPr>
            <a:spLocks noGrp="1"/>
          </p:cNvSpPr>
          <p:nvPr>
            <p:ph idx="1"/>
          </p:nvPr>
        </p:nvSpPr>
        <p:spPr/>
        <p:txBody>
          <a:bodyPr/>
          <a:lstStyle/>
          <a:p>
            <a:r>
              <a:rPr lang="en-US"/>
              <a:t>Elect a leader</a:t>
            </a:r>
          </a:p>
          <a:p>
            <a:r>
              <a:rPr lang="en-US"/>
              <a:t>Let them make all the decisions about locks</a:t>
            </a:r>
          </a:p>
          <a:p>
            <a:endParaRPr lang="en-US"/>
          </a:p>
          <a:p>
            <a:r>
              <a:rPr lang="en-US"/>
              <a:t>What kinds of failures</a:t>
            </a:r>
            <a:br>
              <a:rPr lang="en-US"/>
            </a:br>
            <a:r>
              <a:rPr lang="en-US"/>
              <a:t>can we handle?</a:t>
            </a:r>
          </a:p>
          <a:p>
            <a:pPr lvl="1"/>
            <a:r>
              <a:rPr lang="en-US"/>
              <a:t>Leader/non-leader?</a:t>
            </a:r>
          </a:p>
          <a:p>
            <a:pPr lvl="1"/>
            <a:r>
              <a:rPr lang="en-US"/>
              <a:t>Locked/unlocked?</a:t>
            </a:r>
          </a:p>
          <a:p>
            <a:pPr lvl="1"/>
            <a:r>
              <a:rPr lang="en-US"/>
              <a:t>During election?</a:t>
            </a:r>
          </a:p>
        </p:txBody>
      </p:sp>
      <p:sp>
        <p:nvSpPr>
          <p:cNvPr id="4" name="Footer Placeholder 3">
            <a:extLst>
              <a:ext uri="{FF2B5EF4-FFF2-40B4-BE49-F238E27FC236}">
                <a16:creationId xmlns:a16="http://schemas.microsoft.com/office/drawing/2014/main" id="{36AA1BE0-A4B9-44CB-8B97-F74EFA18CB61}"/>
              </a:ext>
            </a:extLst>
          </p:cNvPr>
          <p:cNvSpPr>
            <a:spLocks noGrp="1"/>
          </p:cNvSpPr>
          <p:nvPr>
            <p:ph type="ftr" sz="quarter" idx="11"/>
          </p:nvPr>
        </p:nvSpPr>
        <p:spPr/>
        <p:txBody>
          <a:bodyPr/>
          <a:lstStyle/>
          <a:p>
            <a:r>
              <a:rPr lang="en-US"/>
              <a:t>Prof. Tim Wood &amp; Prof. Roozbeh Haghnazar</a:t>
            </a:r>
          </a:p>
        </p:txBody>
      </p:sp>
      <p:grpSp>
        <p:nvGrpSpPr>
          <p:cNvPr id="5" name="Group 4">
            <a:extLst>
              <a:ext uri="{FF2B5EF4-FFF2-40B4-BE49-F238E27FC236}">
                <a16:creationId xmlns:a16="http://schemas.microsoft.com/office/drawing/2014/main" id="{989DF9B3-01A4-4687-8DE6-7381122CB179}"/>
              </a:ext>
            </a:extLst>
          </p:cNvPr>
          <p:cNvGrpSpPr/>
          <p:nvPr/>
        </p:nvGrpSpPr>
        <p:grpSpPr>
          <a:xfrm>
            <a:off x="7900067" y="2194513"/>
            <a:ext cx="3337425" cy="3856792"/>
            <a:chOff x="7454900" y="3187700"/>
            <a:chExt cx="4406900" cy="5092700"/>
          </a:xfrm>
        </p:grpSpPr>
        <p:sp>
          <p:nvSpPr>
            <p:cNvPr id="6" name="P4">
              <a:extLst>
                <a:ext uri="{FF2B5EF4-FFF2-40B4-BE49-F238E27FC236}">
                  <a16:creationId xmlns:a16="http://schemas.microsoft.com/office/drawing/2014/main" id="{B693E14C-E4BD-4829-A87D-393FFD98E9F4}"/>
                </a:ext>
              </a:extLst>
            </p:cNvPr>
            <p:cNvSpPr/>
            <p:nvPr/>
          </p:nvSpPr>
          <p:spPr>
            <a:xfrm>
              <a:off x="9804400" y="7277100"/>
              <a:ext cx="1270000" cy="1003300"/>
            </a:xfrm>
            <a:prstGeom prst="roundRect">
              <a:avLst>
                <a:gd name="adj" fmla="val 18987"/>
              </a:avLst>
            </a:prstGeom>
            <a:solidFill>
              <a:srgbClr val="B51A00"/>
            </a:solidFill>
            <a:ln w="25400">
              <a:solidFill>
                <a:srgbClr val="000000"/>
              </a:solidFill>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chor="ctr"/>
            <a:lstStyle>
              <a:lvl1pPr>
                <a:defRPr sz="3600">
                  <a:latin typeface="Courier"/>
                  <a:ea typeface="Courier"/>
                  <a:cs typeface="Courier"/>
                  <a:sym typeface="Courier"/>
                </a:defRPr>
              </a:lvl1pPr>
            </a:lstStyle>
            <a:p>
              <a:pPr marL="0" marR="0" lvl="0" indent="0" algn="ctr" defTabSz="584200" eaLnBrk="1" fontAlgn="auto" latinLnBrk="0" hangingPunct="0">
                <a:lnSpc>
                  <a:spcPct val="100000"/>
                </a:lnSpc>
                <a:spcBef>
                  <a:spcPts val="0"/>
                </a:spcBef>
                <a:spcAft>
                  <a:spcPts val="0"/>
                </a:spcAft>
                <a:buClrTx/>
                <a:buSzTx/>
                <a:buFontTx/>
                <a:buNone/>
                <a:tabLst/>
                <a:defRPr/>
              </a:pPr>
              <a:r>
                <a:rPr kumimoji="0" sz="2800" b="0" i="0" u="none" strike="noStrike" kern="0" cap="none" spc="0" normalizeH="0" baseline="0" noProof="0">
                  <a:ln>
                    <a:noFill/>
                  </a:ln>
                  <a:solidFill>
                    <a:srgbClr val="000000"/>
                  </a:solidFill>
                  <a:effectLst/>
                  <a:uLnTx/>
                  <a:uFillTx/>
                  <a:latin typeface="Courier"/>
                  <a:sym typeface="Courier"/>
                </a:rPr>
                <a:t>P4</a:t>
              </a:r>
            </a:p>
          </p:txBody>
        </p:sp>
        <p:sp>
          <p:nvSpPr>
            <p:cNvPr id="7" name="P2">
              <a:extLst>
                <a:ext uri="{FF2B5EF4-FFF2-40B4-BE49-F238E27FC236}">
                  <a16:creationId xmlns:a16="http://schemas.microsoft.com/office/drawing/2014/main" id="{6B6CC76F-8AB3-4262-A4DA-C0D2E1E61156}"/>
                </a:ext>
              </a:extLst>
            </p:cNvPr>
            <p:cNvSpPr/>
            <p:nvPr/>
          </p:nvSpPr>
          <p:spPr>
            <a:xfrm>
              <a:off x="10591800" y="4635500"/>
              <a:ext cx="1270000" cy="1003300"/>
            </a:xfrm>
            <a:prstGeom prst="roundRect">
              <a:avLst>
                <a:gd name="adj" fmla="val 18987"/>
              </a:avLst>
            </a:prstGeom>
            <a:solidFill>
              <a:srgbClr val="D4E3FE"/>
            </a:solidFill>
            <a:ln w="25400">
              <a:solidFill>
                <a:srgbClr val="000000"/>
              </a:solidFill>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chor="ctr"/>
            <a:lstStyle>
              <a:lvl1pPr>
                <a:defRPr sz="3600">
                  <a:latin typeface="Courier"/>
                  <a:ea typeface="Courier"/>
                  <a:cs typeface="Courier"/>
                  <a:sym typeface="Courier"/>
                </a:defRPr>
              </a:lvl1pPr>
            </a:lstStyle>
            <a:p>
              <a:pPr marL="0" marR="0" lvl="0" indent="0" algn="ctr" defTabSz="584200" eaLnBrk="1" fontAlgn="auto" latinLnBrk="0" hangingPunct="0">
                <a:lnSpc>
                  <a:spcPct val="100000"/>
                </a:lnSpc>
                <a:spcBef>
                  <a:spcPts val="0"/>
                </a:spcBef>
                <a:spcAft>
                  <a:spcPts val="0"/>
                </a:spcAft>
                <a:buClrTx/>
                <a:buSzTx/>
                <a:buFontTx/>
                <a:buNone/>
                <a:tabLst/>
                <a:defRPr/>
              </a:pPr>
              <a:r>
                <a:rPr kumimoji="0" sz="2800" b="0" i="0" u="none" strike="noStrike" kern="0" cap="none" spc="0" normalizeH="0" baseline="0" noProof="0">
                  <a:ln>
                    <a:noFill/>
                  </a:ln>
                  <a:solidFill>
                    <a:srgbClr val="000000"/>
                  </a:solidFill>
                  <a:effectLst/>
                  <a:uLnTx/>
                  <a:uFillTx/>
                  <a:latin typeface="Courier"/>
                  <a:sym typeface="Courier"/>
                </a:rPr>
                <a:t>P2</a:t>
              </a:r>
            </a:p>
          </p:txBody>
        </p:sp>
        <p:sp>
          <p:nvSpPr>
            <p:cNvPr id="8" name="P3">
              <a:extLst>
                <a:ext uri="{FF2B5EF4-FFF2-40B4-BE49-F238E27FC236}">
                  <a16:creationId xmlns:a16="http://schemas.microsoft.com/office/drawing/2014/main" id="{2A6F07A5-7BB7-49FC-8D51-55F505EF3B3C}"/>
                </a:ext>
              </a:extLst>
            </p:cNvPr>
            <p:cNvSpPr/>
            <p:nvPr/>
          </p:nvSpPr>
          <p:spPr>
            <a:xfrm>
              <a:off x="10591800" y="6032500"/>
              <a:ext cx="1270000" cy="1003300"/>
            </a:xfrm>
            <a:prstGeom prst="roundRect">
              <a:avLst>
                <a:gd name="adj" fmla="val 18987"/>
              </a:avLst>
            </a:prstGeom>
            <a:solidFill>
              <a:srgbClr val="D4E3FE"/>
            </a:solidFill>
            <a:ln w="25400">
              <a:solidFill>
                <a:srgbClr val="000000"/>
              </a:solidFill>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chor="ctr"/>
            <a:lstStyle>
              <a:lvl1pPr>
                <a:defRPr sz="3600">
                  <a:latin typeface="Courier"/>
                  <a:ea typeface="Courier"/>
                  <a:cs typeface="Courier"/>
                  <a:sym typeface="Courier"/>
                </a:defRPr>
              </a:lvl1pPr>
            </a:lstStyle>
            <a:p>
              <a:pPr marL="0" marR="0" lvl="0" indent="0" algn="ctr" defTabSz="584200" eaLnBrk="1" fontAlgn="auto" latinLnBrk="0" hangingPunct="0">
                <a:lnSpc>
                  <a:spcPct val="100000"/>
                </a:lnSpc>
                <a:spcBef>
                  <a:spcPts val="0"/>
                </a:spcBef>
                <a:spcAft>
                  <a:spcPts val="0"/>
                </a:spcAft>
                <a:buClrTx/>
                <a:buSzTx/>
                <a:buFontTx/>
                <a:buNone/>
                <a:tabLst/>
                <a:defRPr/>
              </a:pPr>
              <a:r>
                <a:rPr kumimoji="0" sz="2800" b="0" i="0" u="none" strike="noStrike" kern="0" cap="none" spc="0" normalizeH="0" baseline="0" noProof="0">
                  <a:ln>
                    <a:noFill/>
                  </a:ln>
                  <a:solidFill>
                    <a:srgbClr val="000000"/>
                  </a:solidFill>
                  <a:effectLst/>
                  <a:uLnTx/>
                  <a:uFillTx/>
                  <a:latin typeface="Courier"/>
                  <a:sym typeface="Courier"/>
                </a:rPr>
                <a:t>P3</a:t>
              </a:r>
            </a:p>
          </p:txBody>
        </p:sp>
        <p:sp>
          <p:nvSpPr>
            <p:cNvPr id="9" name="P1">
              <a:extLst>
                <a:ext uri="{FF2B5EF4-FFF2-40B4-BE49-F238E27FC236}">
                  <a16:creationId xmlns:a16="http://schemas.microsoft.com/office/drawing/2014/main" id="{BFA51B3B-077A-4014-A984-094FA7A217B2}"/>
                </a:ext>
              </a:extLst>
            </p:cNvPr>
            <p:cNvSpPr/>
            <p:nvPr/>
          </p:nvSpPr>
          <p:spPr>
            <a:xfrm>
              <a:off x="9804400" y="3492500"/>
              <a:ext cx="1270000" cy="1003300"/>
            </a:xfrm>
            <a:prstGeom prst="roundRect">
              <a:avLst>
                <a:gd name="adj" fmla="val 18987"/>
              </a:avLst>
            </a:prstGeom>
            <a:solidFill>
              <a:srgbClr val="D4E3FE"/>
            </a:solidFill>
            <a:ln w="25400">
              <a:solidFill>
                <a:srgbClr val="000000"/>
              </a:solidFill>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chor="ctr"/>
            <a:lstStyle>
              <a:lvl1pPr>
                <a:defRPr sz="3600">
                  <a:latin typeface="Courier"/>
                  <a:ea typeface="Courier"/>
                  <a:cs typeface="Courier"/>
                  <a:sym typeface="Courier"/>
                </a:defRPr>
              </a:lvl1pPr>
            </a:lstStyle>
            <a:p>
              <a:pPr marL="0" marR="0" lvl="0" indent="0" algn="ctr" defTabSz="584200" eaLnBrk="1" fontAlgn="auto" latinLnBrk="0" hangingPunct="0">
                <a:lnSpc>
                  <a:spcPct val="100000"/>
                </a:lnSpc>
                <a:spcBef>
                  <a:spcPts val="0"/>
                </a:spcBef>
                <a:spcAft>
                  <a:spcPts val="0"/>
                </a:spcAft>
                <a:buClrTx/>
                <a:buSzTx/>
                <a:buFontTx/>
                <a:buNone/>
                <a:tabLst/>
                <a:defRPr/>
              </a:pPr>
              <a:r>
                <a:rPr kumimoji="0" sz="2800" b="0" i="0" u="none" strike="noStrike" kern="0" cap="none" spc="0" normalizeH="0" baseline="0" noProof="0">
                  <a:ln>
                    <a:noFill/>
                  </a:ln>
                  <a:solidFill>
                    <a:srgbClr val="000000"/>
                  </a:solidFill>
                  <a:effectLst/>
                  <a:uLnTx/>
                  <a:uFillTx/>
                  <a:latin typeface="Courier"/>
                  <a:sym typeface="Courier"/>
                </a:rPr>
                <a:t>P1</a:t>
              </a:r>
            </a:p>
          </p:txBody>
        </p:sp>
        <p:sp>
          <p:nvSpPr>
            <p:cNvPr id="10" name="P8">
              <a:extLst>
                <a:ext uri="{FF2B5EF4-FFF2-40B4-BE49-F238E27FC236}">
                  <a16:creationId xmlns:a16="http://schemas.microsoft.com/office/drawing/2014/main" id="{8C4615F1-2517-4B7C-8826-373BB6B97538}"/>
                </a:ext>
              </a:extLst>
            </p:cNvPr>
            <p:cNvSpPr/>
            <p:nvPr/>
          </p:nvSpPr>
          <p:spPr>
            <a:xfrm>
              <a:off x="8280400" y="3492500"/>
              <a:ext cx="1270000" cy="1003300"/>
            </a:xfrm>
            <a:prstGeom prst="roundRect">
              <a:avLst>
                <a:gd name="adj" fmla="val 18987"/>
              </a:avLst>
            </a:prstGeom>
            <a:solidFill>
              <a:srgbClr val="96D35F"/>
            </a:solidFill>
            <a:ln w="25400">
              <a:solidFill>
                <a:srgbClr val="000000"/>
              </a:solidFill>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chor="ctr"/>
            <a:lstStyle>
              <a:lvl1pPr>
                <a:defRPr sz="3600">
                  <a:latin typeface="Courier"/>
                  <a:ea typeface="Courier"/>
                  <a:cs typeface="Courier"/>
                  <a:sym typeface="Courier"/>
                </a:defRPr>
              </a:lvl1pPr>
            </a:lstStyle>
            <a:p>
              <a:pPr marL="0" marR="0" lvl="0" indent="0" algn="ctr" defTabSz="584200" eaLnBrk="1" fontAlgn="auto" latinLnBrk="0" hangingPunct="0">
                <a:lnSpc>
                  <a:spcPct val="100000"/>
                </a:lnSpc>
                <a:spcBef>
                  <a:spcPts val="0"/>
                </a:spcBef>
                <a:spcAft>
                  <a:spcPts val="0"/>
                </a:spcAft>
                <a:buClrTx/>
                <a:buSzTx/>
                <a:buFontTx/>
                <a:buNone/>
                <a:tabLst/>
                <a:defRPr/>
              </a:pPr>
              <a:r>
                <a:rPr kumimoji="0" sz="2800" b="0" i="0" u="none" strike="noStrike" kern="0" cap="none" spc="0" normalizeH="0" baseline="0" noProof="0">
                  <a:ln>
                    <a:noFill/>
                  </a:ln>
                  <a:solidFill>
                    <a:srgbClr val="000000"/>
                  </a:solidFill>
                  <a:effectLst/>
                  <a:uLnTx/>
                  <a:uFillTx/>
                  <a:latin typeface="Courier"/>
                  <a:sym typeface="Courier"/>
                </a:rPr>
                <a:t>P8</a:t>
              </a:r>
            </a:p>
          </p:txBody>
        </p:sp>
        <p:sp>
          <p:nvSpPr>
            <p:cNvPr id="11" name="P6">
              <a:extLst>
                <a:ext uri="{FF2B5EF4-FFF2-40B4-BE49-F238E27FC236}">
                  <a16:creationId xmlns:a16="http://schemas.microsoft.com/office/drawing/2014/main" id="{F106C033-DC0E-4537-B60D-78559260B1C2}"/>
                </a:ext>
              </a:extLst>
            </p:cNvPr>
            <p:cNvSpPr/>
            <p:nvPr/>
          </p:nvSpPr>
          <p:spPr>
            <a:xfrm>
              <a:off x="7454900" y="6032500"/>
              <a:ext cx="1270000" cy="1003300"/>
            </a:xfrm>
            <a:prstGeom prst="roundRect">
              <a:avLst>
                <a:gd name="adj" fmla="val 18987"/>
              </a:avLst>
            </a:prstGeom>
            <a:solidFill>
              <a:srgbClr val="D4E3FE"/>
            </a:solidFill>
            <a:ln w="25400">
              <a:solidFill>
                <a:srgbClr val="000000"/>
              </a:solidFill>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chor="ctr"/>
            <a:lstStyle>
              <a:lvl1pPr>
                <a:defRPr sz="3600">
                  <a:latin typeface="Courier"/>
                  <a:ea typeface="Courier"/>
                  <a:cs typeface="Courier"/>
                  <a:sym typeface="Courier"/>
                </a:defRPr>
              </a:lvl1pPr>
            </a:lstStyle>
            <a:p>
              <a:pPr marL="0" marR="0" lvl="0" indent="0" algn="ctr" defTabSz="584200" eaLnBrk="1" fontAlgn="auto" latinLnBrk="0" hangingPunct="0">
                <a:lnSpc>
                  <a:spcPct val="100000"/>
                </a:lnSpc>
                <a:spcBef>
                  <a:spcPts val="0"/>
                </a:spcBef>
                <a:spcAft>
                  <a:spcPts val="0"/>
                </a:spcAft>
                <a:buClrTx/>
                <a:buSzTx/>
                <a:buFontTx/>
                <a:buNone/>
                <a:tabLst/>
                <a:defRPr/>
              </a:pPr>
              <a:r>
                <a:rPr kumimoji="0" sz="2800" b="0" i="0" u="none" strike="noStrike" kern="0" cap="none" spc="0" normalizeH="0" baseline="0" noProof="0">
                  <a:ln>
                    <a:noFill/>
                  </a:ln>
                  <a:solidFill>
                    <a:srgbClr val="000000"/>
                  </a:solidFill>
                  <a:effectLst/>
                  <a:uLnTx/>
                  <a:uFillTx/>
                  <a:latin typeface="Courier"/>
                  <a:sym typeface="Courier"/>
                </a:rPr>
                <a:t>P6</a:t>
              </a:r>
            </a:p>
          </p:txBody>
        </p:sp>
        <p:sp>
          <p:nvSpPr>
            <p:cNvPr id="12" name="P5">
              <a:extLst>
                <a:ext uri="{FF2B5EF4-FFF2-40B4-BE49-F238E27FC236}">
                  <a16:creationId xmlns:a16="http://schemas.microsoft.com/office/drawing/2014/main" id="{E881292A-617E-474A-881F-C89716FC70D0}"/>
                </a:ext>
              </a:extLst>
            </p:cNvPr>
            <p:cNvSpPr/>
            <p:nvPr/>
          </p:nvSpPr>
          <p:spPr>
            <a:xfrm>
              <a:off x="8280400" y="7277100"/>
              <a:ext cx="1270000" cy="1003300"/>
            </a:xfrm>
            <a:prstGeom prst="roundRect">
              <a:avLst>
                <a:gd name="adj" fmla="val 18987"/>
              </a:avLst>
            </a:prstGeom>
            <a:solidFill>
              <a:srgbClr val="B51A00"/>
            </a:solidFill>
            <a:ln w="25400">
              <a:solidFill>
                <a:srgbClr val="000000"/>
              </a:solidFill>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chor="ctr"/>
            <a:lstStyle>
              <a:lvl1pPr>
                <a:defRPr sz="3600">
                  <a:latin typeface="Courier"/>
                  <a:ea typeface="Courier"/>
                  <a:cs typeface="Courier"/>
                  <a:sym typeface="Courier"/>
                </a:defRPr>
              </a:lvl1pPr>
            </a:lstStyle>
            <a:p>
              <a:pPr marL="0" marR="0" lvl="0" indent="0" algn="ctr" defTabSz="584200" eaLnBrk="1" fontAlgn="auto" latinLnBrk="0" hangingPunct="0">
                <a:lnSpc>
                  <a:spcPct val="100000"/>
                </a:lnSpc>
                <a:spcBef>
                  <a:spcPts val="0"/>
                </a:spcBef>
                <a:spcAft>
                  <a:spcPts val="0"/>
                </a:spcAft>
                <a:buClrTx/>
                <a:buSzTx/>
                <a:buFontTx/>
                <a:buNone/>
                <a:tabLst/>
                <a:defRPr/>
              </a:pPr>
              <a:r>
                <a:rPr kumimoji="0" sz="2800" b="0" i="0" u="none" strike="noStrike" kern="0" cap="none" spc="0" normalizeH="0" baseline="0" noProof="0">
                  <a:ln>
                    <a:noFill/>
                  </a:ln>
                  <a:solidFill>
                    <a:srgbClr val="000000"/>
                  </a:solidFill>
                  <a:effectLst/>
                  <a:uLnTx/>
                  <a:uFillTx/>
                  <a:latin typeface="Courier"/>
                  <a:sym typeface="Courier"/>
                </a:rPr>
                <a:t>P5</a:t>
              </a:r>
            </a:p>
          </p:txBody>
        </p:sp>
        <p:sp>
          <p:nvSpPr>
            <p:cNvPr id="13" name="P7">
              <a:extLst>
                <a:ext uri="{FF2B5EF4-FFF2-40B4-BE49-F238E27FC236}">
                  <a16:creationId xmlns:a16="http://schemas.microsoft.com/office/drawing/2014/main" id="{EB382813-9D9E-4886-A1FA-C482413CF2D8}"/>
                </a:ext>
              </a:extLst>
            </p:cNvPr>
            <p:cNvSpPr/>
            <p:nvPr/>
          </p:nvSpPr>
          <p:spPr>
            <a:xfrm>
              <a:off x="7454900" y="4635500"/>
              <a:ext cx="1270000" cy="1003300"/>
            </a:xfrm>
            <a:prstGeom prst="roundRect">
              <a:avLst>
                <a:gd name="adj" fmla="val 18987"/>
              </a:avLst>
            </a:prstGeom>
            <a:solidFill>
              <a:srgbClr val="B51A00"/>
            </a:solidFill>
            <a:ln w="25400">
              <a:solidFill>
                <a:srgbClr val="000000"/>
              </a:solidFill>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chor="ctr"/>
            <a:lstStyle>
              <a:lvl1pPr>
                <a:defRPr sz="3600">
                  <a:latin typeface="Courier"/>
                  <a:ea typeface="Courier"/>
                  <a:cs typeface="Courier"/>
                  <a:sym typeface="Courier"/>
                </a:defRPr>
              </a:lvl1pPr>
            </a:lstStyle>
            <a:p>
              <a:pPr marL="0" marR="0" lvl="0" indent="0" algn="ctr" defTabSz="584200" eaLnBrk="1" fontAlgn="auto" latinLnBrk="0" hangingPunct="0">
                <a:lnSpc>
                  <a:spcPct val="100000"/>
                </a:lnSpc>
                <a:spcBef>
                  <a:spcPts val="0"/>
                </a:spcBef>
                <a:spcAft>
                  <a:spcPts val="0"/>
                </a:spcAft>
                <a:buClrTx/>
                <a:buSzTx/>
                <a:buFontTx/>
                <a:buNone/>
                <a:tabLst/>
                <a:defRPr/>
              </a:pPr>
              <a:r>
                <a:rPr kumimoji="0" sz="2800" b="0" i="0" u="none" strike="noStrike" kern="0" cap="none" spc="0" normalizeH="0" baseline="0" noProof="0">
                  <a:ln>
                    <a:noFill/>
                  </a:ln>
                  <a:solidFill>
                    <a:srgbClr val="000000"/>
                  </a:solidFill>
                  <a:effectLst/>
                  <a:uLnTx/>
                  <a:uFillTx/>
                  <a:latin typeface="Courier"/>
                  <a:sym typeface="Courier"/>
                </a:rPr>
                <a:t>P7</a:t>
              </a:r>
            </a:p>
          </p:txBody>
        </p:sp>
        <p:sp>
          <p:nvSpPr>
            <p:cNvPr id="14" name="Line">
              <a:extLst>
                <a:ext uri="{FF2B5EF4-FFF2-40B4-BE49-F238E27FC236}">
                  <a16:creationId xmlns:a16="http://schemas.microsoft.com/office/drawing/2014/main" id="{D307DC26-4F17-4DBF-9EB7-9E7A11165F27}"/>
                </a:ext>
              </a:extLst>
            </p:cNvPr>
            <p:cNvSpPr/>
            <p:nvPr/>
          </p:nvSpPr>
          <p:spPr>
            <a:xfrm flipH="1">
              <a:off x="8648700" y="4559300"/>
              <a:ext cx="571501" cy="1524000"/>
            </a:xfrm>
            <a:prstGeom prst="line">
              <a:avLst/>
            </a:prstGeom>
            <a:ln w="38100">
              <a:solidFill>
                <a:srgbClr val="000000"/>
              </a:solidFill>
              <a:miter lim="400000"/>
              <a:headEnd type="stealth"/>
            </a:ln>
          </p:spPr>
          <p:txBody>
            <a:bodyPr lIns="0" tIns="0" rIns="0" bIns="0"/>
            <a:lstStyle/>
            <a:p>
              <a:pPr marL="0" marR="0" lvl="0" indent="0" defTabSz="914400" eaLnBrk="1" fontAlgn="auto" latinLnBrk="0" hangingPunct="0">
                <a:lnSpc>
                  <a:spcPct val="100000"/>
                </a:lnSpc>
                <a:spcBef>
                  <a:spcPts val="0"/>
                </a:spcBef>
                <a:spcAft>
                  <a:spcPts val="0"/>
                </a:spcAft>
                <a:buClrTx/>
                <a:buSzTx/>
                <a:buFontTx/>
                <a:buNone/>
                <a:tabLst/>
                <a:defRPr sz="1200"/>
              </a:pPr>
              <a:endParaRPr kumimoji="0" sz="1050" b="0" i="0" u="none" strike="noStrike" kern="0" cap="none" spc="0" normalizeH="0" baseline="0" noProof="0">
                <a:ln>
                  <a:noFill/>
                </a:ln>
                <a:solidFill>
                  <a:srgbClr val="000000"/>
                </a:solidFill>
                <a:effectLst/>
                <a:uLnTx/>
                <a:uFillTx/>
                <a:latin typeface="Helvetica"/>
                <a:cs typeface="Helvetica"/>
                <a:sym typeface="Helvetica"/>
              </a:endParaRPr>
            </a:p>
          </p:txBody>
        </p:sp>
        <p:sp>
          <p:nvSpPr>
            <p:cNvPr id="15" name="Elect  P8">
              <a:extLst>
                <a:ext uri="{FF2B5EF4-FFF2-40B4-BE49-F238E27FC236}">
                  <a16:creationId xmlns:a16="http://schemas.microsoft.com/office/drawing/2014/main" id="{8ADB7765-C55E-4629-8DAA-8B6A3474927D}"/>
                </a:ext>
              </a:extLst>
            </p:cNvPr>
            <p:cNvSpPr txBox="1"/>
            <p:nvPr/>
          </p:nvSpPr>
          <p:spPr>
            <a:xfrm>
              <a:off x="8619235" y="5731081"/>
              <a:ext cx="1151476" cy="111083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50800" tIns="50800" rIns="50800" bIns="50800" anchor="ctr">
              <a:spAutoFit/>
            </a:bodyPr>
            <a:lstStyle/>
            <a:p>
              <a:pPr marL="0" marR="0" lvl="0" indent="0" algn="ctr" defTabSz="584200" eaLnBrk="1" fontAlgn="auto" latinLnBrk="0" hangingPunct="0">
                <a:lnSpc>
                  <a:spcPct val="100000"/>
                </a:lnSpc>
                <a:spcBef>
                  <a:spcPts val="0"/>
                </a:spcBef>
                <a:spcAft>
                  <a:spcPts val="0"/>
                </a:spcAft>
                <a:buClrTx/>
                <a:buSzTx/>
                <a:buFontTx/>
                <a:buNone/>
                <a:tabLst/>
                <a:defRPr sz="3100"/>
              </a:pPr>
              <a:r>
                <a:rPr kumimoji="0" sz="2400" b="0" i="0" u="none" strike="noStrike" kern="0" cap="none" spc="0" normalizeH="0" baseline="0" noProof="0">
                  <a:ln>
                    <a:noFill/>
                  </a:ln>
                  <a:solidFill>
                    <a:srgbClr val="000000"/>
                  </a:solidFill>
                  <a:effectLst/>
                  <a:uLnTx/>
                  <a:uFillTx/>
                  <a:latin typeface="Helvetica"/>
                  <a:cs typeface="Helvetica"/>
                  <a:sym typeface="Helvetica"/>
                </a:rPr>
                <a:t>Elect </a:t>
              </a:r>
              <a:br>
                <a:rPr kumimoji="0" sz="2400" b="0" i="0" u="none" strike="noStrike" kern="0" cap="none" spc="0" normalizeH="0" baseline="0" noProof="0">
                  <a:ln>
                    <a:noFill/>
                  </a:ln>
                  <a:solidFill>
                    <a:srgbClr val="000000"/>
                  </a:solidFill>
                  <a:effectLst/>
                  <a:uLnTx/>
                  <a:uFillTx/>
                  <a:latin typeface="Helvetica"/>
                  <a:cs typeface="Helvetica"/>
                  <a:sym typeface="Helvetica"/>
                </a:rPr>
              </a:br>
              <a:r>
                <a:rPr kumimoji="0" sz="2400" b="0" i="0" u="none" strike="noStrike" kern="0" cap="none" spc="0" normalizeH="0" baseline="0" noProof="0">
                  <a:ln>
                    <a:noFill/>
                  </a:ln>
                  <a:solidFill>
                    <a:srgbClr val="000000"/>
                  </a:solidFill>
                  <a:effectLst/>
                  <a:uLnTx/>
                  <a:uFillTx/>
                  <a:latin typeface="Helvetica"/>
                  <a:cs typeface="Helvetica"/>
                  <a:sym typeface="Helvetica"/>
                </a:rPr>
                <a:t>P8</a:t>
              </a:r>
            </a:p>
          </p:txBody>
        </p:sp>
        <p:sp>
          <p:nvSpPr>
            <p:cNvPr id="16" name="Line">
              <a:extLst>
                <a:ext uri="{FF2B5EF4-FFF2-40B4-BE49-F238E27FC236}">
                  <a16:creationId xmlns:a16="http://schemas.microsoft.com/office/drawing/2014/main" id="{C3E2A851-8F55-4BDF-98B5-D4C11E61C704}"/>
                </a:ext>
              </a:extLst>
            </p:cNvPr>
            <p:cNvSpPr/>
            <p:nvPr/>
          </p:nvSpPr>
          <p:spPr>
            <a:xfrm>
              <a:off x="9347200" y="4584700"/>
              <a:ext cx="1524001" cy="1625600"/>
            </a:xfrm>
            <a:prstGeom prst="line">
              <a:avLst/>
            </a:prstGeom>
            <a:ln w="38100">
              <a:solidFill>
                <a:srgbClr val="000000"/>
              </a:solidFill>
              <a:miter lim="400000"/>
              <a:headEnd type="stealth"/>
            </a:ln>
          </p:spPr>
          <p:txBody>
            <a:bodyPr lIns="0" tIns="0" rIns="0" bIns="0"/>
            <a:lstStyle/>
            <a:p>
              <a:pPr marL="0" marR="0" lvl="0" indent="0" defTabSz="914400" eaLnBrk="1" fontAlgn="auto" latinLnBrk="0" hangingPunct="0">
                <a:lnSpc>
                  <a:spcPct val="100000"/>
                </a:lnSpc>
                <a:spcBef>
                  <a:spcPts val="0"/>
                </a:spcBef>
                <a:spcAft>
                  <a:spcPts val="0"/>
                </a:spcAft>
                <a:buClrTx/>
                <a:buSzTx/>
                <a:buFontTx/>
                <a:buNone/>
                <a:tabLst/>
                <a:defRPr sz="1200"/>
              </a:pPr>
              <a:endParaRPr kumimoji="0" sz="1050" b="0" i="0" u="none" strike="noStrike" kern="0" cap="none" spc="0" normalizeH="0" baseline="0" noProof="0">
                <a:ln>
                  <a:noFill/>
                </a:ln>
                <a:solidFill>
                  <a:srgbClr val="000000"/>
                </a:solidFill>
                <a:effectLst/>
                <a:uLnTx/>
                <a:uFillTx/>
                <a:latin typeface="Helvetica"/>
                <a:cs typeface="Helvetica"/>
                <a:sym typeface="Helvetica"/>
              </a:endParaRPr>
            </a:p>
          </p:txBody>
        </p:sp>
        <p:sp>
          <p:nvSpPr>
            <p:cNvPr id="17" name="Lock">
              <a:extLst>
                <a:ext uri="{FF2B5EF4-FFF2-40B4-BE49-F238E27FC236}">
                  <a16:creationId xmlns:a16="http://schemas.microsoft.com/office/drawing/2014/main" id="{413C46F6-B182-4333-A484-D31FBE504212}"/>
                </a:ext>
              </a:extLst>
            </p:cNvPr>
            <p:cNvSpPr txBox="1"/>
            <p:nvPr/>
          </p:nvSpPr>
          <p:spPr>
            <a:xfrm rot="2782983">
              <a:off x="9722287" y="4786337"/>
              <a:ext cx="994841" cy="62315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50800" tIns="50800" rIns="50800" bIns="50800" anchor="ctr">
              <a:spAutoFit/>
            </a:bodyPr>
            <a:lstStyle>
              <a:lvl1pPr>
                <a:defRPr sz="3200"/>
              </a:lvl1pPr>
            </a:lstStyle>
            <a:p>
              <a:pPr marL="0" marR="0" lvl="0" indent="0" algn="ctr" defTabSz="584200" eaLnBrk="1" fontAlgn="auto" latinLnBrk="0" hangingPunct="0">
                <a:lnSpc>
                  <a:spcPct val="100000"/>
                </a:lnSpc>
                <a:spcBef>
                  <a:spcPts val="0"/>
                </a:spcBef>
                <a:spcAft>
                  <a:spcPts val="0"/>
                </a:spcAft>
                <a:buClrTx/>
                <a:buSzTx/>
                <a:buFontTx/>
                <a:buNone/>
                <a:tabLst/>
                <a:defRPr/>
              </a:pPr>
              <a:r>
                <a:rPr kumimoji="0" sz="2400" b="0" i="0" u="none" strike="noStrike" kern="0" cap="none" spc="0" normalizeH="0" baseline="0" noProof="0">
                  <a:ln>
                    <a:noFill/>
                  </a:ln>
                  <a:solidFill>
                    <a:srgbClr val="000000"/>
                  </a:solidFill>
                  <a:effectLst/>
                  <a:uLnTx/>
                  <a:uFillTx/>
                  <a:latin typeface="Helvetica"/>
                  <a:cs typeface="Helvetica"/>
                  <a:sym typeface="Helvetica"/>
                </a:rPr>
                <a:t>Lock</a:t>
              </a:r>
            </a:p>
          </p:txBody>
        </p:sp>
        <p:sp>
          <p:nvSpPr>
            <p:cNvPr id="18" name="Star">
              <a:extLst>
                <a:ext uri="{FF2B5EF4-FFF2-40B4-BE49-F238E27FC236}">
                  <a16:creationId xmlns:a16="http://schemas.microsoft.com/office/drawing/2014/main" id="{25A96622-AFF4-4097-B41F-A3BEBCFCF068}"/>
                </a:ext>
              </a:extLst>
            </p:cNvPr>
            <p:cNvSpPr/>
            <p:nvPr/>
          </p:nvSpPr>
          <p:spPr>
            <a:xfrm>
              <a:off x="8638839" y="3187700"/>
              <a:ext cx="603922" cy="448003"/>
            </a:xfrm>
            <a:prstGeom prst="star5">
              <a:avLst>
                <a:gd name="adj" fmla="val 25000"/>
                <a:gd name="hf" fmla="val 105146"/>
                <a:gd name="vf" fmla="val 110557"/>
              </a:avLst>
            </a:prstGeom>
            <a:solidFill>
              <a:srgbClr val="FFE9A0"/>
            </a:solidFill>
            <a:ln w="25400">
              <a:solidFill>
                <a:srgbClr val="000000"/>
              </a:solidFill>
              <a:miter lim="400000"/>
            </a:ln>
          </p:spPr>
          <p:txBody>
            <a:bodyPr lIns="50800" tIns="50800" rIns="50800" bIns="50800"/>
            <a:lstStyle/>
            <a:p>
              <a:pPr marL="0" marR="0" lvl="0" indent="0" defTabSz="584200" eaLnBrk="1" fontAlgn="auto" latinLnBrk="0" hangingPunct="0">
                <a:lnSpc>
                  <a:spcPct val="100000"/>
                </a:lnSpc>
                <a:spcBef>
                  <a:spcPts val="0"/>
                </a:spcBef>
                <a:spcAft>
                  <a:spcPts val="0"/>
                </a:spcAft>
                <a:buClrTx/>
                <a:buSzTx/>
                <a:buFontTx/>
                <a:buNone/>
                <a:tabLst/>
                <a:defRPr sz="3600">
                  <a:latin typeface="Courier"/>
                  <a:ea typeface="Courier"/>
                  <a:cs typeface="Courier"/>
                  <a:sym typeface="Courier"/>
                </a:defRPr>
              </a:pPr>
              <a:endParaRPr kumimoji="0" sz="2800" b="0" i="0" u="none" strike="noStrike" kern="0" cap="none" spc="0" normalizeH="0" baseline="0" noProof="0">
                <a:ln>
                  <a:noFill/>
                </a:ln>
                <a:solidFill>
                  <a:srgbClr val="000000"/>
                </a:solidFill>
                <a:effectLst/>
                <a:uLnTx/>
                <a:uFillTx/>
                <a:latin typeface="Courier"/>
                <a:ea typeface="Courier"/>
                <a:cs typeface="Courier"/>
                <a:sym typeface="Courier"/>
              </a:endParaRPr>
            </a:p>
          </p:txBody>
        </p:sp>
      </p:grpSp>
      <p:sp>
        <p:nvSpPr>
          <p:cNvPr id="19" name="Rounded Rectangle 18">
            <a:extLst>
              <a:ext uri="{FF2B5EF4-FFF2-40B4-BE49-F238E27FC236}">
                <a16:creationId xmlns:a16="http://schemas.microsoft.com/office/drawing/2014/main" id="{368F3FCD-4626-F448-ACED-C75F324FD3E9}"/>
              </a:ext>
            </a:extLst>
          </p:cNvPr>
          <p:cNvSpPr/>
          <p:nvPr/>
        </p:nvSpPr>
        <p:spPr>
          <a:xfrm>
            <a:off x="481584" y="5291488"/>
            <a:ext cx="5745480" cy="927156"/>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This can be the basis for </a:t>
            </a:r>
            <a:r>
              <a:rPr lang="en-US" sz="2400" b="1" dirty="0"/>
              <a:t>consensus-</a:t>
            </a:r>
            <a:r>
              <a:rPr lang="en-US" sz="2400" dirty="0"/>
              <a:t>based distributed systems!</a:t>
            </a:r>
          </a:p>
        </p:txBody>
      </p:sp>
    </p:spTree>
    <p:extLst>
      <p:ext uri="{BB962C8B-B14F-4D97-AF65-F5344CB8AC3E}">
        <p14:creationId xmlns:p14="http://schemas.microsoft.com/office/powerpoint/2010/main" val="752274631"/>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2A28B1-B8C8-1B4D-A476-7277C679F622}"/>
              </a:ext>
            </a:extLst>
          </p:cNvPr>
          <p:cNvSpPr>
            <a:spLocks noGrp="1"/>
          </p:cNvSpPr>
          <p:nvPr>
            <p:ph type="title"/>
          </p:nvPr>
        </p:nvSpPr>
        <p:spPr/>
        <p:txBody>
          <a:bodyPr>
            <a:normAutofit fontScale="90000"/>
          </a:bodyPr>
          <a:lstStyle/>
          <a:p>
            <a:r>
              <a:rPr lang="en-US" dirty="0"/>
              <a:t>Chubby: Google’s Coordination and Lock Service</a:t>
            </a:r>
          </a:p>
        </p:txBody>
      </p:sp>
      <p:sp>
        <p:nvSpPr>
          <p:cNvPr id="3" name="Content Placeholder 2">
            <a:extLst>
              <a:ext uri="{FF2B5EF4-FFF2-40B4-BE49-F238E27FC236}">
                <a16:creationId xmlns:a16="http://schemas.microsoft.com/office/drawing/2014/main" id="{777276A9-3F4C-3640-AF05-62D5F1385D59}"/>
              </a:ext>
            </a:extLst>
          </p:cNvPr>
          <p:cNvSpPr>
            <a:spLocks noGrp="1"/>
          </p:cNvSpPr>
          <p:nvPr>
            <p:ph idx="1"/>
          </p:nvPr>
        </p:nvSpPr>
        <p:spPr>
          <a:xfrm>
            <a:off x="685800" y="2194560"/>
            <a:ext cx="8610600" cy="4024125"/>
          </a:xfrm>
        </p:spPr>
        <p:txBody>
          <a:bodyPr>
            <a:normAutofit fontScale="92500" lnSpcReduction="10000"/>
          </a:bodyPr>
          <a:lstStyle/>
          <a:p>
            <a:r>
              <a:rPr lang="en-US" dirty="0"/>
              <a:t>Google services are composed of many thousands of nodes</a:t>
            </a:r>
          </a:p>
          <a:p>
            <a:r>
              <a:rPr lang="en-US" dirty="0"/>
              <a:t>Need a way to coordinate data and access to shared resources!</a:t>
            </a:r>
          </a:p>
          <a:p>
            <a:pPr lvl="1"/>
            <a:r>
              <a:rPr lang="en-US" dirty="0"/>
              <a:t>Used by Google File System, </a:t>
            </a:r>
            <a:r>
              <a:rPr lang="en-US" dirty="0" err="1"/>
              <a:t>BigTable</a:t>
            </a:r>
            <a:r>
              <a:rPr lang="en-US" dirty="0"/>
              <a:t>, </a:t>
            </a:r>
            <a:r>
              <a:rPr lang="en-US" dirty="0" err="1"/>
              <a:t>etc</a:t>
            </a:r>
            <a:endParaRPr lang="en-US" dirty="0"/>
          </a:p>
          <a:p>
            <a:endParaRPr lang="en-US" dirty="0"/>
          </a:p>
          <a:p>
            <a:r>
              <a:rPr lang="en-US" dirty="0"/>
              <a:t>Chubby: lock service for loosely coupled distributed systems</a:t>
            </a:r>
          </a:p>
          <a:p>
            <a:pPr lvl="1"/>
            <a:r>
              <a:rPr lang="en-US" dirty="0"/>
              <a:t>Focuses on availability and reliability (not performance)</a:t>
            </a:r>
          </a:p>
          <a:p>
            <a:pPr lvl="1"/>
            <a:r>
              <a:rPr lang="en-US" dirty="0"/>
              <a:t>Scales to ~10,000 servers per Chubby Cell </a:t>
            </a:r>
          </a:p>
          <a:p>
            <a:pPr lvl="1"/>
            <a:r>
              <a:rPr lang="en-US" dirty="0"/>
              <a:t>Chubby cell might serve ten thousand 4-processor machines, and that several Chubby instances handled a few tens of thousands of clients concurrently.</a:t>
            </a:r>
          </a:p>
          <a:p>
            <a:pPr lvl="1"/>
            <a:endParaRPr lang="en-US" dirty="0"/>
          </a:p>
          <a:p>
            <a:r>
              <a:rPr lang="en-US" dirty="0"/>
              <a:t>See paper at OSDI 2006 by Mike Burrows for full details!</a:t>
            </a:r>
          </a:p>
        </p:txBody>
      </p:sp>
      <p:sp>
        <p:nvSpPr>
          <p:cNvPr id="4" name="Footer Placeholder 3">
            <a:extLst>
              <a:ext uri="{FF2B5EF4-FFF2-40B4-BE49-F238E27FC236}">
                <a16:creationId xmlns:a16="http://schemas.microsoft.com/office/drawing/2014/main" id="{FA618EBD-1340-9846-BDD2-AA691903DF5E}"/>
              </a:ext>
            </a:extLst>
          </p:cNvPr>
          <p:cNvSpPr>
            <a:spLocks noGrp="1"/>
          </p:cNvSpPr>
          <p:nvPr>
            <p:ph type="ftr" sz="quarter" idx="11"/>
          </p:nvPr>
        </p:nvSpPr>
        <p:spPr/>
        <p:txBody>
          <a:bodyPr/>
          <a:lstStyle/>
          <a:p>
            <a:r>
              <a:rPr lang="en-US"/>
              <a:t>Prof. Tim Wood &amp; Prof. Roozbeh Haghnazar</a:t>
            </a:r>
          </a:p>
        </p:txBody>
      </p:sp>
      <p:pic>
        <p:nvPicPr>
          <p:cNvPr id="5" name="Picture 4">
            <a:extLst>
              <a:ext uri="{FF2B5EF4-FFF2-40B4-BE49-F238E27FC236}">
                <a16:creationId xmlns:a16="http://schemas.microsoft.com/office/drawing/2014/main" id="{99F473C8-44B5-0E40-8658-5BF504DE15A2}"/>
              </a:ext>
            </a:extLst>
          </p:cNvPr>
          <p:cNvPicPr>
            <a:picLocks noChangeAspect="1"/>
          </p:cNvPicPr>
          <p:nvPr/>
        </p:nvPicPr>
        <p:blipFill>
          <a:blip r:embed="rId2"/>
          <a:stretch>
            <a:fillRect/>
          </a:stretch>
        </p:blipFill>
        <p:spPr>
          <a:xfrm>
            <a:off x="9296400" y="1938784"/>
            <a:ext cx="2895600" cy="4806981"/>
          </a:xfrm>
          <a:prstGeom prst="rect">
            <a:avLst/>
          </a:prstGeom>
        </p:spPr>
      </p:pic>
    </p:spTree>
    <p:extLst>
      <p:ext uri="{BB962C8B-B14F-4D97-AF65-F5344CB8AC3E}">
        <p14:creationId xmlns:p14="http://schemas.microsoft.com/office/powerpoint/2010/main" val="3614970622"/>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D86022-9FF4-7340-BB3E-B03016C5FE84}"/>
              </a:ext>
            </a:extLst>
          </p:cNvPr>
          <p:cNvSpPr>
            <a:spLocks noGrp="1"/>
          </p:cNvSpPr>
          <p:nvPr>
            <p:ph type="title"/>
          </p:nvPr>
        </p:nvSpPr>
        <p:spPr/>
        <p:txBody>
          <a:bodyPr/>
          <a:lstStyle/>
          <a:p>
            <a:r>
              <a:rPr lang="en-US"/>
              <a:t>State Machine Replication (SMR)</a:t>
            </a:r>
          </a:p>
        </p:txBody>
      </p:sp>
      <p:sp>
        <p:nvSpPr>
          <p:cNvPr id="3" name="Content Placeholder 2">
            <a:extLst>
              <a:ext uri="{FF2B5EF4-FFF2-40B4-BE49-F238E27FC236}">
                <a16:creationId xmlns:a16="http://schemas.microsoft.com/office/drawing/2014/main" id="{5D95C2E2-B794-C443-8DEC-0CA86DE4C746}"/>
              </a:ext>
            </a:extLst>
          </p:cNvPr>
          <p:cNvSpPr>
            <a:spLocks noGrp="1"/>
          </p:cNvSpPr>
          <p:nvPr>
            <p:ph idx="1"/>
          </p:nvPr>
        </p:nvSpPr>
        <p:spPr/>
        <p:txBody>
          <a:bodyPr/>
          <a:lstStyle/>
          <a:p>
            <a:r>
              <a:rPr lang="en-US" dirty="0"/>
              <a:t>We can think of an application as a state machine</a:t>
            </a:r>
          </a:p>
          <a:p>
            <a:pPr lvl="1"/>
            <a:r>
              <a:rPr lang="en-US" dirty="0"/>
              <a:t>A program is just </a:t>
            </a:r>
            <a:r>
              <a:rPr lang="en-US" b="1" dirty="0"/>
              <a:t>data</a:t>
            </a:r>
            <a:r>
              <a:rPr lang="en-US" dirty="0"/>
              <a:t> that is updated based on </a:t>
            </a:r>
            <a:r>
              <a:rPr lang="en-US" b="1" dirty="0"/>
              <a:t>operations </a:t>
            </a:r>
            <a:r>
              <a:rPr lang="en-US" dirty="0"/>
              <a:t>-&gt;</a:t>
            </a:r>
            <a:r>
              <a:rPr lang="en-US" b="1" dirty="0"/>
              <a:t> state</a:t>
            </a:r>
          </a:p>
          <a:p>
            <a:endParaRPr lang="en-US" dirty="0"/>
          </a:p>
          <a:p>
            <a:r>
              <a:rPr lang="en-US" dirty="0"/>
              <a:t>Consensus means that all distributed nodes should be in the same state!</a:t>
            </a:r>
          </a:p>
          <a:p>
            <a:pPr lvl="1"/>
            <a:r>
              <a:rPr lang="en-US" dirty="0"/>
              <a:t>If a node fails, it should not disrupt the system</a:t>
            </a:r>
          </a:p>
          <a:p>
            <a:pPr lvl="1"/>
            <a:r>
              <a:rPr lang="en-US" dirty="0"/>
              <a:t>When a node recovers it should be able to “catch up”</a:t>
            </a:r>
          </a:p>
        </p:txBody>
      </p:sp>
      <p:sp>
        <p:nvSpPr>
          <p:cNvPr id="4" name="Footer Placeholder 3">
            <a:extLst>
              <a:ext uri="{FF2B5EF4-FFF2-40B4-BE49-F238E27FC236}">
                <a16:creationId xmlns:a16="http://schemas.microsoft.com/office/drawing/2014/main" id="{F821C4AA-9D63-4A42-8420-C4640066A5D8}"/>
              </a:ext>
            </a:extLst>
          </p:cNvPr>
          <p:cNvSpPr>
            <a:spLocks noGrp="1"/>
          </p:cNvSpPr>
          <p:nvPr>
            <p:ph type="ftr" sz="quarter" idx="11"/>
          </p:nvPr>
        </p:nvSpPr>
        <p:spPr/>
        <p:txBody>
          <a:bodyPr/>
          <a:lstStyle/>
          <a:p>
            <a:r>
              <a:rPr lang="en-US"/>
              <a:t>Prof. Tim Wood &amp; Prof. Roozbeh Haghnazar</a:t>
            </a:r>
          </a:p>
        </p:txBody>
      </p:sp>
      <p:sp>
        <p:nvSpPr>
          <p:cNvPr id="5" name="Rounded Rectangle 4">
            <a:extLst>
              <a:ext uri="{FF2B5EF4-FFF2-40B4-BE49-F238E27FC236}">
                <a16:creationId xmlns:a16="http://schemas.microsoft.com/office/drawing/2014/main" id="{5C8AAB78-9039-DA49-ABEC-4ADD2F685F27}"/>
              </a:ext>
            </a:extLst>
          </p:cNvPr>
          <p:cNvSpPr/>
          <p:nvPr/>
        </p:nvSpPr>
        <p:spPr>
          <a:xfrm>
            <a:off x="3314700" y="4953000"/>
            <a:ext cx="1897380" cy="960120"/>
          </a:xfrm>
          <a:prstGeom prst="round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sz="2400" b="1"/>
              <a:t>Primary</a:t>
            </a:r>
          </a:p>
        </p:txBody>
      </p:sp>
      <p:sp>
        <p:nvSpPr>
          <p:cNvPr id="6" name="Rounded Rectangle 5">
            <a:extLst>
              <a:ext uri="{FF2B5EF4-FFF2-40B4-BE49-F238E27FC236}">
                <a16:creationId xmlns:a16="http://schemas.microsoft.com/office/drawing/2014/main" id="{F3180F1E-C664-AB45-B334-491FDB0FBC1B}"/>
              </a:ext>
            </a:extLst>
          </p:cNvPr>
          <p:cNvSpPr/>
          <p:nvPr/>
        </p:nvSpPr>
        <p:spPr>
          <a:xfrm>
            <a:off x="5943600" y="4953000"/>
            <a:ext cx="1897380" cy="960120"/>
          </a:xfrm>
          <a:prstGeom prst="round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sz="2400" b="1"/>
              <a:t>Backup</a:t>
            </a:r>
          </a:p>
        </p:txBody>
      </p:sp>
      <p:cxnSp>
        <p:nvCxnSpPr>
          <p:cNvPr id="8" name="Straight Arrow Connector 7">
            <a:extLst>
              <a:ext uri="{FF2B5EF4-FFF2-40B4-BE49-F238E27FC236}">
                <a16:creationId xmlns:a16="http://schemas.microsoft.com/office/drawing/2014/main" id="{21D90AD5-403A-194E-AD69-D1774F6FA4DD}"/>
              </a:ext>
            </a:extLst>
          </p:cNvPr>
          <p:cNvCxnSpPr/>
          <p:nvPr/>
        </p:nvCxnSpPr>
        <p:spPr>
          <a:xfrm>
            <a:off x="5288280" y="5433060"/>
            <a:ext cx="601980" cy="0"/>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48635135"/>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00E99B-FF47-2043-9059-7784910082D3}"/>
              </a:ext>
            </a:extLst>
          </p:cNvPr>
          <p:cNvSpPr>
            <a:spLocks noGrp="1"/>
          </p:cNvSpPr>
          <p:nvPr>
            <p:ph type="title"/>
          </p:nvPr>
        </p:nvSpPr>
        <p:spPr/>
        <p:txBody>
          <a:bodyPr>
            <a:normAutofit/>
          </a:bodyPr>
          <a:lstStyle/>
          <a:p>
            <a:r>
              <a:rPr lang="en-US"/>
              <a:t>Distributed Video Editing SMR</a:t>
            </a:r>
          </a:p>
        </p:txBody>
      </p:sp>
      <p:sp>
        <p:nvSpPr>
          <p:cNvPr id="3" name="Content Placeholder 2">
            <a:extLst>
              <a:ext uri="{FF2B5EF4-FFF2-40B4-BE49-F238E27FC236}">
                <a16:creationId xmlns:a16="http://schemas.microsoft.com/office/drawing/2014/main" id="{A27D96C9-2F5A-164A-94AD-DFEAC0C64DF4}"/>
              </a:ext>
            </a:extLst>
          </p:cNvPr>
          <p:cNvSpPr>
            <a:spLocks noGrp="1"/>
          </p:cNvSpPr>
          <p:nvPr>
            <p:ph idx="1"/>
          </p:nvPr>
        </p:nvSpPr>
        <p:spPr>
          <a:xfrm>
            <a:off x="685800" y="2194560"/>
            <a:ext cx="5724427" cy="4024125"/>
          </a:xfrm>
        </p:spPr>
        <p:txBody>
          <a:bodyPr/>
          <a:lstStyle/>
          <a:p>
            <a:r>
              <a:rPr lang="en-US"/>
              <a:t>Sometimes </a:t>
            </a:r>
            <a:r>
              <a:rPr lang="en-US" b="1"/>
              <a:t>data</a:t>
            </a:r>
            <a:r>
              <a:rPr lang="en-US"/>
              <a:t> is big!</a:t>
            </a:r>
          </a:p>
          <a:p>
            <a:r>
              <a:rPr lang="en-US"/>
              <a:t>Replicate the </a:t>
            </a:r>
            <a:r>
              <a:rPr lang="en-US" b="1"/>
              <a:t>operation</a:t>
            </a:r>
            <a:r>
              <a:rPr lang="en-US"/>
              <a:t> to be performed, not the data!</a:t>
            </a:r>
            <a:br>
              <a:rPr lang="en-US"/>
            </a:br>
            <a:endParaRPr lang="en-US"/>
          </a:p>
          <a:p>
            <a:r>
              <a:rPr lang="en-US"/>
              <a:t>Treat like a state machine</a:t>
            </a:r>
          </a:p>
          <a:p>
            <a:pPr lvl="1"/>
            <a:r>
              <a:rPr lang="en-US"/>
              <a:t>Incoming requests just perform some operation on that data</a:t>
            </a:r>
          </a:p>
          <a:p>
            <a:pPr lvl="1"/>
            <a:r>
              <a:rPr lang="en-US"/>
              <a:t>If all replicas perform same operations, they will end in the same state</a:t>
            </a:r>
          </a:p>
          <a:p>
            <a:endParaRPr lang="en-US"/>
          </a:p>
          <a:p>
            <a:r>
              <a:rPr lang="en-US"/>
              <a:t>If </a:t>
            </a:r>
            <a:r>
              <a:rPr lang="en-US" b="1"/>
              <a:t>Primary</a:t>
            </a:r>
            <a:r>
              <a:rPr lang="en-US"/>
              <a:t> fails, switch to </a:t>
            </a:r>
            <a:r>
              <a:rPr lang="en-US" b="1"/>
              <a:t>Backup</a:t>
            </a:r>
          </a:p>
        </p:txBody>
      </p:sp>
      <p:sp>
        <p:nvSpPr>
          <p:cNvPr id="4" name="Footer Placeholder 3">
            <a:extLst>
              <a:ext uri="{FF2B5EF4-FFF2-40B4-BE49-F238E27FC236}">
                <a16:creationId xmlns:a16="http://schemas.microsoft.com/office/drawing/2014/main" id="{8BD644C9-85F7-BC4D-A605-EB6A39AFD08E}"/>
              </a:ext>
            </a:extLst>
          </p:cNvPr>
          <p:cNvSpPr>
            <a:spLocks noGrp="1"/>
          </p:cNvSpPr>
          <p:nvPr>
            <p:ph type="ftr" sz="quarter" idx="11"/>
          </p:nvPr>
        </p:nvSpPr>
        <p:spPr/>
        <p:txBody>
          <a:bodyPr/>
          <a:lstStyle/>
          <a:p>
            <a:r>
              <a:rPr lang="en-US"/>
              <a:t>Prof. Tim Wood &amp; Prof. Roozbeh Haghnazar</a:t>
            </a:r>
          </a:p>
        </p:txBody>
      </p:sp>
      <p:grpSp>
        <p:nvGrpSpPr>
          <p:cNvPr id="17" name="Group 16">
            <a:extLst>
              <a:ext uri="{FF2B5EF4-FFF2-40B4-BE49-F238E27FC236}">
                <a16:creationId xmlns:a16="http://schemas.microsoft.com/office/drawing/2014/main" id="{012B2707-6948-594B-9147-675A1BDCF75B}"/>
              </a:ext>
            </a:extLst>
          </p:cNvPr>
          <p:cNvGrpSpPr/>
          <p:nvPr/>
        </p:nvGrpSpPr>
        <p:grpSpPr>
          <a:xfrm>
            <a:off x="6815604" y="1935480"/>
            <a:ext cx="4775347" cy="4678974"/>
            <a:chOff x="5998491" y="137030"/>
            <a:chExt cx="5859845" cy="6599346"/>
          </a:xfrm>
        </p:grpSpPr>
        <p:sp>
          <p:nvSpPr>
            <p:cNvPr id="6" name="Primary">
              <a:extLst>
                <a:ext uri="{FF2B5EF4-FFF2-40B4-BE49-F238E27FC236}">
                  <a16:creationId xmlns:a16="http://schemas.microsoft.com/office/drawing/2014/main" id="{479CAAD3-1B06-4A4F-92B3-B4AE2641793A}"/>
                </a:ext>
              </a:extLst>
            </p:cNvPr>
            <p:cNvSpPr/>
            <p:nvPr/>
          </p:nvSpPr>
          <p:spPr>
            <a:xfrm>
              <a:off x="5998491" y="2258556"/>
              <a:ext cx="5509872" cy="1498009"/>
            </a:xfrm>
            <a:prstGeom prst="roundRect">
              <a:avLst>
                <a:gd name="adj" fmla="val 18948"/>
              </a:avLst>
            </a:prstGeom>
            <a:solidFill>
              <a:srgbClr val="B1DD8C"/>
            </a:solidFill>
            <a:ln w="12700">
              <a:solidFill>
                <a:srgbClr val="000000"/>
              </a:solidFill>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lIns="50800" tIns="50800" rIns="50800" bIns="50800" anchor="b"/>
            <a:lstStyle>
              <a:lvl1pPr>
                <a:defRPr sz="3200" b="1">
                  <a:latin typeface="Helvetica Neue"/>
                  <a:ea typeface="Helvetica Neue"/>
                  <a:cs typeface="Helvetica Neue"/>
                  <a:sym typeface="Helvetica Neue"/>
                </a:defRPr>
              </a:lvl1pPr>
            </a:lstStyle>
            <a:p>
              <a:pPr algn="ctr"/>
              <a:r>
                <a:rPr sz="2400"/>
                <a:t>Primary</a:t>
              </a:r>
            </a:p>
          </p:txBody>
        </p:sp>
        <p:sp>
          <p:nvSpPr>
            <p:cNvPr id="7" name="Backup">
              <a:extLst>
                <a:ext uri="{FF2B5EF4-FFF2-40B4-BE49-F238E27FC236}">
                  <a16:creationId xmlns:a16="http://schemas.microsoft.com/office/drawing/2014/main" id="{251CCB66-0E49-654D-AB04-ACBD70DE03EE}"/>
                </a:ext>
              </a:extLst>
            </p:cNvPr>
            <p:cNvSpPr/>
            <p:nvPr/>
          </p:nvSpPr>
          <p:spPr>
            <a:xfrm>
              <a:off x="6049202" y="5238367"/>
              <a:ext cx="5509872" cy="1498009"/>
            </a:xfrm>
            <a:prstGeom prst="roundRect">
              <a:avLst>
                <a:gd name="adj" fmla="val 18948"/>
              </a:avLst>
            </a:prstGeom>
            <a:solidFill>
              <a:srgbClr val="006893"/>
            </a:solidFill>
            <a:ln w="12700">
              <a:solidFill>
                <a:srgbClr val="000000"/>
              </a:solidFill>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lIns="50800" tIns="50800" rIns="50800" bIns="50800" anchor="b"/>
            <a:lstStyle>
              <a:lvl1pPr>
                <a:defRPr sz="3200" b="1">
                  <a:solidFill>
                    <a:srgbClr val="FFFFFF"/>
                  </a:solidFill>
                  <a:latin typeface="Helvetica Neue"/>
                  <a:ea typeface="Helvetica Neue"/>
                  <a:cs typeface="Helvetica Neue"/>
                  <a:sym typeface="Helvetica Neue"/>
                </a:defRPr>
              </a:lvl1pPr>
            </a:lstStyle>
            <a:p>
              <a:pPr algn="ctr"/>
              <a:r>
                <a:rPr sz="2400"/>
                <a:t>Backup</a:t>
              </a:r>
            </a:p>
          </p:txBody>
        </p:sp>
        <p:sp>
          <p:nvSpPr>
            <p:cNvPr id="8" name="Line">
              <a:extLst>
                <a:ext uri="{FF2B5EF4-FFF2-40B4-BE49-F238E27FC236}">
                  <a16:creationId xmlns:a16="http://schemas.microsoft.com/office/drawing/2014/main" id="{EE5E30F0-F797-6445-8EC0-103665126C5A}"/>
                </a:ext>
              </a:extLst>
            </p:cNvPr>
            <p:cNvSpPr/>
            <p:nvPr/>
          </p:nvSpPr>
          <p:spPr>
            <a:xfrm>
              <a:off x="8804138" y="3849766"/>
              <a:ext cx="1" cy="1295401"/>
            </a:xfrm>
            <a:prstGeom prst="line">
              <a:avLst/>
            </a:prstGeom>
            <a:ln w="38100">
              <a:solidFill>
                <a:srgbClr val="000000"/>
              </a:solidFill>
              <a:miter lim="400000"/>
              <a:tailEnd type="triangle"/>
            </a:ln>
          </p:spPr>
          <p:txBody>
            <a:bodyPr lIns="0" tIns="0" rIns="0" bIns="0"/>
            <a:lstStyle/>
            <a:p>
              <a:pPr algn="ctr">
                <a:defRPr sz="3200">
                  <a:latin typeface="Helvetica Neue Light"/>
                  <a:ea typeface="Helvetica Neue Light"/>
                  <a:cs typeface="Helvetica Neue Light"/>
                  <a:sym typeface="Helvetica Neue Light"/>
                </a:defRPr>
              </a:pPr>
              <a:endParaRPr sz="2400"/>
            </a:p>
          </p:txBody>
        </p:sp>
        <p:sp>
          <p:nvSpPr>
            <p:cNvPr id="9" name="Client">
              <a:extLst>
                <a:ext uri="{FF2B5EF4-FFF2-40B4-BE49-F238E27FC236}">
                  <a16:creationId xmlns:a16="http://schemas.microsoft.com/office/drawing/2014/main" id="{3AF8F6B1-96F6-D049-A0F0-D2F40D95D3F3}"/>
                </a:ext>
              </a:extLst>
            </p:cNvPr>
            <p:cNvSpPr/>
            <p:nvPr/>
          </p:nvSpPr>
          <p:spPr>
            <a:xfrm>
              <a:off x="7503813" y="137030"/>
              <a:ext cx="2499227" cy="991442"/>
            </a:xfrm>
            <a:prstGeom prst="roundRect">
              <a:avLst>
                <a:gd name="adj" fmla="val 19214"/>
              </a:avLst>
            </a:prstGeom>
            <a:solidFill>
              <a:srgbClr val="725796"/>
            </a:solidFill>
            <a:ln w="12700">
              <a:solidFill>
                <a:schemeClr val="accent6">
                  <a:lumOff val="-21524"/>
                </a:schemeClr>
              </a:solidFill>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lIns="50800" tIns="50800" rIns="50800" bIns="50800" anchor="ctr"/>
            <a:lstStyle>
              <a:lvl1pPr>
                <a:defRPr sz="3200" b="1">
                  <a:solidFill>
                    <a:srgbClr val="FFFFFF"/>
                  </a:solidFill>
                  <a:latin typeface="Helvetica Neue"/>
                  <a:ea typeface="Helvetica Neue"/>
                  <a:cs typeface="Helvetica Neue"/>
                  <a:sym typeface="Helvetica Neue"/>
                </a:defRPr>
              </a:lvl1pPr>
            </a:lstStyle>
            <a:p>
              <a:pPr algn="ctr"/>
              <a:r>
                <a:rPr sz="2400"/>
                <a:t>Client</a:t>
              </a:r>
            </a:p>
          </p:txBody>
        </p:sp>
        <p:sp>
          <p:nvSpPr>
            <p:cNvPr id="10" name="Line">
              <a:extLst>
                <a:ext uri="{FF2B5EF4-FFF2-40B4-BE49-F238E27FC236}">
                  <a16:creationId xmlns:a16="http://schemas.microsoft.com/office/drawing/2014/main" id="{C281C524-0C8D-D341-8A7D-A0902F53CFAB}"/>
                </a:ext>
              </a:extLst>
            </p:cNvPr>
            <p:cNvSpPr/>
            <p:nvPr/>
          </p:nvSpPr>
          <p:spPr>
            <a:xfrm>
              <a:off x="8753427" y="1237825"/>
              <a:ext cx="1" cy="1004141"/>
            </a:xfrm>
            <a:prstGeom prst="line">
              <a:avLst/>
            </a:prstGeom>
            <a:ln w="38100">
              <a:solidFill>
                <a:srgbClr val="000000"/>
              </a:solidFill>
              <a:miter lim="400000"/>
              <a:tailEnd type="triangle"/>
            </a:ln>
          </p:spPr>
          <p:txBody>
            <a:bodyPr lIns="0" tIns="0" rIns="0" bIns="0"/>
            <a:lstStyle/>
            <a:p>
              <a:pPr algn="ctr">
                <a:defRPr sz="3200">
                  <a:latin typeface="Helvetica Neue Light"/>
                  <a:ea typeface="Helvetica Neue Light"/>
                  <a:cs typeface="Helvetica Neue Light"/>
                  <a:sym typeface="Helvetica Neue Light"/>
                </a:defRPr>
              </a:pPr>
              <a:endParaRPr sz="2400"/>
            </a:p>
          </p:txBody>
        </p:sp>
        <p:sp>
          <p:nvSpPr>
            <p:cNvPr id="11" name="trimVideo(v1, 1sec)">
              <a:extLst>
                <a:ext uri="{FF2B5EF4-FFF2-40B4-BE49-F238E27FC236}">
                  <a16:creationId xmlns:a16="http://schemas.microsoft.com/office/drawing/2014/main" id="{3ACDE4F1-107F-A047-A926-2F74001D2015}"/>
                </a:ext>
              </a:extLst>
            </p:cNvPr>
            <p:cNvSpPr txBox="1"/>
            <p:nvPr/>
          </p:nvSpPr>
          <p:spPr>
            <a:xfrm>
              <a:off x="8801536" y="1390530"/>
              <a:ext cx="3056800" cy="578795"/>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none" lIns="50800" tIns="50800" rIns="50800" bIns="50800" anchor="ctr">
              <a:spAutoFit/>
            </a:bodyPr>
            <a:lstStyle>
              <a:lvl1pPr>
                <a:defRPr sz="2600"/>
              </a:lvl1pPr>
            </a:lstStyle>
            <a:p>
              <a:pPr algn="ctr"/>
              <a:r>
                <a:rPr sz="2000"/>
                <a:t>trimVideo(v1, 1sec)</a:t>
              </a:r>
            </a:p>
          </p:txBody>
        </p:sp>
        <p:pic>
          <p:nvPicPr>
            <p:cNvPr id="12" name="movie-camera_1f3a5.png" descr="movie-camera_1f3a5.png">
              <a:extLst>
                <a:ext uri="{FF2B5EF4-FFF2-40B4-BE49-F238E27FC236}">
                  <a16:creationId xmlns:a16="http://schemas.microsoft.com/office/drawing/2014/main" id="{6E0CE4E4-FD75-824A-9B81-1EA1EC31F0F4}"/>
                </a:ext>
              </a:extLst>
            </p:cNvPr>
            <p:cNvPicPr>
              <a:picLocks noChangeAspect="1"/>
            </p:cNvPicPr>
            <p:nvPr/>
          </p:nvPicPr>
          <p:blipFill>
            <a:blip r:embed="rId2"/>
            <a:stretch>
              <a:fillRect/>
            </a:stretch>
          </p:blipFill>
          <p:spPr>
            <a:xfrm>
              <a:off x="6576198" y="2352684"/>
              <a:ext cx="1004141" cy="1004141"/>
            </a:xfrm>
            <a:prstGeom prst="rect">
              <a:avLst/>
            </a:prstGeom>
            <a:ln w="12700">
              <a:miter lim="400000"/>
            </a:ln>
          </p:spPr>
        </p:pic>
        <p:sp>
          <p:nvSpPr>
            <p:cNvPr id="13" name="v1.mp4  10gb">
              <a:extLst>
                <a:ext uri="{FF2B5EF4-FFF2-40B4-BE49-F238E27FC236}">
                  <a16:creationId xmlns:a16="http://schemas.microsoft.com/office/drawing/2014/main" id="{9BDCC38F-C2D8-2544-BB75-EA294DCBD44C}"/>
                </a:ext>
              </a:extLst>
            </p:cNvPr>
            <p:cNvSpPr txBox="1"/>
            <p:nvPr/>
          </p:nvSpPr>
          <p:spPr>
            <a:xfrm>
              <a:off x="7749682" y="2478538"/>
              <a:ext cx="3288912" cy="752432"/>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none" lIns="50800" tIns="50800" rIns="50800" bIns="50800" anchor="ctr">
              <a:spAutoFit/>
            </a:bodyPr>
            <a:lstStyle>
              <a:lvl1pPr>
                <a:defRPr sz="3400">
                  <a:latin typeface="Courier"/>
                  <a:ea typeface="Courier"/>
                  <a:cs typeface="Courier"/>
                  <a:sym typeface="Courier"/>
                </a:defRPr>
              </a:lvl1pPr>
            </a:lstStyle>
            <a:p>
              <a:pPr algn="ctr"/>
              <a:r>
                <a:rPr sz="2800"/>
                <a:t>v1.mp4  10gb</a:t>
              </a:r>
            </a:p>
          </p:txBody>
        </p:sp>
        <p:pic>
          <p:nvPicPr>
            <p:cNvPr id="14" name="movie-camera_1f3a5.png" descr="movie-camera_1f3a5.png">
              <a:extLst>
                <a:ext uri="{FF2B5EF4-FFF2-40B4-BE49-F238E27FC236}">
                  <a16:creationId xmlns:a16="http://schemas.microsoft.com/office/drawing/2014/main" id="{C0F749C2-3F6A-F24D-8185-8B72A47AAB09}"/>
                </a:ext>
              </a:extLst>
            </p:cNvPr>
            <p:cNvPicPr>
              <a:picLocks noChangeAspect="1"/>
            </p:cNvPicPr>
            <p:nvPr/>
          </p:nvPicPr>
          <p:blipFill>
            <a:blip r:embed="rId2"/>
            <a:stretch>
              <a:fillRect/>
            </a:stretch>
          </p:blipFill>
          <p:spPr>
            <a:xfrm>
              <a:off x="6453858" y="5338630"/>
              <a:ext cx="1004141" cy="1004141"/>
            </a:xfrm>
            <a:prstGeom prst="rect">
              <a:avLst/>
            </a:prstGeom>
            <a:ln w="12700">
              <a:miter lim="400000"/>
            </a:ln>
          </p:spPr>
        </p:pic>
        <p:sp>
          <p:nvSpPr>
            <p:cNvPr id="15" name="trimVideo(v1, 1sec)">
              <a:extLst>
                <a:ext uri="{FF2B5EF4-FFF2-40B4-BE49-F238E27FC236}">
                  <a16:creationId xmlns:a16="http://schemas.microsoft.com/office/drawing/2014/main" id="{96EB4083-3DFD-4A47-BD44-65533BE2523A}"/>
                </a:ext>
              </a:extLst>
            </p:cNvPr>
            <p:cNvSpPr txBox="1"/>
            <p:nvPr/>
          </p:nvSpPr>
          <p:spPr>
            <a:xfrm>
              <a:off x="8801536" y="4208068"/>
              <a:ext cx="3056800" cy="578795"/>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none" lIns="50800" tIns="50800" rIns="50800" bIns="50800" anchor="ctr">
              <a:spAutoFit/>
            </a:bodyPr>
            <a:lstStyle>
              <a:lvl1pPr>
                <a:defRPr sz="2600"/>
              </a:lvl1pPr>
            </a:lstStyle>
            <a:p>
              <a:pPr algn="ctr"/>
              <a:r>
                <a:rPr sz="2000"/>
                <a:t>trimVideo(v1, 1sec)</a:t>
              </a:r>
            </a:p>
          </p:txBody>
        </p:sp>
        <p:sp>
          <p:nvSpPr>
            <p:cNvPr id="16" name="v1.mp4  10gb">
              <a:extLst>
                <a:ext uri="{FF2B5EF4-FFF2-40B4-BE49-F238E27FC236}">
                  <a16:creationId xmlns:a16="http://schemas.microsoft.com/office/drawing/2014/main" id="{209A3481-CA1F-F745-A5BF-222E0A0F235C}"/>
                </a:ext>
              </a:extLst>
            </p:cNvPr>
            <p:cNvSpPr txBox="1"/>
            <p:nvPr/>
          </p:nvSpPr>
          <p:spPr>
            <a:xfrm>
              <a:off x="7749682" y="5464484"/>
              <a:ext cx="3288912" cy="752432"/>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none" lIns="50800" tIns="50800" rIns="50800" bIns="50800" anchor="ctr">
              <a:spAutoFit/>
            </a:bodyPr>
            <a:lstStyle>
              <a:lvl1pPr>
                <a:defRPr sz="3400">
                  <a:solidFill>
                    <a:srgbClr val="FFFFFF"/>
                  </a:solidFill>
                  <a:latin typeface="Courier"/>
                  <a:ea typeface="Courier"/>
                  <a:cs typeface="Courier"/>
                  <a:sym typeface="Courier"/>
                </a:defRPr>
              </a:lvl1pPr>
            </a:lstStyle>
            <a:p>
              <a:pPr algn="ctr"/>
              <a:r>
                <a:rPr sz="2800"/>
                <a:t>v1.mp4  10gb</a:t>
              </a:r>
            </a:p>
          </p:txBody>
        </p:sp>
      </p:grpSp>
    </p:spTree>
    <p:extLst>
      <p:ext uri="{BB962C8B-B14F-4D97-AF65-F5344CB8AC3E}">
        <p14:creationId xmlns:p14="http://schemas.microsoft.com/office/powerpoint/2010/main" val="41694867"/>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A92D1B-9EBC-9846-A8E2-F63FF788D727}"/>
              </a:ext>
            </a:extLst>
          </p:cNvPr>
          <p:cNvSpPr>
            <a:spLocks noGrp="1"/>
          </p:cNvSpPr>
          <p:nvPr>
            <p:ph type="title"/>
          </p:nvPr>
        </p:nvSpPr>
        <p:spPr/>
        <p:txBody>
          <a:bodyPr/>
          <a:lstStyle/>
          <a:p>
            <a:r>
              <a:rPr lang="en-US"/>
              <a:t>Hash Table SMR</a:t>
            </a:r>
          </a:p>
        </p:txBody>
      </p:sp>
      <p:sp>
        <p:nvSpPr>
          <p:cNvPr id="3" name="Content Placeholder 2">
            <a:extLst>
              <a:ext uri="{FF2B5EF4-FFF2-40B4-BE49-F238E27FC236}">
                <a16:creationId xmlns:a16="http://schemas.microsoft.com/office/drawing/2014/main" id="{FBBA10CD-18DD-F24F-A184-1E48E53F6D8F}"/>
              </a:ext>
            </a:extLst>
          </p:cNvPr>
          <p:cNvSpPr>
            <a:spLocks noGrp="1"/>
          </p:cNvSpPr>
          <p:nvPr>
            <p:ph idx="1"/>
          </p:nvPr>
        </p:nvSpPr>
        <p:spPr>
          <a:xfrm>
            <a:off x="685800" y="2194560"/>
            <a:ext cx="6031787" cy="4024125"/>
          </a:xfrm>
        </p:spPr>
        <p:txBody>
          <a:bodyPr>
            <a:normAutofit/>
          </a:bodyPr>
          <a:lstStyle/>
          <a:p>
            <a:r>
              <a:rPr lang="en-US" dirty="0"/>
              <a:t>In SMR, a </a:t>
            </a:r>
            <a:r>
              <a:rPr lang="en-US" b="1" dirty="0"/>
              <a:t>hash is usually a compact fingerprint of state or log content</a:t>
            </a:r>
            <a:r>
              <a:rPr lang="en-US" dirty="0"/>
              <a:t>, and it can be used for several purposes.</a:t>
            </a:r>
          </a:p>
          <a:p>
            <a:r>
              <a:rPr lang="en-US" dirty="0"/>
              <a:t>SMR creates a </a:t>
            </a:r>
            <a:r>
              <a:rPr lang="en-US" b="1" dirty="0"/>
              <a:t>replicated log </a:t>
            </a:r>
            <a:r>
              <a:rPr lang="en-US" dirty="0"/>
              <a:t>of actions to be performed</a:t>
            </a:r>
          </a:p>
          <a:p>
            <a:pPr lvl="1"/>
            <a:r>
              <a:rPr lang="en-US" dirty="0"/>
              <a:t>E.g., updates to the value stored by a key</a:t>
            </a:r>
          </a:p>
          <a:p>
            <a:r>
              <a:rPr lang="en-US" dirty="0"/>
              <a:t>Primary orders incoming requests to form the log</a:t>
            </a:r>
          </a:p>
          <a:p>
            <a:r>
              <a:rPr lang="en-US" dirty="0"/>
              <a:t>Actions must be deterministic</a:t>
            </a:r>
          </a:p>
          <a:p>
            <a:r>
              <a:rPr lang="en-US" dirty="0"/>
              <a:t>We can keep adding more backup replicas to improve fault tolerance</a:t>
            </a:r>
          </a:p>
          <a:p>
            <a:endParaRPr lang="en-US" dirty="0"/>
          </a:p>
        </p:txBody>
      </p:sp>
      <p:sp>
        <p:nvSpPr>
          <p:cNvPr id="4" name="Footer Placeholder 3">
            <a:extLst>
              <a:ext uri="{FF2B5EF4-FFF2-40B4-BE49-F238E27FC236}">
                <a16:creationId xmlns:a16="http://schemas.microsoft.com/office/drawing/2014/main" id="{EF47929F-6160-FA4A-9742-15065A0E173B}"/>
              </a:ext>
            </a:extLst>
          </p:cNvPr>
          <p:cNvSpPr>
            <a:spLocks noGrp="1"/>
          </p:cNvSpPr>
          <p:nvPr>
            <p:ph type="ftr" sz="quarter" idx="11"/>
          </p:nvPr>
        </p:nvSpPr>
        <p:spPr/>
        <p:txBody>
          <a:bodyPr/>
          <a:lstStyle/>
          <a:p>
            <a:r>
              <a:rPr lang="en-US"/>
              <a:t>Prof. Tim Wood &amp; Prof. Roozbeh Haghnazar</a:t>
            </a:r>
          </a:p>
        </p:txBody>
      </p:sp>
      <p:sp>
        <p:nvSpPr>
          <p:cNvPr id="5" name="Primary">
            <a:extLst>
              <a:ext uri="{FF2B5EF4-FFF2-40B4-BE49-F238E27FC236}">
                <a16:creationId xmlns:a16="http://schemas.microsoft.com/office/drawing/2014/main" id="{BDF7FD1E-FBFF-EC44-A5EB-2FB6B771D554}"/>
              </a:ext>
            </a:extLst>
          </p:cNvPr>
          <p:cNvSpPr/>
          <p:nvPr/>
        </p:nvSpPr>
        <p:spPr>
          <a:xfrm>
            <a:off x="8106435" y="3642730"/>
            <a:ext cx="2905597" cy="789966"/>
          </a:xfrm>
          <a:prstGeom prst="roundRect">
            <a:avLst>
              <a:gd name="adj" fmla="val 18948"/>
            </a:avLst>
          </a:prstGeom>
          <a:solidFill>
            <a:srgbClr val="B1DD8C"/>
          </a:solidFill>
          <a:ln w="12700">
            <a:solidFill>
              <a:srgbClr val="000000"/>
            </a:solidFill>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lIns="26789" tIns="26789" rIns="26789" bIns="26789" anchor="b"/>
          <a:lstStyle>
            <a:lvl1pPr>
              <a:defRPr sz="3200" b="1">
                <a:latin typeface="Helvetica Neue"/>
                <a:ea typeface="Helvetica Neue"/>
                <a:cs typeface="Helvetica Neue"/>
                <a:sym typeface="Helvetica Neue"/>
              </a:defRPr>
            </a:lvl1pPr>
          </a:lstStyle>
          <a:p>
            <a:pPr algn="ctr"/>
            <a:r>
              <a:rPr sz="1687"/>
              <a:t>Primary</a:t>
            </a:r>
          </a:p>
        </p:txBody>
      </p:sp>
      <p:sp>
        <p:nvSpPr>
          <p:cNvPr id="6" name="Backup">
            <a:extLst>
              <a:ext uri="{FF2B5EF4-FFF2-40B4-BE49-F238E27FC236}">
                <a16:creationId xmlns:a16="http://schemas.microsoft.com/office/drawing/2014/main" id="{F34FCFDE-37C3-E349-A748-5E02D00C17A5}"/>
              </a:ext>
            </a:extLst>
          </p:cNvPr>
          <p:cNvSpPr/>
          <p:nvPr/>
        </p:nvSpPr>
        <p:spPr>
          <a:xfrm>
            <a:off x="8133177" y="5214115"/>
            <a:ext cx="2905597" cy="789966"/>
          </a:xfrm>
          <a:prstGeom prst="roundRect">
            <a:avLst>
              <a:gd name="adj" fmla="val 18948"/>
            </a:avLst>
          </a:prstGeom>
          <a:solidFill>
            <a:srgbClr val="006893"/>
          </a:solidFill>
          <a:ln w="12700">
            <a:solidFill>
              <a:srgbClr val="000000"/>
            </a:solidFill>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lIns="26789" tIns="26789" rIns="26789" bIns="26789" anchor="b"/>
          <a:lstStyle>
            <a:lvl1pPr>
              <a:defRPr sz="3200" b="1">
                <a:solidFill>
                  <a:srgbClr val="FFFFFF"/>
                </a:solidFill>
                <a:latin typeface="Helvetica Neue"/>
                <a:ea typeface="Helvetica Neue"/>
                <a:cs typeface="Helvetica Neue"/>
                <a:sym typeface="Helvetica Neue"/>
              </a:defRPr>
            </a:lvl1pPr>
          </a:lstStyle>
          <a:p>
            <a:pPr algn="ctr"/>
            <a:r>
              <a:rPr sz="1687"/>
              <a:t>Backup</a:t>
            </a:r>
          </a:p>
        </p:txBody>
      </p:sp>
      <p:sp>
        <p:nvSpPr>
          <p:cNvPr id="7" name="Line">
            <a:extLst>
              <a:ext uri="{FF2B5EF4-FFF2-40B4-BE49-F238E27FC236}">
                <a16:creationId xmlns:a16="http://schemas.microsoft.com/office/drawing/2014/main" id="{236868AC-831A-E443-8148-D9B4768B7184}"/>
              </a:ext>
            </a:extLst>
          </p:cNvPr>
          <p:cNvSpPr/>
          <p:nvPr/>
        </p:nvSpPr>
        <p:spPr>
          <a:xfrm>
            <a:off x="9585975" y="4481845"/>
            <a:ext cx="1" cy="683122"/>
          </a:xfrm>
          <a:prstGeom prst="line">
            <a:avLst/>
          </a:prstGeom>
          <a:ln w="38100">
            <a:solidFill>
              <a:srgbClr val="000000"/>
            </a:solidFill>
            <a:miter lim="400000"/>
            <a:tailEnd type="triangle"/>
          </a:ln>
        </p:spPr>
        <p:txBody>
          <a:bodyPr lIns="0" tIns="0" rIns="0" bIns="0"/>
          <a:lstStyle/>
          <a:p>
            <a:pPr algn="ctr">
              <a:defRPr sz="3200">
                <a:latin typeface="Helvetica Neue Light"/>
                <a:ea typeface="Helvetica Neue Light"/>
                <a:cs typeface="Helvetica Neue Light"/>
                <a:sym typeface="Helvetica Neue Light"/>
              </a:defRPr>
            </a:pPr>
            <a:endParaRPr sz="1687"/>
          </a:p>
        </p:txBody>
      </p:sp>
      <p:sp>
        <p:nvSpPr>
          <p:cNvPr id="8" name="C-1">
            <a:extLst>
              <a:ext uri="{FF2B5EF4-FFF2-40B4-BE49-F238E27FC236}">
                <a16:creationId xmlns:a16="http://schemas.microsoft.com/office/drawing/2014/main" id="{57B0B704-0E4F-0E45-A8EC-2D90CFAF6E76}"/>
              </a:ext>
            </a:extLst>
          </p:cNvPr>
          <p:cNvSpPr/>
          <p:nvPr/>
        </p:nvSpPr>
        <p:spPr>
          <a:xfrm>
            <a:off x="8064922" y="2570365"/>
            <a:ext cx="960801" cy="522830"/>
          </a:xfrm>
          <a:prstGeom prst="roundRect">
            <a:avLst>
              <a:gd name="adj" fmla="val 19214"/>
            </a:avLst>
          </a:prstGeom>
          <a:solidFill>
            <a:srgbClr val="725796"/>
          </a:solidFill>
          <a:ln w="12700">
            <a:solidFill>
              <a:schemeClr val="accent6">
                <a:lumOff val="-21524"/>
              </a:schemeClr>
            </a:solidFill>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lIns="26789" tIns="26789" rIns="26789" bIns="26789" anchor="ctr"/>
          <a:lstStyle>
            <a:lvl1pPr>
              <a:defRPr sz="3200" b="1">
                <a:solidFill>
                  <a:srgbClr val="FFFFFF"/>
                </a:solidFill>
                <a:latin typeface="Helvetica Neue"/>
                <a:ea typeface="Helvetica Neue"/>
                <a:cs typeface="Helvetica Neue"/>
                <a:sym typeface="Helvetica Neue"/>
              </a:defRPr>
            </a:lvl1pPr>
          </a:lstStyle>
          <a:p>
            <a:pPr algn="ctr"/>
            <a:r>
              <a:rPr sz="1687"/>
              <a:t>C-1</a:t>
            </a:r>
          </a:p>
        </p:txBody>
      </p:sp>
      <p:sp>
        <p:nvSpPr>
          <p:cNvPr id="9" name="Line">
            <a:extLst>
              <a:ext uri="{FF2B5EF4-FFF2-40B4-BE49-F238E27FC236}">
                <a16:creationId xmlns:a16="http://schemas.microsoft.com/office/drawing/2014/main" id="{A9B8F2B0-80FC-8E48-AE0B-30E89CD64A6C}"/>
              </a:ext>
            </a:extLst>
          </p:cNvPr>
          <p:cNvSpPr/>
          <p:nvPr/>
        </p:nvSpPr>
        <p:spPr>
          <a:xfrm>
            <a:off x="8523675" y="3112127"/>
            <a:ext cx="481455" cy="481455"/>
          </a:xfrm>
          <a:prstGeom prst="line">
            <a:avLst/>
          </a:prstGeom>
          <a:ln w="38100">
            <a:solidFill>
              <a:srgbClr val="000000"/>
            </a:solidFill>
            <a:miter lim="400000"/>
            <a:tailEnd type="triangle"/>
          </a:ln>
        </p:spPr>
        <p:txBody>
          <a:bodyPr lIns="0" tIns="0" rIns="0" bIns="0"/>
          <a:lstStyle/>
          <a:p>
            <a:pPr algn="ctr">
              <a:defRPr sz="3200">
                <a:latin typeface="Helvetica Neue Light"/>
                <a:ea typeface="Helvetica Neue Light"/>
                <a:cs typeface="Helvetica Neue Light"/>
                <a:sym typeface="Helvetica Neue Light"/>
              </a:defRPr>
            </a:pPr>
            <a:endParaRPr sz="1687"/>
          </a:p>
        </p:txBody>
      </p:sp>
      <p:sp>
        <p:nvSpPr>
          <p:cNvPr id="10" name="set(x=3)">
            <a:extLst>
              <a:ext uri="{FF2B5EF4-FFF2-40B4-BE49-F238E27FC236}">
                <a16:creationId xmlns:a16="http://schemas.microsoft.com/office/drawing/2014/main" id="{C6ED1B67-21C9-784D-BB46-8A437151B42B}"/>
              </a:ext>
            </a:extLst>
          </p:cNvPr>
          <p:cNvSpPr txBox="1"/>
          <p:nvPr/>
        </p:nvSpPr>
        <p:spPr>
          <a:xfrm>
            <a:off x="8742596" y="3110063"/>
            <a:ext cx="712936" cy="265056"/>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none" lIns="26789" tIns="26789" rIns="26789" bIns="26789" anchor="ctr">
            <a:spAutoFit/>
          </a:bodyPr>
          <a:lstStyle>
            <a:lvl1pPr>
              <a:defRPr sz="2600"/>
            </a:lvl1pPr>
          </a:lstStyle>
          <a:p>
            <a:pPr algn="ctr"/>
            <a:r>
              <a:rPr sz="1371"/>
              <a:t>set(x=3)</a:t>
            </a:r>
          </a:p>
        </p:txBody>
      </p:sp>
      <p:sp>
        <p:nvSpPr>
          <p:cNvPr id="11" name="Hash Table   x=">
            <a:extLst>
              <a:ext uri="{FF2B5EF4-FFF2-40B4-BE49-F238E27FC236}">
                <a16:creationId xmlns:a16="http://schemas.microsoft.com/office/drawing/2014/main" id="{08EC6E63-2835-F346-B733-04F8961CCF20}"/>
              </a:ext>
            </a:extLst>
          </p:cNvPr>
          <p:cNvSpPr txBox="1"/>
          <p:nvPr/>
        </p:nvSpPr>
        <p:spPr>
          <a:xfrm>
            <a:off x="8524987" y="3792126"/>
            <a:ext cx="2121976" cy="330011"/>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none" lIns="26789" tIns="26789" rIns="26789" bIns="26789" anchor="ctr">
            <a:spAutoFit/>
          </a:bodyPr>
          <a:lstStyle>
            <a:lvl1pPr>
              <a:defRPr sz="3400">
                <a:latin typeface="Courier"/>
                <a:ea typeface="Courier"/>
                <a:cs typeface="Courier"/>
                <a:sym typeface="Courier"/>
              </a:defRPr>
            </a:lvl1pPr>
          </a:lstStyle>
          <a:p>
            <a:pPr algn="ctr"/>
            <a:r>
              <a:rPr sz="1793"/>
              <a:t>Hash Table   x=</a:t>
            </a:r>
          </a:p>
        </p:txBody>
      </p:sp>
      <p:sp>
        <p:nvSpPr>
          <p:cNvPr id="12" name="set(x=3)…">
            <a:extLst>
              <a:ext uri="{FF2B5EF4-FFF2-40B4-BE49-F238E27FC236}">
                <a16:creationId xmlns:a16="http://schemas.microsoft.com/office/drawing/2014/main" id="{41BFD296-6924-E848-BACE-8B70FED1D5E9}"/>
              </a:ext>
            </a:extLst>
          </p:cNvPr>
          <p:cNvSpPr txBox="1"/>
          <p:nvPr/>
        </p:nvSpPr>
        <p:spPr>
          <a:xfrm>
            <a:off x="9706609" y="4453673"/>
            <a:ext cx="810720" cy="686967"/>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none" lIns="26789" tIns="26789" rIns="26789" bIns="26789" anchor="ctr">
            <a:spAutoFit/>
          </a:bodyPr>
          <a:lstStyle/>
          <a:p>
            <a:pPr algn="ctr">
              <a:defRPr sz="2600"/>
            </a:pPr>
            <a:r>
              <a:rPr sz="1371"/>
              <a:t>set(x=3)</a:t>
            </a:r>
          </a:p>
          <a:p>
            <a:pPr algn="ctr">
              <a:defRPr sz="2600"/>
            </a:pPr>
            <a:r>
              <a:rPr sz="1371"/>
              <a:t>set(x=99)</a:t>
            </a:r>
          </a:p>
          <a:p>
            <a:pPr algn="ctr">
              <a:defRPr sz="2600"/>
            </a:pPr>
            <a:r>
              <a:rPr sz="1371"/>
              <a:t>inc(x)</a:t>
            </a:r>
          </a:p>
        </p:txBody>
      </p:sp>
      <p:sp>
        <p:nvSpPr>
          <p:cNvPr id="13" name="Hash Table   x=">
            <a:extLst>
              <a:ext uri="{FF2B5EF4-FFF2-40B4-BE49-F238E27FC236}">
                <a16:creationId xmlns:a16="http://schemas.microsoft.com/office/drawing/2014/main" id="{1611D2C7-99BB-B840-8D88-1B30532D1E32}"/>
              </a:ext>
            </a:extLst>
          </p:cNvPr>
          <p:cNvSpPr txBox="1"/>
          <p:nvPr/>
        </p:nvSpPr>
        <p:spPr>
          <a:xfrm>
            <a:off x="8498245" y="5366746"/>
            <a:ext cx="2121976" cy="330011"/>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none" lIns="26789" tIns="26789" rIns="26789" bIns="26789" anchor="ctr">
            <a:spAutoFit/>
          </a:bodyPr>
          <a:lstStyle>
            <a:lvl1pPr>
              <a:defRPr sz="3400">
                <a:solidFill>
                  <a:srgbClr val="FFFFFF"/>
                </a:solidFill>
                <a:latin typeface="Courier"/>
                <a:ea typeface="Courier"/>
                <a:cs typeface="Courier"/>
                <a:sym typeface="Courier"/>
              </a:defRPr>
            </a:lvl1pPr>
          </a:lstStyle>
          <a:p>
            <a:pPr algn="ctr"/>
            <a:r>
              <a:rPr sz="1793"/>
              <a:t>Hash Table   x=</a:t>
            </a:r>
          </a:p>
        </p:txBody>
      </p:sp>
      <p:sp>
        <p:nvSpPr>
          <p:cNvPr id="14" name="C-2">
            <a:extLst>
              <a:ext uri="{FF2B5EF4-FFF2-40B4-BE49-F238E27FC236}">
                <a16:creationId xmlns:a16="http://schemas.microsoft.com/office/drawing/2014/main" id="{FDD76970-23B7-194B-8EED-F1F6842AD629}"/>
              </a:ext>
            </a:extLst>
          </p:cNvPr>
          <p:cNvSpPr/>
          <p:nvPr/>
        </p:nvSpPr>
        <p:spPr>
          <a:xfrm>
            <a:off x="9290043" y="2570365"/>
            <a:ext cx="960801" cy="522830"/>
          </a:xfrm>
          <a:prstGeom prst="roundRect">
            <a:avLst>
              <a:gd name="adj" fmla="val 19214"/>
            </a:avLst>
          </a:prstGeom>
          <a:ln/>
          <a:extLst>
            <a:ext uri="{C572A759-6A51-4108-AA02-DFA0A04FC94B}">
              <ma14:wrappingTextBoxFlag xmlns="" xmlns:ma14="http://schemas.microsoft.com/office/mac/drawingml/2011/main" xmlns:a14="http://schemas.microsoft.com/office/drawing/2010/main" xmlns:m="http://schemas.openxmlformats.org/officeDocument/2006/math" val="1"/>
            </a:ext>
          </a:extLst>
        </p:spPr>
        <p:style>
          <a:lnRef idx="2">
            <a:schemeClr val="accent2">
              <a:shade val="50000"/>
            </a:schemeClr>
          </a:lnRef>
          <a:fillRef idx="1">
            <a:schemeClr val="accent2"/>
          </a:fillRef>
          <a:effectRef idx="0">
            <a:schemeClr val="accent2"/>
          </a:effectRef>
          <a:fontRef idx="minor">
            <a:schemeClr val="lt1"/>
          </a:fontRef>
        </p:style>
        <p:txBody>
          <a:bodyPr lIns="26789" tIns="26789" rIns="26789" bIns="26789" anchor="ctr"/>
          <a:lstStyle>
            <a:lvl1pPr>
              <a:defRPr sz="3200" b="1">
                <a:solidFill>
                  <a:srgbClr val="FFFFFF"/>
                </a:solidFill>
                <a:latin typeface="Helvetica Neue"/>
                <a:ea typeface="Helvetica Neue"/>
                <a:cs typeface="Helvetica Neue"/>
                <a:sym typeface="Helvetica Neue"/>
              </a:defRPr>
            </a:lvl1pPr>
          </a:lstStyle>
          <a:p>
            <a:pPr algn="ctr"/>
            <a:r>
              <a:rPr sz="1687"/>
              <a:t>C-2</a:t>
            </a:r>
          </a:p>
        </p:txBody>
      </p:sp>
      <p:sp>
        <p:nvSpPr>
          <p:cNvPr id="15" name="Line">
            <a:extLst>
              <a:ext uri="{FF2B5EF4-FFF2-40B4-BE49-F238E27FC236}">
                <a16:creationId xmlns:a16="http://schemas.microsoft.com/office/drawing/2014/main" id="{70892208-6CCB-0B4B-9332-26EE50841BD9}"/>
              </a:ext>
            </a:extLst>
          </p:cNvPr>
          <p:cNvSpPr/>
          <p:nvPr/>
        </p:nvSpPr>
        <p:spPr>
          <a:xfrm>
            <a:off x="9787469" y="3112127"/>
            <a:ext cx="1" cy="514182"/>
          </a:xfrm>
          <a:prstGeom prst="line">
            <a:avLst/>
          </a:prstGeom>
          <a:ln w="38100">
            <a:solidFill>
              <a:srgbClr val="000000"/>
            </a:solidFill>
            <a:miter lim="400000"/>
            <a:tailEnd type="triangle"/>
          </a:ln>
        </p:spPr>
        <p:txBody>
          <a:bodyPr lIns="0" tIns="0" rIns="0" bIns="0"/>
          <a:lstStyle/>
          <a:p>
            <a:pPr algn="ctr">
              <a:defRPr sz="3200">
                <a:latin typeface="Helvetica Neue Light"/>
                <a:ea typeface="Helvetica Neue Light"/>
                <a:cs typeface="Helvetica Neue Light"/>
                <a:sym typeface="Helvetica Neue Light"/>
              </a:defRPr>
            </a:pPr>
            <a:endParaRPr sz="1687"/>
          </a:p>
        </p:txBody>
      </p:sp>
      <p:sp>
        <p:nvSpPr>
          <p:cNvPr id="16" name="inc(x)">
            <a:extLst>
              <a:ext uri="{FF2B5EF4-FFF2-40B4-BE49-F238E27FC236}">
                <a16:creationId xmlns:a16="http://schemas.microsoft.com/office/drawing/2014/main" id="{CA6253E1-11DB-AA46-BB6D-6772A7FE8FCB}"/>
              </a:ext>
            </a:extLst>
          </p:cNvPr>
          <p:cNvSpPr txBox="1"/>
          <p:nvPr/>
        </p:nvSpPr>
        <p:spPr>
          <a:xfrm>
            <a:off x="9787469" y="3162169"/>
            <a:ext cx="523782" cy="265056"/>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none" lIns="26789" tIns="26789" rIns="26789" bIns="26789" anchor="ctr">
            <a:spAutoFit/>
          </a:bodyPr>
          <a:lstStyle>
            <a:lvl1pPr>
              <a:defRPr sz="2600"/>
            </a:lvl1pPr>
          </a:lstStyle>
          <a:p>
            <a:pPr algn="ctr"/>
            <a:r>
              <a:rPr sz="1371" err="1"/>
              <a:t>inc</a:t>
            </a:r>
            <a:r>
              <a:rPr sz="1371"/>
              <a:t>(x)</a:t>
            </a:r>
          </a:p>
        </p:txBody>
      </p:sp>
      <p:sp>
        <p:nvSpPr>
          <p:cNvPr id="17" name="C-3">
            <a:extLst>
              <a:ext uri="{FF2B5EF4-FFF2-40B4-BE49-F238E27FC236}">
                <a16:creationId xmlns:a16="http://schemas.microsoft.com/office/drawing/2014/main" id="{16357F20-5019-C14C-895B-6AB461A41117}"/>
              </a:ext>
            </a:extLst>
          </p:cNvPr>
          <p:cNvSpPr/>
          <p:nvPr/>
        </p:nvSpPr>
        <p:spPr>
          <a:xfrm>
            <a:off x="10452190" y="2570365"/>
            <a:ext cx="960801" cy="522830"/>
          </a:xfrm>
          <a:prstGeom prst="roundRect">
            <a:avLst>
              <a:gd name="adj" fmla="val 19214"/>
            </a:avLst>
          </a:prstGeom>
          <a:ln/>
          <a:extLst>
            <a:ext uri="{C572A759-6A51-4108-AA02-DFA0A04FC94B}">
              <ma14:wrappingTextBoxFlag xmlns="" xmlns:ma14="http://schemas.microsoft.com/office/mac/drawingml/2011/main" xmlns:a14="http://schemas.microsoft.com/office/drawing/2010/main" xmlns:m="http://schemas.openxmlformats.org/officeDocument/2006/math" val="1"/>
            </a:ext>
          </a:extLst>
        </p:spPr>
        <p:style>
          <a:lnRef idx="2">
            <a:schemeClr val="accent6">
              <a:shade val="50000"/>
            </a:schemeClr>
          </a:lnRef>
          <a:fillRef idx="1">
            <a:schemeClr val="accent6"/>
          </a:fillRef>
          <a:effectRef idx="0">
            <a:schemeClr val="accent6"/>
          </a:effectRef>
          <a:fontRef idx="minor">
            <a:schemeClr val="lt1"/>
          </a:fontRef>
        </p:style>
        <p:txBody>
          <a:bodyPr lIns="26789" tIns="26789" rIns="26789" bIns="26789" anchor="ctr"/>
          <a:lstStyle>
            <a:lvl1pPr>
              <a:defRPr sz="3200" b="1">
                <a:solidFill>
                  <a:srgbClr val="FFFFFF"/>
                </a:solidFill>
                <a:latin typeface="Helvetica Neue"/>
                <a:ea typeface="Helvetica Neue"/>
                <a:cs typeface="Helvetica Neue"/>
                <a:sym typeface="Helvetica Neue"/>
              </a:defRPr>
            </a:lvl1pPr>
          </a:lstStyle>
          <a:p>
            <a:pPr algn="ctr"/>
            <a:r>
              <a:rPr sz="1687"/>
              <a:t>C-3</a:t>
            </a:r>
          </a:p>
        </p:txBody>
      </p:sp>
      <p:sp>
        <p:nvSpPr>
          <p:cNvPr id="18" name="Line">
            <a:extLst>
              <a:ext uri="{FF2B5EF4-FFF2-40B4-BE49-F238E27FC236}">
                <a16:creationId xmlns:a16="http://schemas.microsoft.com/office/drawing/2014/main" id="{8F087D08-C8FB-E347-AB57-3D2F5F076068}"/>
              </a:ext>
            </a:extLst>
          </p:cNvPr>
          <p:cNvSpPr/>
          <p:nvPr/>
        </p:nvSpPr>
        <p:spPr>
          <a:xfrm flipH="1">
            <a:off x="10451345" y="3112127"/>
            <a:ext cx="498272" cy="498272"/>
          </a:xfrm>
          <a:prstGeom prst="line">
            <a:avLst/>
          </a:prstGeom>
          <a:ln w="38100">
            <a:solidFill>
              <a:srgbClr val="000000"/>
            </a:solidFill>
            <a:miter lim="400000"/>
            <a:tailEnd type="triangle"/>
          </a:ln>
        </p:spPr>
        <p:txBody>
          <a:bodyPr lIns="0" tIns="0" rIns="0" bIns="0"/>
          <a:lstStyle/>
          <a:p>
            <a:pPr algn="ctr">
              <a:defRPr sz="3200">
                <a:latin typeface="Helvetica Neue Light"/>
                <a:ea typeface="Helvetica Neue Light"/>
                <a:cs typeface="Helvetica Neue Light"/>
                <a:sym typeface="Helvetica Neue Light"/>
              </a:defRPr>
            </a:pPr>
            <a:endParaRPr sz="1687"/>
          </a:p>
        </p:txBody>
      </p:sp>
      <p:sp>
        <p:nvSpPr>
          <p:cNvPr id="19" name="set(x=99)">
            <a:extLst>
              <a:ext uri="{FF2B5EF4-FFF2-40B4-BE49-F238E27FC236}">
                <a16:creationId xmlns:a16="http://schemas.microsoft.com/office/drawing/2014/main" id="{20E446D5-1A53-AF40-91D1-A642449ADA40}"/>
              </a:ext>
            </a:extLst>
          </p:cNvPr>
          <p:cNvSpPr txBox="1"/>
          <p:nvPr/>
        </p:nvSpPr>
        <p:spPr>
          <a:xfrm>
            <a:off x="10619682" y="3330457"/>
            <a:ext cx="810720" cy="265056"/>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none" lIns="26789" tIns="26789" rIns="26789" bIns="26789" anchor="ctr">
            <a:spAutoFit/>
          </a:bodyPr>
          <a:lstStyle>
            <a:lvl1pPr>
              <a:defRPr sz="2600"/>
            </a:lvl1pPr>
          </a:lstStyle>
          <a:p>
            <a:pPr algn="ctr"/>
            <a:r>
              <a:rPr sz="1371"/>
              <a:t>set(x=99)</a:t>
            </a:r>
          </a:p>
        </p:txBody>
      </p:sp>
      <p:graphicFrame>
        <p:nvGraphicFramePr>
          <p:cNvPr id="21" name="Table">
            <a:extLst>
              <a:ext uri="{FF2B5EF4-FFF2-40B4-BE49-F238E27FC236}">
                <a16:creationId xmlns:a16="http://schemas.microsoft.com/office/drawing/2014/main" id="{83B4D5B3-EF97-ED4B-9D66-42F52802EE12}"/>
              </a:ext>
            </a:extLst>
          </p:cNvPr>
          <p:cNvGraphicFramePr/>
          <p:nvPr>
            <p:extLst>
              <p:ext uri="{D42A27DB-BD31-4B8C-83A1-F6EECF244321}">
                <p14:modId xmlns:p14="http://schemas.microsoft.com/office/powerpoint/2010/main" val="3215435265"/>
              </p:ext>
            </p:extLst>
          </p:nvPr>
        </p:nvGraphicFramePr>
        <p:xfrm>
          <a:off x="7499926" y="3551936"/>
          <a:ext cx="694128" cy="1311592"/>
        </p:xfrm>
        <a:graphic>
          <a:graphicData uri="http://schemas.openxmlformats.org/drawingml/2006/table">
            <a:tbl>
              <a:tblPr/>
              <a:tblGrid>
                <a:gridCol w="694128">
                  <a:extLst>
                    <a:ext uri="{9D8B030D-6E8A-4147-A177-3AD203B41FA5}">
                      <a16:colId xmlns:a16="http://schemas.microsoft.com/office/drawing/2014/main" val="20000"/>
                    </a:ext>
                  </a:extLst>
                </a:gridCol>
              </a:tblGrid>
              <a:tr h="196062">
                <a:tc>
                  <a:txBody>
                    <a:bodyPr/>
                    <a:lstStyle/>
                    <a:p>
                      <a:pPr algn="ctr" defTabSz="914400">
                        <a:tabLst>
                          <a:tab pos="914400" algn="l"/>
                        </a:tabLst>
                      </a:pPr>
                      <a:r>
                        <a:rPr sz="1500" b="1">
                          <a:latin typeface="Arial"/>
                          <a:ea typeface="Arial"/>
                          <a:cs typeface="Arial"/>
                          <a:sym typeface="Arial"/>
                        </a:rPr>
                        <a:t>Log</a:t>
                      </a:r>
                    </a:p>
                  </a:txBody>
                  <a:tcPr marL="26789" marR="26789" marT="26789" marB="26789" anchor="ctr" horzOverflow="overflow">
                    <a:solidFill>
                      <a:srgbClr val="FFFFFF"/>
                    </a:solidFill>
                  </a:tcPr>
                </a:tc>
                <a:extLst>
                  <a:ext uri="{0D108BD9-81ED-4DB2-BD59-A6C34878D82A}">
                    <a16:rowId xmlns:a16="http://schemas.microsoft.com/office/drawing/2014/main" val="10000"/>
                  </a:ext>
                </a:extLst>
              </a:tr>
              <a:tr h="219095">
                <a:tc>
                  <a:txBody>
                    <a:bodyPr/>
                    <a:lstStyle/>
                    <a:p>
                      <a:pPr algn="ctr" defTabSz="914400">
                        <a:tabLst>
                          <a:tab pos="914400" algn="l"/>
                        </a:tabLst>
                        <a:defRPr sz="3600"/>
                      </a:pPr>
                      <a:endParaRPr sz="1900"/>
                    </a:p>
                  </a:txBody>
                  <a:tcPr marL="26789" marR="26789" marT="26789" marB="26789" anchor="ctr" horzOverflow="overflow">
                    <a:solidFill>
                      <a:srgbClr val="FFFFFF"/>
                    </a:solidFill>
                  </a:tcPr>
                </a:tc>
                <a:extLst>
                  <a:ext uri="{0D108BD9-81ED-4DB2-BD59-A6C34878D82A}">
                    <a16:rowId xmlns:a16="http://schemas.microsoft.com/office/drawing/2014/main" val="10001"/>
                  </a:ext>
                </a:extLst>
              </a:tr>
              <a:tr h="219095">
                <a:tc>
                  <a:txBody>
                    <a:bodyPr/>
                    <a:lstStyle/>
                    <a:p>
                      <a:pPr algn="ctr" defTabSz="914400">
                        <a:tabLst>
                          <a:tab pos="914400" algn="l"/>
                        </a:tabLst>
                        <a:defRPr sz="3600"/>
                      </a:pPr>
                      <a:endParaRPr sz="1900"/>
                    </a:p>
                  </a:txBody>
                  <a:tcPr marL="26789" marR="26789" marT="26789" marB="26789" anchor="ctr" horzOverflow="overflow">
                    <a:solidFill>
                      <a:srgbClr val="FFFFFF"/>
                    </a:solidFill>
                  </a:tcPr>
                </a:tc>
                <a:extLst>
                  <a:ext uri="{0D108BD9-81ED-4DB2-BD59-A6C34878D82A}">
                    <a16:rowId xmlns:a16="http://schemas.microsoft.com/office/drawing/2014/main" val="10002"/>
                  </a:ext>
                </a:extLst>
              </a:tr>
              <a:tr h="219095">
                <a:tc>
                  <a:txBody>
                    <a:bodyPr/>
                    <a:lstStyle/>
                    <a:p>
                      <a:pPr algn="ctr" defTabSz="914400">
                        <a:tabLst>
                          <a:tab pos="914400" algn="l"/>
                        </a:tabLst>
                        <a:defRPr sz="3600"/>
                      </a:pPr>
                      <a:endParaRPr sz="1900"/>
                    </a:p>
                  </a:txBody>
                  <a:tcPr marL="26789" marR="26789" marT="26789" marB="26789" anchor="ctr" horzOverflow="overflow">
                    <a:solidFill>
                      <a:srgbClr val="FFFFFF"/>
                    </a:solidFill>
                  </a:tcPr>
                </a:tc>
                <a:extLst>
                  <a:ext uri="{0D108BD9-81ED-4DB2-BD59-A6C34878D82A}">
                    <a16:rowId xmlns:a16="http://schemas.microsoft.com/office/drawing/2014/main" val="4282687346"/>
                  </a:ext>
                </a:extLst>
              </a:tr>
            </a:tbl>
          </a:graphicData>
        </a:graphic>
      </p:graphicFrame>
      <p:graphicFrame>
        <p:nvGraphicFramePr>
          <p:cNvPr id="23" name="Table">
            <a:extLst>
              <a:ext uri="{FF2B5EF4-FFF2-40B4-BE49-F238E27FC236}">
                <a16:creationId xmlns:a16="http://schemas.microsoft.com/office/drawing/2014/main" id="{40D95B50-0B11-DE43-A4C1-5F32BE379242}"/>
              </a:ext>
            </a:extLst>
          </p:cNvPr>
          <p:cNvGraphicFramePr/>
          <p:nvPr>
            <p:extLst>
              <p:ext uri="{D42A27DB-BD31-4B8C-83A1-F6EECF244321}">
                <p14:modId xmlns:p14="http://schemas.microsoft.com/office/powerpoint/2010/main" val="1704586085"/>
              </p:ext>
            </p:extLst>
          </p:nvPr>
        </p:nvGraphicFramePr>
        <p:xfrm>
          <a:off x="7517642" y="5164967"/>
          <a:ext cx="694128" cy="1311592"/>
        </p:xfrm>
        <a:graphic>
          <a:graphicData uri="http://schemas.openxmlformats.org/drawingml/2006/table">
            <a:tbl>
              <a:tblPr/>
              <a:tblGrid>
                <a:gridCol w="694128">
                  <a:extLst>
                    <a:ext uri="{9D8B030D-6E8A-4147-A177-3AD203B41FA5}">
                      <a16:colId xmlns:a16="http://schemas.microsoft.com/office/drawing/2014/main" val="20000"/>
                    </a:ext>
                  </a:extLst>
                </a:gridCol>
              </a:tblGrid>
              <a:tr h="196062">
                <a:tc>
                  <a:txBody>
                    <a:bodyPr/>
                    <a:lstStyle/>
                    <a:p>
                      <a:pPr algn="ctr" defTabSz="914400">
                        <a:tabLst>
                          <a:tab pos="914400" algn="l"/>
                        </a:tabLst>
                      </a:pPr>
                      <a:r>
                        <a:rPr sz="1500" b="1">
                          <a:latin typeface="Arial"/>
                          <a:ea typeface="Arial"/>
                          <a:cs typeface="Arial"/>
                          <a:sym typeface="Arial"/>
                        </a:rPr>
                        <a:t>Log</a:t>
                      </a:r>
                    </a:p>
                  </a:txBody>
                  <a:tcPr marL="26789" marR="26789" marT="26789" marB="26789" anchor="ctr" horzOverflow="overflow">
                    <a:solidFill>
                      <a:srgbClr val="FFFFFF"/>
                    </a:solidFill>
                  </a:tcPr>
                </a:tc>
                <a:extLst>
                  <a:ext uri="{0D108BD9-81ED-4DB2-BD59-A6C34878D82A}">
                    <a16:rowId xmlns:a16="http://schemas.microsoft.com/office/drawing/2014/main" val="10000"/>
                  </a:ext>
                </a:extLst>
              </a:tr>
              <a:tr h="219095">
                <a:tc>
                  <a:txBody>
                    <a:bodyPr/>
                    <a:lstStyle/>
                    <a:p>
                      <a:pPr algn="ctr" defTabSz="914400">
                        <a:tabLst>
                          <a:tab pos="914400" algn="l"/>
                        </a:tabLst>
                        <a:defRPr sz="3600"/>
                      </a:pPr>
                      <a:endParaRPr sz="1900"/>
                    </a:p>
                  </a:txBody>
                  <a:tcPr marL="26789" marR="26789" marT="26789" marB="26789" anchor="ctr" horzOverflow="overflow">
                    <a:solidFill>
                      <a:srgbClr val="FFFFFF"/>
                    </a:solidFill>
                  </a:tcPr>
                </a:tc>
                <a:extLst>
                  <a:ext uri="{0D108BD9-81ED-4DB2-BD59-A6C34878D82A}">
                    <a16:rowId xmlns:a16="http://schemas.microsoft.com/office/drawing/2014/main" val="10001"/>
                  </a:ext>
                </a:extLst>
              </a:tr>
              <a:tr h="219095">
                <a:tc>
                  <a:txBody>
                    <a:bodyPr/>
                    <a:lstStyle/>
                    <a:p>
                      <a:pPr algn="ctr" defTabSz="914400">
                        <a:tabLst>
                          <a:tab pos="914400" algn="l"/>
                        </a:tabLst>
                        <a:defRPr sz="3600"/>
                      </a:pPr>
                      <a:endParaRPr sz="1900"/>
                    </a:p>
                  </a:txBody>
                  <a:tcPr marL="26789" marR="26789" marT="26789" marB="26789" anchor="ctr" horzOverflow="overflow">
                    <a:solidFill>
                      <a:srgbClr val="FFFFFF"/>
                    </a:solidFill>
                  </a:tcPr>
                </a:tc>
                <a:extLst>
                  <a:ext uri="{0D108BD9-81ED-4DB2-BD59-A6C34878D82A}">
                    <a16:rowId xmlns:a16="http://schemas.microsoft.com/office/drawing/2014/main" val="4108179926"/>
                  </a:ext>
                </a:extLst>
              </a:tr>
              <a:tr h="219095">
                <a:tc>
                  <a:txBody>
                    <a:bodyPr/>
                    <a:lstStyle/>
                    <a:p>
                      <a:pPr algn="ctr" defTabSz="914400">
                        <a:tabLst>
                          <a:tab pos="914400" algn="l"/>
                        </a:tabLst>
                        <a:defRPr sz="3600"/>
                      </a:pPr>
                      <a:endParaRPr sz="1900"/>
                    </a:p>
                  </a:txBody>
                  <a:tcPr marL="26789" marR="26789" marT="26789" marB="26789" anchor="ctr" horzOverflow="overflow">
                    <a:solidFill>
                      <a:srgbClr val="FFFFFF"/>
                    </a:solidFill>
                  </a:tcPr>
                </a:tc>
                <a:extLst>
                  <a:ext uri="{0D108BD9-81ED-4DB2-BD59-A6C34878D82A}">
                    <a16:rowId xmlns:a16="http://schemas.microsoft.com/office/drawing/2014/main" val="10002"/>
                  </a:ext>
                </a:extLst>
              </a:tr>
            </a:tbl>
          </a:graphicData>
        </a:graphic>
      </p:graphicFrame>
      <p:sp>
        <p:nvSpPr>
          <p:cNvPr id="20" name="TextBox 19">
            <a:extLst>
              <a:ext uri="{FF2B5EF4-FFF2-40B4-BE49-F238E27FC236}">
                <a16:creationId xmlns:a16="http://schemas.microsoft.com/office/drawing/2014/main" id="{3788AA00-0612-4D75-CC55-3C29BFC4DFA1}"/>
              </a:ext>
            </a:extLst>
          </p:cNvPr>
          <p:cNvSpPr txBox="1"/>
          <p:nvPr/>
        </p:nvSpPr>
        <p:spPr>
          <a:xfrm>
            <a:off x="10646963" y="4689231"/>
            <a:ext cx="1783732" cy="369332"/>
          </a:xfrm>
          <a:prstGeom prst="rect">
            <a:avLst/>
          </a:prstGeom>
          <a:noFill/>
        </p:spPr>
        <p:txBody>
          <a:bodyPr wrap="square" rtlCol="0">
            <a:spAutoFit/>
          </a:bodyPr>
          <a:lstStyle/>
          <a:p>
            <a:r>
              <a:rPr lang="en-US" b="1" dirty="0">
                <a:solidFill>
                  <a:srgbClr val="FF0000"/>
                </a:solidFill>
              </a:rPr>
              <a:t>Order ???</a:t>
            </a:r>
          </a:p>
        </p:txBody>
      </p:sp>
    </p:spTree>
    <p:extLst>
      <p:ext uri="{BB962C8B-B14F-4D97-AF65-F5344CB8AC3E}">
        <p14:creationId xmlns:p14="http://schemas.microsoft.com/office/powerpoint/2010/main" val="3196464673"/>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A92D1B-9EBC-9846-A8E2-F63FF788D727}"/>
              </a:ext>
            </a:extLst>
          </p:cNvPr>
          <p:cNvSpPr>
            <a:spLocks noGrp="1"/>
          </p:cNvSpPr>
          <p:nvPr>
            <p:ph type="title"/>
          </p:nvPr>
        </p:nvSpPr>
        <p:spPr/>
        <p:txBody>
          <a:bodyPr/>
          <a:lstStyle/>
          <a:p>
            <a:r>
              <a:rPr lang="en-US"/>
              <a:t>SMR Failures?</a:t>
            </a:r>
          </a:p>
        </p:txBody>
      </p:sp>
      <p:sp>
        <p:nvSpPr>
          <p:cNvPr id="3" name="Content Placeholder 2">
            <a:extLst>
              <a:ext uri="{FF2B5EF4-FFF2-40B4-BE49-F238E27FC236}">
                <a16:creationId xmlns:a16="http://schemas.microsoft.com/office/drawing/2014/main" id="{FBBA10CD-18DD-F24F-A184-1E48E53F6D8F}"/>
              </a:ext>
            </a:extLst>
          </p:cNvPr>
          <p:cNvSpPr>
            <a:spLocks noGrp="1"/>
          </p:cNvSpPr>
          <p:nvPr>
            <p:ph idx="1"/>
          </p:nvPr>
        </p:nvSpPr>
        <p:spPr>
          <a:xfrm>
            <a:off x="685800" y="2194560"/>
            <a:ext cx="6638296" cy="4024125"/>
          </a:xfrm>
        </p:spPr>
        <p:txBody>
          <a:bodyPr>
            <a:normAutofit fontScale="85000" lnSpcReduction="20000"/>
          </a:bodyPr>
          <a:lstStyle/>
          <a:p>
            <a:r>
              <a:rPr lang="en-US" sz="1600" dirty="0"/>
              <a:t>What to do on a failure?</a:t>
            </a:r>
          </a:p>
          <a:p>
            <a:endParaRPr lang="en-US" sz="1600" dirty="0"/>
          </a:p>
          <a:p>
            <a:r>
              <a:rPr lang="en-US" sz="1600" dirty="0"/>
              <a:t>How many failures can we handle?</a:t>
            </a:r>
          </a:p>
          <a:p>
            <a:pPr marL="0" indent="0">
              <a:buNone/>
            </a:pPr>
            <a:endParaRPr lang="en-US" sz="1600" dirty="0"/>
          </a:p>
          <a:p>
            <a:pPr marL="0" indent="0">
              <a:buNone/>
            </a:pPr>
            <a:r>
              <a:rPr lang="en-US" sz="1600" dirty="0"/>
              <a:t>In SMR, replicas are supposed to execute the </a:t>
            </a:r>
            <a:r>
              <a:rPr lang="en-US" sz="1600" b="1" dirty="0"/>
              <a:t>same ordered commands</a:t>
            </a:r>
            <a:r>
              <a:rPr lang="en-US" sz="1600" dirty="0"/>
              <a:t> and end in the </a:t>
            </a:r>
            <a:r>
              <a:rPr lang="en-US" sz="1600" b="1" dirty="0"/>
              <a:t>same state</a:t>
            </a:r>
            <a:r>
              <a:rPr lang="en-US" sz="1600" dirty="0"/>
              <a:t>.</a:t>
            </a:r>
          </a:p>
          <a:p>
            <a:r>
              <a:rPr lang="en-US" sz="1600" dirty="0"/>
              <a:t>If one replica has:</a:t>
            </a:r>
          </a:p>
          <a:p>
            <a:pPr lvl="1"/>
            <a:r>
              <a:rPr lang="en-US" sz="1600" dirty="0"/>
              <a:t>a bug, </a:t>
            </a:r>
          </a:p>
          <a:p>
            <a:pPr lvl="1"/>
            <a:r>
              <a:rPr lang="en-US" sz="1600" dirty="0"/>
              <a:t>a missing operation, </a:t>
            </a:r>
          </a:p>
          <a:p>
            <a:pPr lvl="1"/>
            <a:r>
              <a:rPr lang="en-US" sz="1600" dirty="0"/>
              <a:t>a different operation order, </a:t>
            </a:r>
          </a:p>
          <a:p>
            <a:pPr lvl="1"/>
            <a:r>
              <a:rPr lang="en-US" sz="1600" dirty="0"/>
              <a:t>nondeterministic execution, </a:t>
            </a:r>
          </a:p>
          <a:p>
            <a:r>
              <a:rPr lang="en-US" sz="1600" dirty="0"/>
              <a:t>then its hash may differ from the others.</a:t>
            </a:r>
          </a:p>
          <a:p>
            <a:r>
              <a:rPr lang="en-US" sz="1600" dirty="0"/>
              <a:t>So hash helps detect:</a:t>
            </a:r>
          </a:p>
          <a:p>
            <a:pPr lvl="1"/>
            <a:r>
              <a:rPr lang="en-US" sz="1600" dirty="0"/>
              <a:t>replica drift </a:t>
            </a:r>
          </a:p>
          <a:p>
            <a:pPr lvl="1"/>
            <a:r>
              <a:rPr lang="en-US" sz="1600" dirty="0"/>
              <a:t>log/state inconsistency </a:t>
            </a:r>
          </a:p>
          <a:p>
            <a:pPr lvl="1"/>
            <a:r>
              <a:rPr lang="en-US" sz="1600" dirty="0"/>
              <a:t>corruption</a:t>
            </a:r>
          </a:p>
          <a:p>
            <a:endParaRPr lang="en-US" sz="1600" dirty="0"/>
          </a:p>
        </p:txBody>
      </p:sp>
      <p:sp>
        <p:nvSpPr>
          <p:cNvPr id="4" name="Footer Placeholder 3">
            <a:extLst>
              <a:ext uri="{FF2B5EF4-FFF2-40B4-BE49-F238E27FC236}">
                <a16:creationId xmlns:a16="http://schemas.microsoft.com/office/drawing/2014/main" id="{EF47929F-6160-FA4A-9742-15065A0E173B}"/>
              </a:ext>
            </a:extLst>
          </p:cNvPr>
          <p:cNvSpPr>
            <a:spLocks noGrp="1"/>
          </p:cNvSpPr>
          <p:nvPr>
            <p:ph type="ftr" sz="quarter" idx="11"/>
          </p:nvPr>
        </p:nvSpPr>
        <p:spPr/>
        <p:txBody>
          <a:bodyPr/>
          <a:lstStyle/>
          <a:p>
            <a:r>
              <a:rPr lang="en-US"/>
              <a:t>Prof. Tim Wood &amp; Prof. Roozbeh Haghnazar</a:t>
            </a:r>
          </a:p>
        </p:txBody>
      </p:sp>
      <p:sp>
        <p:nvSpPr>
          <p:cNvPr id="5" name="Primary">
            <a:extLst>
              <a:ext uri="{FF2B5EF4-FFF2-40B4-BE49-F238E27FC236}">
                <a16:creationId xmlns:a16="http://schemas.microsoft.com/office/drawing/2014/main" id="{BDF7FD1E-FBFF-EC44-A5EB-2FB6B771D554}"/>
              </a:ext>
            </a:extLst>
          </p:cNvPr>
          <p:cNvSpPr/>
          <p:nvPr/>
        </p:nvSpPr>
        <p:spPr>
          <a:xfrm>
            <a:off x="8106435" y="3642730"/>
            <a:ext cx="2905597" cy="789966"/>
          </a:xfrm>
          <a:prstGeom prst="roundRect">
            <a:avLst>
              <a:gd name="adj" fmla="val 18948"/>
            </a:avLst>
          </a:prstGeom>
          <a:solidFill>
            <a:srgbClr val="B1DD8C"/>
          </a:solidFill>
          <a:ln w="12700">
            <a:solidFill>
              <a:srgbClr val="000000"/>
            </a:solidFill>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lIns="26789" tIns="26789" rIns="26789" bIns="26789" anchor="b"/>
          <a:lstStyle>
            <a:lvl1pPr>
              <a:defRPr sz="3200" b="1">
                <a:latin typeface="Helvetica Neue"/>
                <a:ea typeface="Helvetica Neue"/>
                <a:cs typeface="Helvetica Neue"/>
                <a:sym typeface="Helvetica Neue"/>
              </a:defRPr>
            </a:lvl1pPr>
          </a:lstStyle>
          <a:p>
            <a:pPr algn="ctr"/>
            <a:r>
              <a:rPr sz="1687"/>
              <a:t>Primary</a:t>
            </a:r>
          </a:p>
        </p:txBody>
      </p:sp>
      <p:sp>
        <p:nvSpPr>
          <p:cNvPr id="6" name="Backup">
            <a:extLst>
              <a:ext uri="{FF2B5EF4-FFF2-40B4-BE49-F238E27FC236}">
                <a16:creationId xmlns:a16="http://schemas.microsoft.com/office/drawing/2014/main" id="{F34FCFDE-37C3-E349-A748-5E02D00C17A5}"/>
              </a:ext>
            </a:extLst>
          </p:cNvPr>
          <p:cNvSpPr/>
          <p:nvPr/>
        </p:nvSpPr>
        <p:spPr>
          <a:xfrm>
            <a:off x="8133177" y="5214115"/>
            <a:ext cx="2905597" cy="789966"/>
          </a:xfrm>
          <a:prstGeom prst="roundRect">
            <a:avLst>
              <a:gd name="adj" fmla="val 18948"/>
            </a:avLst>
          </a:prstGeom>
          <a:solidFill>
            <a:srgbClr val="006893"/>
          </a:solidFill>
          <a:ln w="12700">
            <a:solidFill>
              <a:srgbClr val="000000"/>
            </a:solidFill>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lIns="26789" tIns="26789" rIns="26789" bIns="26789" anchor="b"/>
          <a:lstStyle>
            <a:lvl1pPr>
              <a:defRPr sz="3200" b="1">
                <a:solidFill>
                  <a:srgbClr val="FFFFFF"/>
                </a:solidFill>
                <a:latin typeface="Helvetica Neue"/>
                <a:ea typeface="Helvetica Neue"/>
                <a:cs typeface="Helvetica Neue"/>
                <a:sym typeface="Helvetica Neue"/>
              </a:defRPr>
            </a:lvl1pPr>
          </a:lstStyle>
          <a:p>
            <a:pPr algn="ctr"/>
            <a:r>
              <a:rPr sz="1687"/>
              <a:t>Backup</a:t>
            </a:r>
          </a:p>
        </p:txBody>
      </p:sp>
      <p:sp>
        <p:nvSpPr>
          <p:cNvPr id="7" name="Line">
            <a:extLst>
              <a:ext uri="{FF2B5EF4-FFF2-40B4-BE49-F238E27FC236}">
                <a16:creationId xmlns:a16="http://schemas.microsoft.com/office/drawing/2014/main" id="{236868AC-831A-E443-8148-D9B4768B7184}"/>
              </a:ext>
            </a:extLst>
          </p:cNvPr>
          <p:cNvSpPr/>
          <p:nvPr/>
        </p:nvSpPr>
        <p:spPr>
          <a:xfrm>
            <a:off x="9585975" y="4481845"/>
            <a:ext cx="1" cy="683122"/>
          </a:xfrm>
          <a:prstGeom prst="line">
            <a:avLst/>
          </a:prstGeom>
          <a:ln w="38100">
            <a:solidFill>
              <a:srgbClr val="000000"/>
            </a:solidFill>
            <a:miter lim="400000"/>
            <a:tailEnd type="triangle"/>
          </a:ln>
        </p:spPr>
        <p:txBody>
          <a:bodyPr lIns="0" tIns="0" rIns="0" bIns="0"/>
          <a:lstStyle/>
          <a:p>
            <a:pPr algn="ctr">
              <a:defRPr sz="3200">
                <a:latin typeface="Helvetica Neue Light"/>
                <a:ea typeface="Helvetica Neue Light"/>
                <a:cs typeface="Helvetica Neue Light"/>
                <a:sym typeface="Helvetica Neue Light"/>
              </a:defRPr>
            </a:pPr>
            <a:endParaRPr sz="1687"/>
          </a:p>
        </p:txBody>
      </p:sp>
      <p:sp>
        <p:nvSpPr>
          <p:cNvPr id="8" name="C-1">
            <a:extLst>
              <a:ext uri="{FF2B5EF4-FFF2-40B4-BE49-F238E27FC236}">
                <a16:creationId xmlns:a16="http://schemas.microsoft.com/office/drawing/2014/main" id="{57B0B704-0E4F-0E45-A8EC-2D90CFAF6E76}"/>
              </a:ext>
            </a:extLst>
          </p:cNvPr>
          <p:cNvSpPr/>
          <p:nvPr/>
        </p:nvSpPr>
        <p:spPr>
          <a:xfrm>
            <a:off x="8064922" y="2570365"/>
            <a:ext cx="960801" cy="522830"/>
          </a:xfrm>
          <a:prstGeom prst="roundRect">
            <a:avLst>
              <a:gd name="adj" fmla="val 19214"/>
            </a:avLst>
          </a:prstGeom>
          <a:solidFill>
            <a:srgbClr val="725796"/>
          </a:solidFill>
          <a:ln w="12700">
            <a:solidFill>
              <a:schemeClr val="accent6">
                <a:lumOff val="-21524"/>
              </a:schemeClr>
            </a:solidFill>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lIns="26789" tIns="26789" rIns="26789" bIns="26789" anchor="ctr"/>
          <a:lstStyle>
            <a:lvl1pPr>
              <a:defRPr sz="3200" b="1">
                <a:solidFill>
                  <a:srgbClr val="FFFFFF"/>
                </a:solidFill>
                <a:latin typeface="Helvetica Neue"/>
                <a:ea typeface="Helvetica Neue"/>
                <a:cs typeface="Helvetica Neue"/>
                <a:sym typeface="Helvetica Neue"/>
              </a:defRPr>
            </a:lvl1pPr>
          </a:lstStyle>
          <a:p>
            <a:pPr algn="ctr"/>
            <a:r>
              <a:rPr sz="1687"/>
              <a:t>C-1</a:t>
            </a:r>
          </a:p>
        </p:txBody>
      </p:sp>
      <p:sp>
        <p:nvSpPr>
          <p:cNvPr id="9" name="Line">
            <a:extLst>
              <a:ext uri="{FF2B5EF4-FFF2-40B4-BE49-F238E27FC236}">
                <a16:creationId xmlns:a16="http://schemas.microsoft.com/office/drawing/2014/main" id="{A9B8F2B0-80FC-8E48-AE0B-30E89CD64A6C}"/>
              </a:ext>
            </a:extLst>
          </p:cNvPr>
          <p:cNvSpPr/>
          <p:nvPr/>
        </p:nvSpPr>
        <p:spPr>
          <a:xfrm>
            <a:off x="8523675" y="3112127"/>
            <a:ext cx="481455" cy="481455"/>
          </a:xfrm>
          <a:prstGeom prst="line">
            <a:avLst/>
          </a:prstGeom>
          <a:ln w="38100">
            <a:solidFill>
              <a:srgbClr val="000000"/>
            </a:solidFill>
            <a:miter lim="400000"/>
            <a:tailEnd type="triangle"/>
          </a:ln>
        </p:spPr>
        <p:txBody>
          <a:bodyPr lIns="0" tIns="0" rIns="0" bIns="0"/>
          <a:lstStyle/>
          <a:p>
            <a:pPr algn="ctr">
              <a:defRPr sz="3200">
                <a:latin typeface="Helvetica Neue Light"/>
                <a:ea typeface="Helvetica Neue Light"/>
                <a:cs typeface="Helvetica Neue Light"/>
                <a:sym typeface="Helvetica Neue Light"/>
              </a:defRPr>
            </a:pPr>
            <a:endParaRPr sz="1687"/>
          </a:p>
        </p:txBody>
      </p:sp>
      <p:sp>
        <p:nvSpPr>
          <p:cNvPr id="10" name="set(x=3)">
            <a:extLst>
              <a:ext uri="{FF2B5EF4-FFF2-40B4-BE49-F238E27FC236}">
                <a16:creationId xmlns:a16="http://schemas.microsoft.com/office/drawing/2014/main" id="{C6ED1B67-21C9-784D-BB46-8A437151B42B}"/>
              </a:ext>
            </a:extLst>
          </p:cNvPr>
          <p:cNvSpPr txBox="1"/>
          <p:nvPr/>
        </p:nvSpPr>
        <p:spPr>
          <a:xfrm>
            <a:off x="8742596" y="3110063"/>
            <a:ext cx="712936" cy="265056"/>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none" lIns="26789" tIns="26789" rIns="26789" bIns="26789" anchor="ctr">
            <a:spAutoFit/>
          </a:bodyPr>
          <a:lstStyle>
            <a:lvl1pPr>
              <a:defRPr sz="2600"/>
            </a:lvl1pPr>
          </a:lstStyle>
          <a:p>
            <a:pPr algn="ctr"/>
            <a:r>
              <a:rPr sz="1371"/>
              <a:t>set(x=3)</a:t>
            </a:r>
          </a:p>
        </p:txBody>
      </p:sp>
      <p:sp>
        <p:nvSpPr>
          <p:cNvPr id="11" name="Hash Table   x=">
            <a:extLst>
              <a:ext uri="{FF2B5EF4-FFF2-40B4-BE49-F238E27FC236}">
                <a16:creationId xmlns:a16="http://schemas.microsoft.com/office/drawing/2014/main" id="{08EC6E63-2835-F346-B733-04F8961CCF20}"/>
              </a:ext>
            </a:extLst>
          </p:cNvPr>
          <p:cNvSpPr txBox="1"/>
          <p:nvPr/>
        </p:nvSpPr>
        <p:spPr>
          <a:xfrm>
            <a:off x="8524987" y="3792126"/>
            <a:ext cx="2121976" cy="330011"/>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none" lIns="26789" tIns="26789" rIns="26789" bIns="26789" anchor="ctr">
            <a:spAutoFit/>
          </a:bodyPr>
          <a:lstStyle>
            <a:lvl1pPr>
              <a:defRPr sz="3400">
                <a:latin typeface="Courier"/>
                <a:ea typeface="Courier"/>
                <a:cs typeface="Courier"/>
                <a:sym typeface="Courier"/>
              </a:defRPr>
            </a:lvl1pPr>
          </a:lstStyle>
          <a:p>
            <a:pPr algn="ctr"/>
            <a:r>
              <a:rPr sz="1793"/>
              <a:t>Hash Table   x=</a:t>
            </a:r>
          </a:p>
        </p:txBody>
      </p:sp>
      <p:sp>
        <p:nvSpPr>
          <p:cNvPr id="12" name="set(x=3)…">
            <a:extLst>
              <a:ext uri="{FF2B5EF4-FFF2-40B4-BE49-F238E27FC236}">
                <a16:creationId xmlns:a16="http://schemas.microsoft.com/office/drawing/2014/main" id="{41BFD296-6924-E848-BACE-8B70FED1D5E9}"/>
              </a:ext>
            </a:extLst>
          </p:cNvPr>
          <p:cNvSpPr txBox="1"/>
          <p:nvPr/>
        </p:nvSpPr>
        <p:spPr>
          <a:xfrm>
            <a:off x="9706609" y="4453673"/>
            <a:ext cx="810720" cy="686967"/>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none" lIns="26789" tIns="26789" rIns="26789" bIns="26789" anchor="ctr">
            <a:spAutoFit/>
          </a:bodyPr>
          <a:lstStyle/>
          <a:p>
            <a:pPr algn="ctr">
              <a:defRPr sz="2600"/>
            </a:pPr>
            <a:r>
              <a:rPr sz="1371"/>
              <a:t>set(x=3)</a:t>
            </a:r>
          </a:p>
          <a:p>
            <a:pPr algn="ctr">
              <a:defRPr sz="2600"/>
            </a:pPr>
            <a:r>
              <a:rPr sz="1371"/>
              <a:t>set(x=99)</a:t>
            </a:r>
          </a:p>
          <a:p>
            <a:pPr algn="ctr">
              <a:defRPr sz="2600"/>
            </a:pPr>
            <a:r>
              <a:rPr sz="1371"/>
              <a:t>inc(x)</a:t>
            </a:r>
          </a:p>
        </p:txBody>
      </p:sp>
      <p:sp>
        <p:nvSpPr>
          <p:cNvPr id="13" name="Hash Table   x=">
            <a:extLst>
              <a:ext uri="{FF2B5EF4-FFF2-40B4-BE49-F238E27FC236}">
                <a16:creationId xmlns:a16="http://schemas.microsoft.com/office/drawing/2014/main" id="{1611D2C7-99BB-B840-8D88-1B30532D1E32}"/>
              </a:ext>
            </a:extLst>
          </p:cNvPr>
          <p:cNvSpPr txBox="1"/>
          <p:nvPr/>
        </p:nvSpPr>
        <p:spPr>
          <a:xfrm>
            <a:off x="8498245" y="5366746"/>
            <a:ext cx="2121976" cy="330011"/>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none" lIns="26789" tIns="26789" rIns="26789" bIns="26789" anchor="ctr">
            <a:spAutoFit/>
          </a:bodyPr>
          <a:lstStyle>
            <a:lvl1pPr>
              <a:defRPr sz="3400">
                <a:solidFill>
                  <a:srgbClr val="FFFFFF"/>
                </a:solidFill>
                <a:latin typeface="Courier"/>
                <a:ea typeface="Courier"/>
                <a:cs typeface="Courier"/>
                <a:sym typeface="Courier"/>
              </a:defRPr>
            </a:lvl1pPr>
          </a:lstStyle>
          <a:p>
            <a:pPr algn="ctr"/>
            <a:r>
              <a:rPr sz="1793"/>
              <a:t>Hash Table   x=</a:t>
            </a:r>
          </a:p>
        </p:txBody>
      </p:sp>
      <p:sp>
        <p:nvSpPr>
          <p:cNvPr id="14" name="C-2">
            <a:extLst>
              <a:ext uri="{FF2B5EF4-FFF2-40B4-BE49-F238E27FC236}">
                <a16:creationId xmlns:a16="http://schemas.microsoft.com/office/drawing/2014/main" id="{FDD76970-23B7-194B-8EED-F1F6842AD629}"/>
              </a:ext>
            </a:extLst>
          </p:cNvPr>
          <p:cNvSpPr/>
          <p:nvPr/>
        </p:nvSpPr>
        <p:spPr>
          <a:xfrm>
            <a:off x="9290043" y="2570365"/>
            <a:ext cx="960801" cy="522830"/>
          </a:xfrm>
          <a:prstGeom prst="roundRect">
            <a:avLst>
              <a:gd name="adj" fmla="val 19214"/>
            </a:avLst>
          </a:prstGeom>
          <a:ln/>
          <a:extLst>
            <a:ext uri="{C572A759-6A51-4108-AA02-DFA0A04FC94B}">
              <ma14:wrappingTextBoxFlag xmlns="" xmlns:ma14="http://schemas.microsoft.com/office/mac/drawingml/2011/main" xmlns:a14="http://schemas.microsoft.com/office/drawing/2010/main" xmlns:m="http://schemas.openxmlformats.org/officeDocument/2006/math" val="1"/>
            </a:ext>
          </a:extLst>
        </p:spPr>
        <p:style>
          <a:lnRef idx="2">
            <a:schemeClr val="accent2">
              <a:shade val="50000"/>
            </a:schemeClr>
          </a:lnRef>
          <a:fillRef idx="1">
            <a:schemeClr val="accent2"/>
          </a:fillRef>
          <a:effectRef idx="0">
            <a:schemeClr val="accent2"/>
          </a:effectRef>
          <a:fontRef idx="minor">
            <a:schemeClr val="lt1"/>
          </a:fontRef>
        </p:style>
        <p:txBody>
          <a:bodyPr lIns="26789" tIns="26789" rIns="26789" bIns="26789" anchor="ctr"/>
          <a:lstStyle>
            <a:lvl1pPr>
              <a:defRPr sz="3200" b="1">
                <a:solidFill>
                  <a:srgbClr val="FFFFFF"/>
                </a:solidFill>
                <a:latin typeface="Helvetica Neue"/>
                <a:ea typeface="Helvetica Neue"/>
                <a:cs typeface="Helvetica Neue"/>
                <a:sym typeface="Helvetica Neue"/>
              </a:defRPr>
            </a:lvl1pPr>
          </a:lstStyle>
          <a:p>
            <a:pPr algn="ctr"/>
            <a:r>
              <a:rPr sz="1687"/>
              <a:t>C-2</a:t>
            </a:r>
          </a:p>
        </p:txBody>
      </p:sp>
      <p:sp>
        <p:nvSpPr>
          <p:cNvPr id="15" name="Line">
            <a:extLst>
              <a:ext uri="{FF2B5EF4-FFF2-40B4-BE49-F238E27FC236}">
                <a16:creationId xmlns:a16="http://schemas.microsoft.com/office/drawing/2014/main" id="{70892208-6CCB-0B4B-9332-26EE50841BD9}"/>
              </a:ext>
            </a:extLst>
          </p:cNvPr>
          <p:cNvSpPr/>
          <p:nvPr/>
        </p:nvSpPr>
        <p:spPr>
          <a:xfrm>
            <a:off x="9787469" y="3112127"/>
            <a:ext cx="1" cy="514182"/>
          </a:xfrm>
          <a:prstGeom prst="line">
            <a:avLst/>
          </a:prstGeom>
          <a:ln w="38100">
            <a:solidFill>
              <a:srgbClr val="000000"/>
            </a:solidFill>
            <a:miter lim="400000"/>
            <a:tailEnd type="triangle"/>
          </a:ln>
        </p:spPr>
        <p:txBody>
          <a:bodyPr lIns="0" tIns="0" rIns="0" bIns="0"/>
          <a:lstStyle/>
          <a:p>
            <a:pPr algn="ctr">
              <a:defRPr sz="3200">
                <a:latin typeface="Helvetica Neue Light"/>
                <a:ea typeface="Helvetica Neue Light"/>
                <a:cs typeface="Helvetica Neue Light"/>
                <a:sym typeface="Helvetica Neue Light"/>
              </a:defRPr>
            </a:pPr>
            <a:endParaRPr sz="1687"/>
          </a:p>
        </p:txBody>
      </p:sp>
      <p:sp>
        <p:nvSpPr>
          <p:cNvPr id="16" name="inc(x)">
            <a:extLst>
              <a:ext uri="{FF2B5EF4-FFF2-40B4-BE49-F238E27FC236}">
                <a16:creationId xmlns:a16="http://schemas.microsoft.com/office/drawing/2014/main" id="{CA6253E1-11DB-AA46-BB6D-6772A7FE8FCB}"/>
              </a:ext>
            </a:extLst>
          </p:cNvPr>
          <p:cNvSpPr txBox="1"/>
          <p:nvPr/>
        </p:nvSpPr>
        <p:spPr>
          <a:xfrm>
            <a:off x="9787469" y="3162169"/>
            <a:ext cx="523782" cy="265056"/>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none" lIns="26789" tIns="26789" rIns="26789" bIns="26789" anchor="ctr">
            <a:spAutoFit/>
          </a:bodyPr>
          <a:lstStyle>
            <a:lvl1pPr>
              <a:defRPr sz="2600"/>
            </a:lvl1pPr>
          </a:lstStyle>
          <a:p>
            <a:pPr algn="ctr"/>
            <a:r>
              <a:rPr sz="1371" err="1"/>
              <a:t>inc</a:t>
            </a:r>
            <a:r>
              <a:rPr sz="1371"/>
              <a:t>(x)</a:t>
            </a:r>
          </a:p>
        </p:txBody>
      </p:sp>
      <p:sp>
        <p:nvSpPr>
          <p:cNvPr id="17" name="C-3">
            <a:extLst>
              <a:ext uri="{FF2B5EF4-FFF2-40B4-BE49-F238E27FC236}">
                <a16:creationId xmlns:a16="http://schemas.microsoft.com/office/drawing/2014/main" id="{16357F20-5019-C14C-895B-6AB461A41117}"/>
              </a:ext>
            </a:extLst>
          </p:cNvPr>
          <p:cNvSpPr/>
          <p:nvPr/>
        </p:nvSpPr>
        <p:spPr>
          <a:xfrm>
            <a:off x="10452190" y="2570365"/>
            <a:ext cx="960801" cy="522830"/>
          </a:xfrm>
          <a:prstGeom prst="roundRect">
            <a:avLst>
              <a:gd name="adj" fmla="val 19214"/>
            </a:avLst>
          </a:prstGeom>
          <a:ln/>
          <a:extLst>
            <a:ext uri="{C572A759-6A51-4108-AA02-DFA0A04FC94B}">
              <ma14:wrappingTextBoxFlag xmlns="" xmlns:ma14="http://schemas.microsoft.com/office/mac/drawingml/2011/main" xmlns:a14="http://schemas.microsoft.com/office/drawing/2010/main" xmlns:m="http://schemas.openxmlformats.org/officeDocument/2006/math" val="1"/>
            </a:ext>
          </a:extLst>
        </p:spPr>
        <p:style>
          <a:lnRef idx="2">
            <a:schemeClr val="accent6">
              <a:shade val="50000"/>
            </a:schemeClr>
          </a:lnRef>
          <a:fillRef idx="1">
            <a:schemeClr val="accent6"/>
          </a:fillRef>
          <a:effectRef idx="0">
            <a:schemeClr val="accent6"/>
          </a:effectRef>
          <a:fontRef idx="minor">
            <a:schemeClr val="lt1"/>
          </a:fontRef>
        </p:style>
        <p:txBody>
          <a:bodyPr lIns="26789" tIns="26789" rIns="26789" bIns="26789" anchor="ctr"/>
          <a:lstStyle>
            <a:lvl1pPr>
              <a:defRPr sz="3200" b="1">
                <a:solidFill>
                  <a:srgbClr val="FFFFFF"/>
                </a:solidFill>
                <a:latin typeface="Helvetica Neue"/>
                <a:ea typeface="Helvetica Neue"/>
                <a:cs typeface="Helvetica Neue"/>
                <a:sym typeface="Helvetica Neue"/>
              </a:defRPr>
            </a:lvl1pPr>
          </a:lstStyle>
          <a:p>
            <a:pPr algn="ctr"/>
            <a:r>
              <a:rPr sz="1687"/>
              <a:t>C-3</a:t>
            </a:r>
          </a:p>
        </p:txBody>
      </p:sp>
      <p:sp>
        <p:nvSpPr>
          <p:cNvPr id="18" name="Line">
            <a:extLst>
              <a:ext uri="{FF2B5EF4-FFF2-40B4-BE49-F238E27FC236}">
                <a16:creationId xmlns:a16="http://schemas.microsoft.com/office/drawing/2014/main" id="{8F087D08-C8FB-E347-AB57-3D2F5F076068}"/>
              </a:ext>
            </a:extLst>
          </p:cNvPr>
          <p:cNvSpPr/>
          <p:nvPr/>
        </p:nvSpPr>
        <p:spPr>
          <a:xfrm flipH="1">
            <a:off x="10451345" y="3112127"/>
            <a:ext cx="498272" cy="498272"/>
          </a:xfrm>
          <a:prstGeom prst="line">
            <a:avLst/>
          </a:prstGeom>
          <a:ln w="38100">
            <a:solidFill>
              <a:srgbClr val="000000"/>
            </a:solidFill>
            <a:miter lim="400000"/>
            <a:tailEnd type="triangle"/>
          </a:ln>
        </p:spPr>
        <p:txBody>
          <a:bodyPr lIns="0" tIns="0" rIns="0" bIns="0"/>
          <a:lstStyle/>
          <a:p>
            <a:pPr algn="ctr">
              <a:defRPr sz="3200">
                <a:latin typeface="Helvetica Neue Light"/>
                <a:ea typeface="Helvetica Neue Light"/>
                <a:cs typeface="Helvetica Neue Light"/>
                <a:sym typeface="Helvetica Neue Light"/>
              </a:defRPr>
            </a:pPr>
            <a:endParaRPr sz="1687"/>
          </a:p>
        </p:txBody>
      </p:sp>
      <p:sp>
        <p:nvSpPr>
          <p:cNvPr id="19" name="set(x=99)">
            <a:extLst>
              <a:ext uri="{FF2B5EF4-FFF2-40B4-BE49-F238E27FC236}">
                <a16:creationId xmlns:a16="http://schemas.microsoft.com/office/drawing/2014/main" id="{20E446D5-1A53-AF40-91D1-A642449ADA40}"/>
              </a:ext>
            </a:extLst>
          </p:cNvPr>
          <p:cNvSpPr txBox="1"/>
          <p:nvPr/>
        </p:nvSpPr>
        <p:spPr>
          <a:xfrm>
            <a:off x="10619682" y="3330457"/>
            <a:ext cx="810720" cy="265056"/>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none" lIns="26789" tIns="26789" rIns="26789" bIns="26789" anchor="ctr">
            <a:spAutoFit/>
          </a:bodyPr>
          <a:lstStyle>
            <a:lvl1pPr>
              <a:defRPr sz="2600"/>
            </a:lvl1pPr>
          </a:lstStyle>
          <a:p>
            <a:pPr algn="ctr"/>
            <a:r>
              <a:rPr sz="1371"/>
              <a:t>set(x=99)</a:t>
            </a:r>
          </a:p>
        </p:txBody>
      </p:sp>
      <p:graphicFrame>
        <p:nvGraphicFramePr>
          <p:cNvPr id="21" name="Table">
            <a:extLst>
              <a:ext uri="{FF2B5EF4-FFF2-40B4-BE49-F238E27FC236}">
                <a16:creationId xmlns:a16="http://schemas.microsoft.com/office/drawing/2014/main" id="{83B4D5B3-EF97-ED4B-9D66-42F52802EE12}"/>
              </a:ext>
            </a:extLst>
          </p:cNvPr>
          <p:cNvGraphicFramePr/>
          <p:nvPr/>
        </p:nvGraphicFramePr>
        <p:xfrm>
          <a:off x="7499926" y="3551936"/>
          <a:ext cx="694128" cy="1311592"/>
        </p:xfrm>
        <a:graphic>
          <a:graphicData uri="http://schemas.openxmlformats.org/drawingml/2006/table">
            <a:tbl>
              <a:tblPr/>
              <a:tblGrid>
                <a:gridCol w="694128">
                  <a:extLst>
                    <a:ext uri="{9D8B030D-6E8A-4147-A177-3AD203B41FA5}">
                      <a16:colId xmlns:a16="http://schemas.microsoft.com/office/drawing/2014/main" val="20000"/>
                    </a:ext>
                  </a:extLst>
                </a:gridCol>
              </a:tblGrid>
              <a:tr h="196062">
                <a:tc>
                  <a:txBody>
                    <a:bodyPr/>
                    <a:lstStyle/>
                    <a:p>
                      <a:pPr algn="ctr" defTabSz="914400">
                        <a:tabLst>
                          <a:tab pos="914400" algn="l"/>
                        </a:tabLst>
                      </a:pPr>
                      <a:r>
                        <a:rPr sz="1500" b="1">
                          <a:latin typeface="Arial"/>
                          <a:ea typeface="Arial"/>
                          <a:cs typeface="Arial"/>
                          <a:sym typeface="Arial"/>
                        </a:rPr>
                        <a:t>Log</a:t>
                      </a:r>
                    </a:p>
                  </a:txBody>
                  <a:tcPr marL="26789" marR="26789" marT="26789" marB="26789" anchor="ctr" horzOverflow="overflow">
                    <a:solidFill>
                      <a:srgbClr val="FFFFFF"/>
                    </a:solidFill>
                  </a:tcPr>
                </a:tc>
                <a:extLst>
                  <a:ext uri="{0D108BD9-81ED-4DB2-BD59-A6C34878D82A}">
                    <a16:rowId xmlns:a16="http://schemas.microsoft.com/office/drawing/2014/main" val="10000"/>
                  </a:ext>
                </a:extLst>
              </a:tr>
              <a:tr h="219095">
                <a:tc>
                  <a:txBody>
                    <a:bodyPr/>
                    <a:lstStyle/>
                    <a:p>
                      <a:pPr algn="ctr" defTabSz="914400">
                        <a:tabLst>
                          <a:tab pos="914400" algn="l"/>
                        </a:tabLst>
                        <a:defRPr sz="3600"/>
                      </a:pPr>
                      <a:endParaRPr sz="1900"/>
                    </a:p>
                  </a:txBody>
                  <a:tcPr marL="26789" marR="26789" marT="26789" marB="26789" anchor="ctr" horzOverflow="overflow">
                    <a:solidFill>
                      <a:srgbClr val="FFFFFF"/>
                    </a:solidFill>
                  </a:tcPr>
                </a:tc>
                <a:extLst>
                  <a:ext uri="{0D108BD9-81ED-4DB2-BD59-A6C34878D82A}">
                    <a16:rowId xmlns:a16="http://schemas.microsoft.com/office/drawing/2014/main" val="10001"/>
                  </a:ext>
                </a:extLst>
              </a:tr>
              <a:tr h="219095">
                <a:tc>
                  <a:txBody>
                    <a:bodyPr/>
                    <a:lstStyle/>
                    <a:p>
                      <a:pPr algn="ctr" defTabSz="914400">
                        <a:tabLst>
                          <a:tab pos="914400" algn="l"/>
                        </a:tabLst>
                        <a:defRPr sz="3600"/>
                      </a:pPr>
                      <a:endParaRPr sz="1900"/>
                    </a:p>
                  </a:txBody>
                  <a:tcPr marL="26789" marR="26789" marT="26789" marB="26789" anchor="ctr" horzOverflow="overflow">
                    <a:solidFill>
                      <a:srgbClr val="FFFFFF"/>
                    </a:solidFill>
                  </a:tcPr>
                </a:tc>
                <a:extLst>
                  <a:ext uri="{0D108BD9-81ED-4DB2-BD59-A6C34878D82A}">
                    <a16:rowId xmlns:a16="http://schemas.microsoft.com/office/drawing/2014/main" val="4108179926"/>
                  </a:ext>
                </a:extLst>
              </a:tr>
              <a:tr h="219095">
                <a:tc>
                  <a:txBody>
                    <a:bodyPr/>
                    <a:lstStyle/>
                    <a:p>
                      <a:pPr algn="ctr" defTabSz="914400">
                        <a:tabLst>
                          <a:tab pos="914400" algn="l"/>
                        </a:tabLst>
                        <a:defRPr sz="3600"/>
                      </a:pPr>
                      <a:endParaRPr sz="1900"/>
                    </a:p>
                  </a:txBody>
                  <a:tcPr marL="26789" marR="26789" marT="26789" marB="26789" anchor="ctr" horzOverflow="overflow">
                    <a:solidFill>
                      <a:srgbClr val="FFFFFF"/>
                    </a:solidFill>
                  </a:tcPr>
                </a:tc>
                <a:extLst>
                  <a:ext uri="{0D108BD9-81ED-4DB2-BD59-A6C34878D82A}">
                    <a16:rowId xmlns:a16="http://schemas.microsoft.com/office/drawing/2014/main" val="10002"/>
                  </a:ext>
                </a:extLst>
              </a:tr>
            </a:tbl>
          </a:graphicData>
        </a:graphic>
      </p:graphicFrame>
      <p:graphicFrame>
        <p:nvGraphicFramePr>
          <p:cNvPr id="23" name="Table">
            <a:extLst>
              <a:ext uri="{FF2B5EF4-FFF2-40B4-BE49-F238E27FC236}">
                <a16:creationId xmlns:a16="http://schemas.microsoft.com/office/drawing/2014/main" id="{40D95B50-0B11-DE43-A4C1-5F32BE379242}"/>
              </a:ext>
            </a:extLst>
          </p:cNvPr>
          <p:cNvGraphicFramePr/>
          <p:nvPr/>
        </p:nvGraphicFramePr>
        <p:xfrm>
          <a:off x="7517642" y="5164967"/>
          <a:ext cx="694128" cy="1311592"/>
        </p:xfrm>
        <a:graphic>
          <a:graphicData uri="http://schemas.openxmlformats.org/drawingml/2006/table">
            <a:tbl>
              <a:tblPr/>
              <a:tblGrid>
                <a:gridCol w="694128">
                  <a:extLst>
                    <a:ext uri="{9D8B030D-6E8A-4147-A177-3AD203B41FA5}">
                      <a16:colId xmlns:a16="http://schemas.microsoft.com/office/drawing/2014/main" val="20000"/>
                    </a:ext>
                  </a:extLst>
                </a:gridCol>
              </a:tblGrid>
              <a:tr h="196062">
                <a:tc>
                  <a:txBody>
                    <a:bodyPr/>
                    <a:lstStyle/>
                    <a:p>
                      <a:pPr algn="ctr" defTabSz="914400">
                        <a:tabLst>
                          <a:tab pos="914400" algn="l"/>
                        </a:tabLst>
                      </a:pPr>
                      <a:r>
                        <a:rPr sz="1500" b="1">
                          <a:latin typeface="Arial"/>
                          <a:ea typeface="Arial"/>
                          <a:cs typeface="Arial"/>
                          <a:sym typeface="Arial"/>
                        </a:rPr>
                        <a:t>Log</a:t>
                      </a:r>
                    </a:p>
                  </a:txBody>
                  <a:tcPr marL="26789" marR="26789" marT="26789" marB="26789" anchor="ctr" horzOverflow="overflow">
                    <a:solidFill>
                      <a:srgbClr val="FFFFFF"/>
                    </a:solidFill>
                  </a:tcPr>
                </a:tc>
                <a:extLst>
                  <a:ext uri="{0D108BD9-81ED-4DB2-BD59-A6C34878D82A}">
                    <a16:rowId xmlns:a16="http://schemas.microsoft.com/office/drawing/2014/main" val="10000"/>
                  </a:ext>
                </a:extLst>
              </a:tr>
              <a:tr h="219095">
                <a:tc>
                  <a:txBody>
                    <a:bodyPr/>
                    <a:lstStyle/>
                    <a:p>
                      <a:pPr algn="ctr" defTabSz="914400">
                        <a:tabLst>
                          <a:tab pos="914400" algn="l"/>
                        </a:tabLst>
                        <a:defRPr sz="3600"/>
                      </a:pPr>
                      <a:endParaRPr sz="1900"/>
                    </a:p>
                  </a:txBody>
                  <a:tcPr marL="26789" marR="26789" marT="26789" marB="26789" anchor="ctr" horzOverflow="overflow">
                    <a:solidFill>
                      <a:srgbClr val="FFFFFF"/>
                    </a:solidFill>
                  </a:tcPr>
                </a:tc>
                <a:extLst>
                  <a:ext uri="{0D108BD9-81ED-4DB2-BD59-A6C34878D82A}">
                    <a16:rowId xmlns:a16="http://schemas.microsoft.com/office/drawing/2014/main" val="10001"/>
                  </a:ext>
                </a:extLst>
              </a:tr>
              <a:tr h="219095">
                <a:tc>
                  <a:txBody>
                    <a:bodyPr/>
                    <a:lstStyle/>
                    <a:p>
                      <a:pPr algn="ctr" defTabSz="914400">
                        <a:tabLst>
                          <a:tab pos="914400" algn="l"/>
                        </a:tabLst>
                        <a:defRPr sz="3600"/>
                      </a:pPr>
                      <a:endParaRPr sz="1900"/>
                    </a:p>
                  </a:txBody>
                  <a:tcPr marL="26789" marR="26789" marT="26789" marB="26789" anchor="ctr" horzOverflow="overflow">
                    <a:solidFill>
                      <a:srgbClr val="FFFFFF"/>
                    </a:solidFill>
                  </a:tcPr>
                </a:tc>
                <a:extLst>
                  <a:ext uri="{0D108BD9-81ED-4DB2-BD59-A6C34878D82A}">
                    <a16:rowId xmlns:a16="http://schemas.microsoft.com/office/drawing/2014/main" val="4108179926"/>
                  </a:ext>
                </a:extLst>
              </a:tr>
              <a:tr h="219095">
                <a:tc>
                  <a:txBody>
                    <a:bodyPr/>
                    <a:lstStyle/>
                    <a:p>
                      <a:pPr algn="ctr" defTabSz="914400">
                        <a:tabLst>
                          <a:tab pos="914400" algn="l"/>
                        </a:tabLst>
                        <a:defRPr sz="3600"/>
                      </a:pPr>
                      <a:endParaRPr sz="1900"/>
                    </a:p>
                  </a:txBody>
                  <a:tcPr marL="26789" marR="26789" marT="26789" marB="26789" anchor="ctr" horzOverflow="overflow">
                    <a:solidFill>
                      <a:srgbClr val="FFFFFF"/>
                    </a:solidFill>
                  </a:tcPr>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1119027553"/>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ounded Rectangle 8">
            <a:extLst>
              <a:ext uri="{FF2B5EF4-FFF2-40B4-BE49-F238E27FC236}">
                <a16:creationId xmlns:a16="http://schemas.microsoft.com/office/drawing/2014/main" id="{DBE0BB29-95DE-051A-DBB7-047BEC5E3313}"/>
              </a:ext>
            </a:extLst>
          </p:cNvPr>
          <p:cNvSpPr/>
          <p:nvPr/>
        </p:nvSpPr>
        <p:spPr>
          <a:xfrm>
            <a:off x="6803663" y="2556685"/>
            <a:ext cx="5094644" cy="3438915"/>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88055" indent="-388055">
              <a:buSzPct val="100000"/>
              <a:buAutoNum type="arabicPeriod"/>
            </a:pPr>
            <a:r>
              <a:rPr lang="en-US" sz="1800" dirty="0"/>
              <a:t>Backup fails (no impact, client doesn’t know).  BUT, we should add a log at the Primary so that the backup can catch up if it comes back!</a:t>
            </a:r>
          </a:p>
          <a:p>
            <a:pPr marL="388055" indent="-388055">
              <a:buSzPct val="100000"/>
              <a:buAutoNum type="arabicPeriod"/>
            </a:pPr>
            <a:r>
              <a:rPr lang="en-US" sz="1800" dirty="0"/>
              <a:t>Primary fails (client needs a way to redirect to backup and resync log later)</a:t>
            </a:r>
          </a:p>
          <a:p>
            <a:pPr marL="388055" indent="-388055">
              <a:buSzPct val="100000"/>
              <a:buAutoNum type="arabicPeriod"/>
            </a:pPr>
            <a:r>
              <a:rPr lang="en-US" sz="1800" dirty="0"/>
              <a:t>Flip flop who is failed! If node Oh no we can’t catch back up :(</a:t>
            </a:r>
          </a:p>
          <a:p>
            <a:r>
              <a:rPr lang="en-US" sz="1800" dirty="0"/>
              <a:t>(we don’t care if client fails)</a:t>
            </a:r>
          </a:p>
        </p:txBody>
      </p:sp>
      <p:sp>
        <p:nvSpPr>
          <p:cNvPr id="2" name="Title 1">
            <a:extLst>
              <a:ext uri="{FF2B5EF4-FFF2-40B4-BE49-F238E27FC236}">
                <a16:creationId xmlns:a16="http://schemas.microsoft.com/office/drawing/2014/main" id="{FAC2756B-222B-524C-A09B-28A915C182E9}"/>
              </a:ext>
            </a:extLst>
          </p:cNvPr>
          <p:cNvSpPr>
            <a:spLocks noGrp="1"/>
          </p:cNvSpPr>
          <p:nvPr>
            <p:ph type="title"/>
          </p:nvPr>
        </p:nvSpPr>
        <p:spPr/>
        <p:txBody>
          <a:bodyPr/>
          <a:lstStyle/>
          <a:p>
            <a:r>
              <a:rPr lang="en-US"/>
              <a:t>Handling Failures</a:t>
            </a:r>
          </a:p>
        </p:txBody>
      </p:sp>
      <p:sp>
        <p:nvSpPr>
          <p:cNvPr id="3" name="Content Placeholder 2">
            <a:extLst>
              <a:ext uri="{FF2B5EF4-FFF2-40B4-BE49-F238E27FC236}">
                <a16:creationId xmlns:a16="http://schemas.microsoft.com/office/drawing/2014/main" id="{0CD419E1-5782-1042-A5F6-464A7881023A}"/>
              </a:ext>
            </a:extLst>
          </p:cNvPr>
          <p:cNvSpPr>
            <a:spLocks noGrp="1"/>
          </p:cNvSpPr>
          <p:nvPr>
            <p:ph idx="1"/>
          </p:nvPr>
        </p:nvSpPr>
        <p:spPr/>
        <p:txBody>
          <a:bodyPr/>
          <a:lstStyle/>
          <a:p>
            <a:r>
              <a:rPr lang="en-US"/>
              <a:t>F = number of nodes which can crash at one time</a:t>
            </a:r>
          </a:p>
          <a:p>
            <a:r>
              <a:rPr lang="en-US"/>
              <a:t># of nodes needed must depend on f!</a:t>
            </a:r>
          </a:p>
        </p:txBody>
      </p:sp>
      <p:sp>
        <p:nvSpPr>
          <p:cNvPr id="4" name="Footer Placeholder 3">
            <a:extLst>
              <a:ext uri="{FF2B5EF4-FFF2-40B4-BE49-F238E27FC236}">
                <a16:creationId xmlns:a16="http://schemas.microsoft.com/office/drawing/2014/main" id="{0ADDD65A-6A38-8846-ABAF-460600736D36}"/>
              </a:ext>
            </a:extLst>
          </p:cNvPr>
          <p:cNvSpPr>
            <a:spLocks noGrp="1"/>
          </p:cNvSpPr>
          <p:nvPr>
            <p:ph type="ftr" sz="quarter" idx="11"/>
          </p:nvPr>
        </p:nvSpPr>
        <p:spPr/>
        <p:txBody>
          <a:bodyPr/>
          <a:lstStyle/>
          <a:p>
            <a:r>
              <a:rPr lang="en-US"/>
              <a:t>Prof. Tim Wood &amp; Prof. </a:t>
            </a:r>
            <a:r>
              <a:rPr lang="en-US" err="1"/>
              <a:t>Roozbeh</a:t>
            </a:r>
            <a:r>
              <a:rPr lang="en-US"/>
              <a:t> </a:t>
            </a:r>
            <a:r>
              <a:rPr lang="en-US" err="1"/>
              <a:t>Haghnazar</a:t>
            </a:r>
            <a:endParaRPr lang="en-US"/>
          </a:p>
        </p:txBody>
      </p:sp>
      <p:sp>
        <p:nvSpPr>
          <p:cNvPr id="5" name="Primary">
            <a:extLst>
              <a:ext uri="{FF2B5EF4-FFF2-40B4-BE49-F238E27FC236}">
                <a16:creationId xmlns:a16="http://schemas.microsoft.com/office/drawing/2014/main" id="{3F39FA74-E5DE-124D-A09B-02771781795E}"/>
              </a:ext>
            </a:extLst>
          </p:cNvPr>
          <p:cNvSpPr/>
          <p:nvPr/>
        </p:nvSpPr>
        <p:spPr>
          <a:xfrm>
            <a:off x="2671550" y="4080770"/>
            <a:ext cx="1445987" cy="390746"/>
          </a:xfrm>
          <a:prstGeom prst="roundRect">
            <a:avLst>
              <a:gd name="adj" fmla="val 38307"/>
            </a:avLst>
          </a:prstGeom>
          <a:solidFill>
            <a:srgbClr val="B1DD8C"/>
          </a:solidFill>
          <a:ln w="12700">
            <a:solidFill>
              <a:srgbClr val="000000"/>
            </a:solidFill>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lIns="26789" tIns="26789" rIns="26789" bIns="26789" anchor="ctr"/>
          <a:lstStyle>
            <a:lvl1pPr>
              <a:defRPr sz="3200" b="1">
                <a:latin typeface="Helvetica Neue"/>
                <a:ea typeface="Helvetica Neue"/>
                <a:cs typeface="Helvetica Neue"/>
                <a:sym typeface="Helvetica Neue"/>
              </a:defRPr>
            </a:lvl1pPr>
          </a:lstStyle>
          <a:p>
            <a:pPr algn="ctr"/>
            <a:r>
              <a:rPr lang="en-US" sz="1687"/>
              <a:t>1: Primary</a:t>
            </a:r>
            <a:endParaRPr sz="1687"/>
          </a:p>
        </p:txBody>
      </p:sp>
      <p:sp>
        <p:nvSpPr>
          <p:cNvPr id="6" name="Backup">
            <a:extLst>
              <a:ext uri="{FF2B5EF4-FFF2-40B4-BE49-F238E27FC236}">
                <a16:creationId xmlns:a16="http://schemas.microsoft.com/office/drawing/2014/main" id="{E1B5A02F-6E62-7940-92B9-181E60D07DFE}"/>
              </a:ext>
            </a:extLst>
          </p:cNvPr>
          <p:cNvSpPr/>
          <p:nvPr/>
        </p:nvSpPr>
        <p:spPr>
          <a:xfrm>
            <a:off x="2671550" y="4666415"/>
            <a:ext cx="1445987" cy="390746"/>
          </a:xfrm>
          <a:prstGeom prst="roundRect">
            <a:avLst>
              <a:gd name="adj" fmla="val 38307"/>
            </a:avLst>
          </a:prstGeom>
          <a:solidFill>
            <a:srgbClr val="006893"/>
          </a:solidFill>
          <a:ln w="12700">
            <a:solidFill>
              <a:srgbClr val="000000"/>
            </a:solidFill>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lIns="26789" tIns="26789" rIns="26789" bIns="26789" anchor="ctr"/>
          <a:lstStyle>
            <a:lvl1pPr>
              <a:defRPr sz="3200" b="1">
                <a:solidFill>
                  <a:srgbClr val="FFFFFF"/>
                </a:solidFill>
                <a:latin typeface="Helvetica Neue"/>
                <a:ea typeface="Helvetica Neue"/>
                <a:cs typeface="Helvetica Neue"/>
                <a:sym typeface="Helvetica Neue"/>
              </a:defRPr>
            </a:lvl1pPr>
          </a:lstStyle>
          <a:p>
            <a:pPr algn="ctr"/>
            <a:r>
              <a:rPr lang="en-US" sz="1687"/>
              <a:t>2: Backup</a:t>
            </a:r>
            <a:endParaRPr sz="1687"/>
          </a:p>
        </p:txBody>
      </p:sp>
      <p:sp>
        <p:nvSpPr>
          <p:cNvPr id="7" name="Client">
            <a:extLst>
              <a:ext uri="{FF2B5EF4-FFF2-40B4-BE49-F238E27FC236}">
                <a16:creationId xmlns:a16="http://schemas.microsoft.com/office/drawing/2014/main" id="{5F672F89-27CB-5045-9C7E-3EA72E0C51C8}"/>
              </a:ext>
            </a:extLst>
          </p:cNvPr>
          <p:cNvSpPr/>
          <p:nvPr/>
        </p:nvSpPr>
        <p:spPr>
          <a:xfrm>
            <a:off x="1045205" y="4258851"/>
            <a:ext cx="960801" cy="522830"/>
          </a:xfrm>
          <a:prstGeom prst="roundRect">
            <a:avLst>
              <a:gd name="adj" fmla="val 19214"/>
            </a:avLst>
          </a:prstGeom>
          <a:solidFill>
            <a:srgbClr val="725796"/>
          </a:solidFill>
          <a:ln w="12700">
            <a:solidFill>
              <a:schemeClr val="accent6">
                <a:lumOff val="-21524"/>
              </a:schemeClr>
            </a:solidFill>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lIns="26789" tIns="26789" rIns="26789" bIns="26789" anchor="ctr"/>
          <a:lstStyle>
            <a:lvl1pPr>
              <a:defRPr sz="3200" b="1">
                <a:solidFill>
                  <a:srgbClr val="FFFFFF"/>
                </a:solidFill>
                <a:latin typeface="Helvetica Neue"/>
                <a:ea typeface="Helvetica Neue"/>
                <a:cs typeface="Helvetica Neue"/>
                <a:sym typeface="Helvetica Neue"/>
              </a:defRPr>
            </a:lvl1pPr>
          </a:lstStyle>
          <a:p>
            <a:pPr algn="ctr"/>
            <a:r>
              <a:rPr sz="1687"/>
              <a:t>Client</a:t>
            </a:r>
          </a:p>
        </p:txBody>
      </p:sp>
      <p:sp>
        <p:nvSpPr>
          <p:cNvPr id="8" name="f=1, f+1 replicas">
            <a:extLst>
              <a:ext uri="{FF2B5EF4-FFF2-40B4-BE49-F238E27FC236}">
                <a16:creationId xmlns:a16="http://schemas.microsoft.com/office/drawing/2014/main" id="{34EFEE83-57AD-0D4B-9194-66E4D3D6096F}"/>
              </a:ext>
            </a:extLst>
          </p:cNvPr>
          <p:cNvSpPr txBox="1"/>
          <p:nvPr/>
        </p:nvSpPr>
        <p:spPr>
          <a:xfrm>
            <a:off x="2731101" y="3167783"/>
            <a:ext cx="1326887" cy="669654"/>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square" lIns="26789" tIns="26789" rIns="26789" bIns="26789" anchor="ctr">
            <a:spAutoFit/>
          </a:bodyPr>
          <a:lstStyle/>
          <a:p>
            <a:pPr algn="ctr"/>
            <a:r>
              <a:rPr sz="2000" b="1">
                <a:solidFill>
                  <a:srgbClr val="FF0000"/>
                </a:solidFill>
              </a:rPr>
              <a:t>f=1, f+1</a:t>
            </a:r>
            <a:r>
              <a:rPr lang="en-US" sz="2000" b="1">
                <a:solidFill>
                  <a:srgbClr val="FF0000"/>
                </a:solidFill>
              </a:rPr>
              <a:t>=2</a:t>
            </a:r>
            <a:r>
              <a:rPr sz="2000"/>
              <a:t> replicas</a:t>
            </a:r>
          </a:p>
        </p:txBody>
      </p:sp>
      <p:graphicFrame>
        <p:nvGraphicFramePr>
          <p:cNvPr id="10" name="Table">
            <a:extLst>
              <a:ext uri="{FF2B5EF4-FFF2-40B4-BE49-F238E27FC236}">
                <a16:creationId xmlns:a16="http://schemas.microsoft.com/office/drawing/2014/main" id="{0C9985C9-B045-D14C-AB31-470DFB691B8E}"/>
              </a:ext>
            </a:extLst>
          </p:cNvPr>
          <p:cNvGraphicFramePr/>
          <p:nvPr>
            <p:extLst>
              <p:ext uri="{D42A27DB-BD31-4B8C-83A1-F6EECF244321}">
                <p14:modId xmlns:p14="http://schemas.microsoft.com/office/powerpoint/2010/main" val="352475867"/>
              </p:ext>
            </p:extLst>
          </p:nvPr>
        </p:nvGraphicFramePr>
        <p:xfrm>
          <a:off x="3991756" y="4749775"/>
          <a:ext cx="694128" cy="719995"/>
        </p:xfrm>
        <a:graphic>
          <a:graphicData uri="http://schemas.openxmlformats.org/drawingml/2006/table">
            <a:tbl>
              <a:tblPr/>
              <a:tblGrid>
                <a:gridCol w="694128">
                  <a:extLst>
                    <a:ext uri="{9D8B030D-6E8A-4147-A177-3AD203B41FA5}">
                      <a16:colId xmlns:a16="http://schemas.microsoft.com/office/drawing/2014/main" val="20000"/>
                    </a:ext>
                  </a:extLst>
                </a:gridCol>
              </a:tblGrid>
              <a:tr h="162418">
                <a:tc>
                  <a:txBody>
                    <a:bodyPr/>
                    <a:lstStyle/>
                    <a:p>
                      <a:pPr algn="ctr" defTabSz="914400">
                        <a:tabLst>
                          <a:tab pos="914400" algn="l"/>
                        </a:tabLst>
                      </a:pPr>
                      <a:r>
                        <a:rPr sz="800" b="1">
                          <a:latin typeface="Arial"/>
                          <a:ea typeface="Arial"/>
                          <a:cs typeface="Arial"/>
                          <a:sym typeface="Arial"/>
                        </a:rPr>
                        <a:t>Log</a:t>
                      </a:r>
                    </a:p>
                  </a:txBody>
                  <a:tcPr marL="26789" marR="26789" marT="26789" marB="26789" anchor="ctr" horzOverflow="overflow">
                    <a:solidFill>
                      <a:srgbClr val="FFFFFF"/>
                    </a:solidFill>
                  </a:tcPr>
                </a:tc>
                <a:extLst>
                  <a:ext uri="{0D108BD9-81ED-4DB2-BD59-A6C34878D82A}">
                    <a16:rowId xmlns:a16="http://schemas.microsoft.com/office/drawing/2014/main" val="10000"/>
                  </a:ext>
                </a:extLst>
              </a:tr>
              <a:tr h="181499">
                <a:tc>
                  <a:txBody>
                    <a:bodyPr/>
                    <a:lstStyle/>
                    <a:p>
                      <a:pPr algn="ctr" defTabSz="914400">
                        <a:tabLst>
                          <a:tab pos="914400" algn="l"/>
                        </a:tabLst>
                        <a:defRPr sz="3600"/>
                      </a:pPr>
                      <a:endParaRPr sz="800"/>
                    </a:p>
                  </a:txBody>
                  <a:tcPr marL="26789" marR="26789" marT="26789" marB="26789" anchor="ctr" horzOverflow="overflow">
                    <a:solidFill>
                      <a:srgbClr val="FFFFFF"/>
                    </a:solidFill>
                  </a:tcPr>
                </a:tc>
                <a:extLst>
                  <a:ext uri="{0D108BD9-81ED-4DB2-BD59-A6C34878D82A}">
                    <a16:rowId xmlns:a16="http://schemas.microsoft.com/office/drawing/2014/main" val="10001"/>
                  </a:ext>
                </a:extLst>
              </a:tr>
              <a:tr h="181499">
                <a:tc>
                  <a:txBody>
                    <a:bodyPr/>
                    <a:lstStyle/>
                    <a:p>
                      <a:pPr algn="ctr" defTabSz="914400">
                        <a:tabLst>
                          <a:tab pos="914400" algn="l"/>
                        </a:tabLst>
                        <a:defRPr sz="3600"/>
                      </a:pPr>
                      <a:endParaRPr sz="800"/>
                    </a:p>
                  </a:txBody>
                  <a:tcPr marL="26789" marR="26789" marT="26789" marB="26789" anchor="ctr" horzOverflow="overflow">
                    <a:solidFill>
                      <a:srgbClr val="FFFFFF"/>
                    </a:solidFill>
                  </a:tcPr>
                </a:tc>
                <a:extLst>
                  <a:ext uri="{0D108BD9-81ED-4DB2-BD59-A6C34878D82A}">
                    <a16:rowId xmlns:a16="http://schemas.microsoft.com/office/drawing/2014/main" val="4108179926"/>
                  </a:ext>
                </a:extLst>
              </a:tr>
              <a:tr h="181499">
                <a:tc>
                  <a:txBody>
                    <a:bodyPr/>
                    <a:lstStyle/>
                    <a:p>
                      <a:pPr algn="ctr" defTabSz="914400">
                        <a:tabLst>
                          <a:tab pos="914400" algn="l"/>
                        </a:tabLst>
                        <a:defRPr sz="3600"/>
                      </a:pPr>
                      <a:endParaRPr sz="800"/>
                    </a:p>
                  </a:txBody>
                  <a:tcPr marL="26789" marR="26789" marT="26789" marB="26789" anchor="ctr" horzOverflow="overflow">
                    <a:solidFill>
                      <a:srgbClr val="FFFFFF"/>
                    </a:solidFill>
                  </a:tcPr>
                </a:tc>
                <a:extLst>
                  <a:ext uri="{0D108BD9-81ED-4DB2-BD59-A6C34878D82A}">
                    <a16:rowId xmlns:a16="http://schemas.microsoft.com/office/drawing/2014/main" val="10002"/>
                  </a:ext>
                </a:extLst>
              </a:tr>
            </a:tbl>
          </a:graphicData>
        </a:graphic>
      </p:graphicFrame>
      <p:sp>
        <p:nvSpPr>
          <p:cNvPr id="9" name="Rounded Rectangle 8">
            <a:extLst>
              <a:ext uri="{FF2B5EF4-FFF2-40B4-BE49-F238E27FC236}">
                <a16:creationId xmlns:a16="http://schemas.microsoft.com/office/drawing/2014/main" id="{C1C56526-4376-2F4B-85CE-8FB0A7EDF0B7}"/>
              </a:ext>
            </a:extLst>
          </p:cNvPr>
          <p:cNvSpPr/>
          <p:nvPr/>
        </p:nvSpPr>
        <p:spPr>
          <a:xfrm>
            <a:off x="6844358" y="2547056"/>
            <a:ext cx="5050651" cy="342359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a:t>What failure scenarios can happen?</a:t>
            </a:r>
          </a:p>
        </p:txBody>
      </p:sp>
      <p:graphicFrame>
        <p:nvGraphicFramePr>
          <p:cNvPr id="11" name="Table">
            <a:extLst>
              <a:ext uri="{FF2B5EF4-FFF2-40B4-BE49-F238E27FC236}">
                <a16:creationId xmlns:a16="http://schemas.microsoft.com/office/drawing/2014/main" id="{36CAEDB5-A79F-EF4B-BF56-C2155A6425FC}"/>
              </a:ext>
            </a:extLst>
          </p:cNvPr>
          <p:cNvGraphicFramePr/>
          <p:nvPr>
            <p:extLst>
              <p:ext uri="{D42A27DB-BD31-4B8C-83A1-F6EECF244321}">
                <p14:modId xmlns:p14="http://schemas.microsoft.com/office/powerpoint/2010/main" val="3670683908"/>
              </p:ext>
            </p:extLst>
          </p:nvPr>
        </p:nvGraphicFramePr>
        <p:xfrm>
          <a:off x="4002883" y="3868369"/>
          <a:ext cx="694128" cy="719995"/>
        </p:xfrm>
        <a:graphic>
          <a:graphicData uri="http://schemas.openxmlformats.org/drawingml/2006/table">
            <a:tbl>
              <a:tblPr/>
              <a:tblGrid>
                <a:gridCol w="694128">
                  <a:extLst>
                    <a:ext uri="{9D8B030D-6E8A-4147-A177-3AD203B41FA5}">
                      <a16:colId xmlns:a16="http://schemas.microsoft.com/office/drawing/2014/main" val="20000"/>
                    </a:ext>
                  </a:extLst>
                </a:gridCol>
              </a:tblGrid>
              <a:tr h="162418">
                <a:tc>
                  <a:txBody>
                    <a:bodyPr/>
                    <a:lstStyle/>
                    <a:p>
                      <a:pPr algn="ctr" defTabSz="914400">
                        <a:tabLst>
                          <a:tab pos="914400" algn="l"/>
                        </a:tabLst>
                      </a:pPr>
                      <a:r>
                        <a:rPr sz="800" b="1">
                          <a:latin typeface="Arial"/>
                          <a:ea typeface="Arial"/>
                          <a:cs typeface="Arial"/>
                          <a:sym typeface="Arial"/>
                        </a:rPr>
                        <a:t>Log</a:t>
                      </a:r>
                    </a:p>
                  </a:txBody>
                  <a:tcPr marL="26789" marR="26789" marT="26789" marB="26789" anchor="ctr" horzOverflow="overflow">
                    <a:solidFill>
                      <a:srgbClr val="FFFFFF"/>
                    </a:solidFill>
                  </a:tcPr>
                </a:tc>
                <a:extLst>
                  <a:ext uri="{0D108BD9-81ED-4DB2-BD59-A6C34878D82A}">
                    <a16:rowId xmlns:a16="http://schemas.microsoft.com/office/drawing/2014/main" val="10000"/>
                  </a:ext>
                </a:extLst>
              </a:tr>
              <a:tr h="181499">
                <a:tc>
                  <a:txBody>
                    <a:bodyPr/>
                    <a:lstStyle/>
                    <a:p>
                      <a:pPr algn="ctr" defTabSz="914400">
                        <a:tabLst>
                          <a:tab pos="914400" algn="l"/>
                        </a:tabLst>
                        <a:defRPr sz="3600"/>
                      </a:pPr>
                      <a:endParaRPr sz="800"/>
                    </a:p>
                  </a:txBody>
                  <a:tcPr marL="26789" marR="26789" marT="26789" marB="26789" anchor="ctr" horzOverflow="overflow">
                    <a:solidFill>
                      <a:srgbClr val="FFFFFF"/>
                    </a:solidFill>
                  </a:tcPr>
                </a:tc>
                <a:extLst>
                  <a:ext uri="{0D108BD9-81ED-4DB2-BD59-A6C34878D82A}">
                    <a16:rowId xmlns:a16="http://schemas.microsoft.com/office/drawing/2014/main" val="10001"/>
                  </a:ext>
                </a:extLst>
              </a:tr>
              <a:tr h="181499">
                <a:tc>
                  <a:txBody>
                    <a:bodyPr/>
                    <a:lstStyle/>
                    <a:p>
                      <a:pPr algn="ctr" defTabSz="914400">
                        <a:tabLst>
                          <a:tab pos="914400" algn="l"/>
                        </a:tabLst>
                        <a:defRPr sz="3600"/>
                      </a:pPr>
                      <a:endParaRPr sz="800"/>
                    </a:p>
                  </a:txBody>
                  <a:tcPr marL="26789" marR="26789" marT="26789" marB="26789" anchor="ctr" horzOverflow="overflow">
                    <a:solidFill>
                      <a:srgbClr val="FFFFFF"/>
                    </a:solidFill>
                  </a:tcPr>
                </a:tc>
                <a:extLst>
                  <a:ext uri="{0D108BD9-81ED-4DB2-BD59-A6C34878D82A}">
                    <a16:rowId xmlns:a16="http://schemas.microsoft.com/office/drawing/2014/main" val="4108179926"/>
                  </a:ext>
                </a:extLst>
              </a:tr>
              <a:tr h="181499">
                <a:tc>
                  <a:txBody>
                    <a:bodyPr/>
                    <a:lstStyle/>
                    <a:p>
                      <a:pPr algn="ctr" defTabSz="914400">
                        <a:tabLst>
                          <a:tab pos="914400" algn="l"/>
                        </a:tabLst>
                        <a:defRPr sz="3600"/>
                      </a:pPr>
                      <a:endParaRPr sz="800"/>
                    </a:p>
                  </a:txBody>
                  <a:tcPr marL="26789" marR="26789" marT="26789" marB="26789" anchor="ctr" horzOverflow="overflow">
                    <a:solidFill>
                      <a:srgbClr val="FFFFFF"/>
                    </a:solidFill>
                  </a:tcPr>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42105134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C2756B-222B-524C-A09B-28A915C182E9}"/>
              </a:ext>
            </a:extLst>
          </p:cNvPr>
          <p:cNvSpPr>
            <a:spLocks noGrp="1"/>
          </p:cNvSpPr>
          <p:nvPr>
            <p:ph type="title"/>
          </p:nvPr>
        </p:nvSpPr>
        <p:spPr/>
        <p:txBody>
          <a:bodyPr/>
          <a:lstStyle/>
          <a:p>
            <a:r>
              <a:rPr lang="en-US"/>
              <a:t>Handling Failures</a:t>
            </a:r>
          </a:p>
        </p:txBody>
      </p:sp>
      <p:sp>
        <p:nvSpPr>
          <p:cNvPr id="3" name="Content Placeholder 2">
            <a:extLst>
              <a:ext uri="{FF2B5EF4-FFF2-40B4-BE49-F238E27FC236}">
                <a16:creationId xmlns:a16="http://schemas.microsoft.com/office/drawing/2014/main" id="{0CD419E1-5782-1042-A5F6-464A7881023A}"/>
              </a:ext>
            </a:extLst>
          </p:cNvPr>
          <p:cNvSpPr>
            <a:spLocks noGrp="1"/>
          </p:cNvSpPr>
          <p:nvPr>
            <p:ph idx="1"/>
          </p:nvPr>
        </p:nvSpPr>
        <p:spPr/>
        <p:txBody>
          <a:bodyPr/>
          <a:lstStyle/>
          <a:p>
            <a:r>
              <a:rPr lang="en-US"/>
              <a:t>F = number of nodes which can crash at one time</a:t>
            </a:r>
          </a:p>
          <a:p>
            <a:r>
              <a:rPr lang="en-US"/>
              <a:t># of nodes needed must depend on f!</a:t>
            </a:r>
          </a:p>
        </p:txBody>
      </p:sp>
      <p:sp>
        <p:nvSpPr>
          <p:cNvPr id="4" name="Footer Placeholder 3">
            <a:extLst>
              <a:ext uri="{FF2B5EF4-FFF2-40B4-BE49-F238E27FC236}">
                <a16:creationId xmlns:a16="http://schemas.microsoft.com/office/drawing/2014/main" id="{0ADDD65A-6A38-8846-ABAF-460600736D36}"/>
              </a:ext>
            </a:extLst>
          </p:cNvPr>
          <p:cNvSpPr>
            <a:spLocks noGrp="1"/>
          </p:cNvSpPr>
          <p:nvPr>
            <p:ph type="ftr" sz="quarter" idx="11"/>
          </p:nvPr>
        </p:nvSpPr>
        <p:spPr/>
        <p:txBody>
          <a:bodyPr/>
          <a:lstStyle/>
          <a:p>
            <a:r>
              <a:rPr lang="en-US"/>
              <a:t>Prof. Tim Wood &amp; Prof. </a:t>
            </a:r>
            <a:r>
              <a:rPr lang="en-US" err="1"/>
              <a:t>Roozbeh</a:t>
            </a:r>
            <a:r>
              <a:rPr lang="en-US"/>
              <a:t> </a:t>
            </a:r>
            <a:r>
              <a:rPr lang="en-US" err="1"/>
              <a:t>Haghnazar</a:t>
            </a:r>
            <a:endParaRPr lang="en-US"/>
          </a:p>
        </p:txBody>
      </p:sp>
      <p:sp>
        <p:nvSpPr>
          <p:cNvPr id="5" name="Primary">
            <a:extLst>
              <a:ext uri="{FF2B5EF4-FFF2-40B4-BE49-F238E27FC236}">
                <a16:creationId xmlns:a16="http://schemas.microsoft.com/office/drawing/2014/main" id="{3F39FA74-E5DE-124D-A09B-02771781795E}"/>
              </a:ext>
            </a:extLst>
          </p:cNvPr>
          <p:cNvSpPr/>
          <p:nvPr/>
        </p:nvSpPr>
        <p:spPr>
          <a:xfrm>
            <a:off x="2671550" y="4080770"/>
            <a:ext cx="1445987" cy="390746"/>
          </a:xfrm>
          <a:prstGeom prst="roundRect">
            <a:avLst>
              <a:gd name="adj" fmla="val 38307"/>
            </a:avLst>
          </a:prstGeom>
          <a:solidFill>
            <a:srgbClr val="B1DD8C"/>
          </a:solidFill>
          <a:ln w="12700">
            <a:solidFill>
              <a:srgbClr val="000000"/>
            </a:solidFill>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26789" tIns="26789" rIns="26789" bIns="26789" anchor="ctr"/>
          <a:lstStyle>
            <a:lvl1pPr>
              <a:defRPr sz="3200" b="1">
                <a:latin typeface="Helvetica Neue"/>
                <a:ea typeface="Helvetica Neue"/>
                <a:cs typeface="Helvetica Neue"/>
                <a:sym typeface="Helvetica Neue"/>
              </a:defRPr>
            </a:lvl1pPr>
          </a:lstStyle>
          <a:p>
            <a:pPr algn="ctr"/>
            <a:r>
              <a:rPr lang="en-US" sz="1687"/>
              <a:t>1: Primary</a:t>
            </a:r>
            <a:endParaRPr sz="1687"/>
          </a:p>
        </p:txBody>
      </p:sp>
      <p:sp>
        <p:nvSpPr>
          <p:cNvPr id="6" name="Backup">
            <a:extLst>
              <a:ext uri="{FF2B5EF4-FFF2-40B4-BE49-F238E27FC236}">
                <a16:creationId xmlns:a16="http://schemas.microsoft.com/office/drawing/2014/main" id="{E1B5A02F-6E62-7940-92B9-181E60D07DFE}"/>
              </a:ext>
            </a:extLst>
          </p:cNvPr>
          <p:cNvSpPr/>
          <p:nvPr/>
        </p:nvSpPr>
        <p:spPr>
          <a:xfrm>
            <a:off x="2671550" y="4666415"/>
            <a:ext cx="1445987" cy="390746"/>
          </a:xfrm>
          <a:prstGeom prst="roundRect">
            <a:avLst>
              <a:gd name="adj" fmla="val 38307"/>
            </a:avLst>
          </a:prstGeom>
          <a:solidFill>
            <a:srgbClr val="006893"/>
          </a:solidFill>
          <a:ln w="12700">
            <a:solidFill>
              <a:srgbClr val="000000"/>
            </a:solidFill>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26789" tIns="26789" rIns="26789" bIns="26789" anchor="ctr"/>
          <a:lstStyle>
            <a:lvl1pPr>
              <a:defRPr sz="3200" b="1">
                <a:solidFill>
                  <a:srgbClr val="FFFFFF"/>
                </a:solidFill>
                <a:latin typeface="Helvetica Neue"/>
                <a:ea typeface="Helvetica Neue"/>
                <a:cs typeface="Helvetica Neue"/>
                <a:sym typeface="Helvetica Neue"/>
              </a:defRPr>
            </a:lvl1pPr>
          </a:lstStyle>
          <a:p>
            <a:pPr algn="ctr"/>
            <a:r>
              <a:rPr lang="en-US" sz="1687"/>
              <a:t>2: Backup</a:t>
            </a:r>
            <a:endParaRPr sz="1687"/>
          </a:p>
        </p:txBody>
      </p:sp>
      <p:sp>
        <p:nvSpPr>
          <p:cNvPr id="7" name="Client">
            <a:extLst>
              <a:ext uri="{FF2B5EF4-FFF2-40B4-BE49-F238E27FC236}">
                <a16:creationId xmlns:a16="http://schemas.microsoft.com/office/drawing/2014/main" id="{5F672F89-27CB-5045-9C7E-3EA72E0C51C8}"/>
              </a:ext>
            </a:extLst>
          </p:cNvPr>
          <p:cNvSpPr/>
          <p:nvPr/>
        </p:nvSpPr>
        <p:spPr>
          <a:xfrm>
            <a:off x="1045205" y="4258851"/>
            <a:ext cx="960801" cy="522830"/>
          </a:xfrm>
          <a:prstGeom prst="roundRect">
            <a:avLst>
              <a:gd name="adj" fmla="val 19214"/>
            </a:avLst>
          </a:prstGeom>
          <a:solidFill>
            <a:srgbClr val="725796"/>
          </a:solidFill>
          <a:ln w="12700">
            <a:solidFill>
              <a:schemeClr val="accent6">
                <a:lumOff val="-21524"/>
              </a:schemeClr>
            </a:solidFill>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26789" tIns="26789" rIns="26789" bIns="26789" anchor="ctr"/>
          <a:lstStyle>
            <a:lvl1pPr>
              <a:defRPr sz="3200" b="1">
                <a:solidFill>
                  <a:srgbClr val="FFFFFF"/>
                </a:solidFill>
                <a:latin typeface="Helvetica Neue"/>
                <a:ea typeface="Helvetica Neue"/>
                <a:cs typeface="Helvetica Neue"/>
                <a:sym typeface="Helvetica Neue"/>
              </a:defRPr>
            </a:lvl1pPr>
          </a:lstStyle>
          <a:p>
            <a:pPr algn="ctr"/>
            <a:r>
              <a:rPr sz="1687"/>
              <a:t>Client</a:t>
            </a:r>
          </a:p>
        </p:txBody>
      </p:sp>
      <p:sp>
        <p:nvSpPr>
          <p:cNvPr id="8" name="f=1, f+1 replicas">
            <a:extLst>
              <a:ext uri="{FF2B5EF4-FFF2-40B4-BE49-F238E27FC236}">
                <a16:creationId xmlns:a16="http://schemas.microsoft.com/office/drawing/2014/main" id="{34EFEE83-57AD-0D4B-9194-66E4D3D6096F}"/>
              </a:ext>
            </a:extLst>
          </p:cNvPr>
          <p:cNvSpPr txBox="1"/>
          <p:nvPr/>
        </p:nvSpPr>
        <p:spPr>
          <a:xfrm>
            <a:off x="2731101" y="3167783"/>
            <a:ext cx="1326887" cy="669654"/>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26789" tIns="26789" rIns="26789" bIns="26789" anchor="ctr">
            <a:spAutoFit/>
          </a:bodyPr>
          <a:lstStyle/>
          <a:p>
            <a:pPr algn="ctr"/>
            <a:r>
              <a:rPr sz="2000"/>
              <a:t>f=1, f+1 replicas</a:t>
            </a:r>
          </a:p>
        </p:txBody>
      </p:sp>
      <p:graphicFrame>
        <p:nvGraphicFramePr>
          <p:cNvPr id="10" name="Table">
            <a:extLst>
              <a:ext uri="{FF2B5EF4-FFF2-40B4-BE49-F238E27FC236}">
                <a16:creationId xmlns:a16="http://schemas.microsoft.com/office/drawing/2014/main" id="{0C9985C9-B045-D14C-AB31-470DFB691B8E}"/>
              </a:ext>
            </a:extLst>
          </p:cNvPr>
          <p:cNvGraphicFramePr/>
          <p:nvPr/>
        </p:nvGraphicFramePr>
        <p:xfrm>
          <a:off x="3991756" y="4749775"/>
          <a:ext cx="694128" cy="719995"/>
        </p:xfrm>
        <a:graphic>
          <a:graphicData uri="http://schemas.openxmlformats.org/drawingml/2006/table">
            <a:tbl>
              <a:tblPr/>
              <a:tblGrid>
                <a:gridCol w="694128">
                  <a:extLst>
                    <a:ext uri="{9D8B030D-6E8A-4147-A177-3AD203B41FA5}">
                      <a16:colId xmlns:a16="http://schemas.microsoft.com/office/drawing/2014/main" val="20000"/>
                    </a:ext>
                  </a:extLst>
                </a:gridCol>
              </a:tblGrid>
              <a:tr h="162418">
                <a:tc>
                  <a:txBody>
                    <a:bodyPr/>
                    <a:lstStyle/>
                    <a:p>
                      <a:pPr algn="ctr" defTabSz="914400">
                        <a:tabLst>
                          <a:tab pos="914400" algn="l"/>
                        </a:tabLst>
                      </a:pPr>
                      <a:r>
                        <a:rPr sz="800" b="1">
                          <a:latin typeface="Arial"/>
                          <a:ea typeface="Arial"/>
                          <a:cs typeface="Arial"/>
                          <a:sym typeface="Arial"/>
                        </a:rPr>
                        <a:t>Log</a:t>
                      </a:r>
                    </a:p>
                  </a:txBody>
                  <a:tcPr marL="26789" marR="26789" marT="26789" marB="26789" anchor="ctr" horzOverflow="overflow">
                    <a:solidFill>
                      <a:srgbClr val="FFFFFF"/>
                    </a:solidFill>
                  </a:tcPr>
                </a:tc>
                <a:extLst>
                  <a:ext uri="{0D108BD9-81ED-4DB2-BD59-A6C34878D82A}">
                    <a16:rowId xmlns:a16="http://schemas.microsoft.com/office/drawing/2014/main" val="10000"/>
                  </a:ext>
                </a:extLst>
              </a:tr>
              <a:tr h="181499">
                <a:tc>
                  <a:txBody>
                    <a:bodyPr/>
                    <a:lstStyle/>
                    <a:p>
                      <a:pPr algn="ctr" defTabSz="914400">
                        <a:tabLst>
                          <a:tab pos="914400" algn="l"/>
                        </a:tabLst>
                        <a:defRPr sz="3600"/>
                      </a:pPr>
                      <a:endParaRPr sz="800"/>
                    </a:p>
                  </a:txBody>
                  <a:tcPr marL="26789" marR="26789" marT="26789" marB="26789" anchor="ctr" horzOverflow="overflow">
                    <a:solidFill>
                      <a:srgbClr val="FFFFFF"/>
                    </a:solidFill>
                  </a:tcPr>
                </a:tc>
                <a:extLst>
                  <a:ext uri="{0D108BD9-81ED-4DB2-BD59-A6C34878D82A}">
                    <a16:rowId xmlns:a16="http://schemas.microsoft.com/office/drawing/2014/main" val="10001"/>
                  </a:ext>
                </a:extLst>
              </a:tr>
              <a:tr h="181499">
                <a:tc>
                  <a:txBody>
                    <a:bodyPr/>
                    <a:lstStyle/>
                    <a:p>
                      <a:pPr algn="ctr" defTabSz="914400">
                        <a:tabLst>
                          <a:tab pos="914400" algn="l"/>
                        </a:tabLst>
                        <a:defRPr sz="3600"/>
                      </a:pPr>
                      <a:endParaRPr sz="800"/>
                    </a:p>
                  </a:txBody>
                  <a:tcPr marL="26789" marR="26789" marT="26789" marB="26789" anchor="ctr" horzOverflow="overflow">
                    <a:solidFill>
                      <a:srgbClr val="FFFFFF"/>
                    </a:solidFill>
                  </a:tcPr>
                </a:tc>
                <a:extLst>
                  <a:ext uri="{0D108BD9-81ED-4DB2-BD59-A6C34878D82A}">
                    <a16:rowId xmlns:a16="http://schemas.microsoft.com/office/drawing/2014/main" val="4108179926"/>
                  </a:ext>
                </a:extLst>
              </a:tr>
              <a:tr h="181499">
                <a:tc>
                  <a:txBody>
                    <a:bodyPr/>
                    <a:lstStyle/>
                    <a:p>
                      <a:pPr algn="ctr" defTabSz="914400">
                        <a:tabLst>
                          <a:tab pos="914400" algn="l"/>
                        </a:tabLst>
                        <a:defRPr sz="3600"/>
                      </a:pPr>
                      <a:endParaRPr sz="800"/>
                    </a:p>
                  </a:txBody>
                  <a:tcPr marL="26789" marR="26789" marT="26789" marB="26789" anchor="ctr" horzOverflow="overflow">
                    <a:solidFill>
                      <a:srgbClr val="FFFFFF"/>
                    </a:solidFill>
                  </a:tcPr>
                </a:tc>
                <a:extLst>
                  <a:ext uri="{0D108BD9-81ED-4DB2-BD59-A6C34878D82A}">
                    <a16:rowId xmlns:a16="http://schemas.microsoft.com/office/drawing/2014/main" val="10002"/>
                  </a:ext>
                </a:extLst>
              </a:tr>
            </a:tbl>
          </a:graphicData>
        </a:graphic>
      </p:graphicFrame>
      <p:graphicFrame>
        <p:nvGraphicFramePr>
          <p:cNvPr id="11" name="Table">
            <a:extLst>
              <a:ext uri="{FF2B5EF4-FFF2-40B4-BE49-F238E27FC236}">
                <a16:creationId xmlns:a16="http://schemas.microsoft.com/office/drawing/2014/main" id="{36CAEDB5-A79F-EF4B-BF56-C2155A6425FC}"/>
              </a:ext>
            </a:extLst>
          </p:cNvPr>
          <p:cNvGraphicFramePr/>
          <p:nvPr/>
        </p:nvGraphicFramePr>
        <p:xfrm>
          <a:off x="4002883" y="3868369"/>
          <a:ext cx="694128" cy="719995"/>
        </p:xfrm>
        <a:graphic>
          <a:graphicData uri="http://schemas.openxmlformats.org/drawingml/2006/table">
            <a:tbl>
              <a:tblPr/>
              <a:tblGrid>
                <a:gridCol w="694128">
                  <a:extLst>
                    <a:ext uri="{9D8B030D-6E8A-4147-A177-3AD203B41FA5}">
                      <a16:colId xmlns:a16="http://schemas.microsoft.com/office/drawing/2014/main" val="20000"/>
                    </a:ext>
                  </a:extLst>
                </a:gridCol>
              </a:tblGrid>
              <a:tr h="162418">
                <a:tc>
                  <a:txBody>
                    <a:bodyPr/>
                    <a:lstStyle/>
                    <a:p>
                      <a:pPr algn="ctr" defTabSz="914400">
                        <a:tabLst>
                          <a:tab pos="914400" algn="l"/>
                        </a:tabLst>
                      </a:pPr>
                      <a:r>
                        <a:rPr sz="800" b="1">
                          <a:latin typeface="Arial"/>
                          <a:ea typeface="Arial"/>
                          <a:cs typeface="Arial"/>
                          <a:sym typeface="Arial"/>
                        </a:rPr>
                        <a:t>Log</a:t>
                      </a:r>
                    </a:p>
                  </a:txBody>
                  <a:tcPr marL="26789" marR="26789" marT="26789" marB="26789" anchor="ctr" horzOverflow="overflow">
                    <a:solidFill>
                      <a:srgbClr val="FFFFFF"/>
                    </a:solidFill>
                  </a:tcPr>
                </a:tc>
                <a:extLst>
                  <a:ext uri="{0D108BD9-81ED-4DB2-BD59-A6C34878D82A}">
                    <a16:rowId xmlns:a16="http://schemas.microsoft.com/office/drawing/2014/main" val="10000"/>
                  </a:ext>
                </a:extLst>
              </a:tr>
              <a:tr h="181499">
                <a:tc>
                  <a:txBody>
                    <a:bodyPr/>
                    <a:lstStyle/>
                    <a:p>
                      <a:pPr algn="ctr" defTabSz="914400">
                        <a:tabLst>
                          <a:tab pos="914400" algn="l"/>
                        </a:tabLst>
                        <a:defRPr sz="3600"/>
                      </a:pPr>
                      <a:endParaRPr sz="800"/>
                    </a:p>
                  </a:txBody>
                  <a:tcPr marL="26789" marR="26789" marT="26789" marB="26789" anchor="ctr" horzOverflow="overflow">
                    <a:solidFill>
                      <a:srgbClr val="FFFFFF"/>
                    </a:solidFill>
                  </a:tcPr>
                </a:tc>
                <a:extLst>
                  <a:ext uri="{0D108BD9-81ED-4DB2-BD59-A6C34878D82A}">
                    <a16:rowId xmlns:a16="http://schemas.microsoft.com/office/drawing/2014/main" val="10001"/>
                  </a:ext>
                </a:extLst>
              </a:tr>
              <a:tr h="181499">
                <a:tc>
                  <a:txBody>
                    <a:bodyPr/>
                    <a:lstStyle/>
                    <a:p>
                      <a:pPr algn="ctr" defTabSz="914400">
                        <a:tabLst>
                          <a:tab pos="914400" algn="l"/>
                        </a:tabLst>
                        <a:defRPr sz="3600"/>
                      </a:pPr>
                      <a:endParaRPr sz="800"/>
                    </a:p>
                  </a:txBody>
                  <a:tcPr marL="26789" marR="26789" marT="26789" marB="26789" anchor="ctr" horzOverflow="overflow">
                    <a:solidFill>
                      <a:srgbClr val="FFFFFF"/>
                    </a:solidFill>
                  </a:tcPr>
                </a:tc>
                <a:extLst>
                  <a:ext uri="{0D108BD9-81ED-4DB2-BD59-A6C34878D82A}">
                    <a16:rowId xmlns:a16="http://schemas.microsoft.com/office/drawing/2014/main" val="4108179926"/>
                  </a:ext>
                </a:extLst>
              </a:tr>
              <a:tr h="181499">
                <a:tc>
                  <a:txBody>
                    <a:bodyPr/>
                    <a:lstStyle/>
                    <a:p>
                      <a:pPr algn="ctr" defTabSz="914400">
                        <a:tabLst>
                          <a:tab pos="914400" algn="l"/>
                        </a:tabLst>
                        <a:defRPr sz="3600"/>
                      </a:pPr>
                      <a:endParaRPr sz="800"/>
                    </a:p>
                  </a:txBody>
                  <a:tcPr marL="26789" marR="26789" marT="26789" marB="26789" anchor="ctr" horzOverflow="overflow">
                    <a:solidFill>
                      <a:srgbClr val="FFFFFF"/>
                    </a:solidFill>
                  </a:tcPr>
                </a:tc>
                <a:extLst>
                  <a:ext uri="{0D108BD9-81ED-4DB2-BD59-A6C34878D82A}">
                    <a16:rowId xmlns:a16="http://schemas.microsoft.com/office/drawing/2014/main" val="10002"/>
                  </a:ext>
                </a:extLst>
              </a:tr>
            </a:tbl>
          </a:graphicData>
        </a:graphic>
      </p:graphicFrame>
      <p:sp>
        <p:nvSpPr>
          <p:cNvPr id="12" name="Primary">
            <a:extLst>
              <a:ext uri="{FF2B5EF4-FFF2-40B4-BE49-F238E27FC236}">
                <a16:creationId xmlns:a16="http://schemas.microsoft.com/office/drawing/2014/main" id="{B64473F0-0508-CE45-A798-11504597EBBF}"/>
              </a:ext>
            </a:extLst>
          </p:cNvPr>
          <p:cNvSpPr/>
          <p:nvPr/>
        </p:nvSpPr>
        <p:spPr>
          <a:xfrm>
            <a:off x="7991841" y="3745943"/>
            <a:ext cx="1445987" cy="390746"/>
          </a:xfrm>
          <a:prstGeom prst="roundRect">
            <a:avLst>
              <a:gd name="adj" fmla="val 38307"/>
            </a:avLst>
          </a:prstGeom>
          <a:solidFill>
            <a:srgbClr val="B1DD8C"/>
          </a:solidFill>
          <a:ln w="12700">
            <a:solidFill>
              <a:srgbClr val="000000"/>
            </a:solidFill>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26789" tIns="26789" rIns="26789" bIns="26789" anchor="ctr"/>
          <a:lstStyle>
            <a:lvl1pPr>
              <a:defRPr sz="3200" b="1">
                <a:latin typeface="Helvetica Neue"/>
                <a:ea typeface="Helvetica Neue"/>
                <a:cs typeface="Helvetica Neue"/>
                <a:sym typeface="Helvetica Neue"/>
              </a:defRPr>
            </a:lvl1pPr>
          </a:lstStyle>
          <a:p>
            <a:pPr algn="ctr"/>
            <a:r>
              <a:rPr lang="en-US" sz="1687"/>
              <a:t>1: Primary</a:t>
            </a:r>
            <a:endParaRPr sz="1687"/>
          </a:p>
        </p:txBody>
      </p:sp>
      <p:sp>
        <p:nvSpPr>
          <p:cNvPr id="13" name="Backup">
            <a:extLst>
              <a:ext uri="{FF2B5EF4-FFF2-40B4-BE49-F238E27FC236}">
                <a16:creationId xmlns:a16="http://schemas.microsoft.com/office/drawing/2014/main" id="{50539CCD-DB4A-5C47-8DF0-EF3A42249D2B}"/>
              </a:ext>
            </a:extLst>
          </p:cNvPr>
          <p:cNvSpPr/>
          <p:nvPr/>
        </p:nvSpPr>
        <p:spPr>
          <a:xfrm>
            <a:off x="7991840" y="4531796"/>
            <a:ext cx="1445987" cy="390746"/>
          </a:xfrm>
          <a:prstGeom prst="roundRect">
            <a:avLst>
              <a:gd name="adj" fmla="val 38307"/>
            </a:avLst>
          </a:prstGeom>
          <a:solidFill>
            <a:srgbClr val="006893"/>
          </a:solidFill>
          <a:ln w="12700">
            <a:solidFill>
              <a:srgbClr val="000000"/>
            </a:solidFill>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26789" tIns="26789" rIns="26789" bIns="26789" anchor="ctr"/>
          <a:lstStyle>
            <a:lvl1pPr>
              <a:defRPr sz="3200" b="1">
                <a:solidFill>
                  <a:srgbClr val="FFFFFF"/>
                </a:solidFill>
                <a:latin typeface="Helvetica Neue"/>
                <a:ea typeface="Helvetica Neue"/>
                <a:cs typeface="Helvetica Neue"/>
                <a:sym typeface="Helvetica Neue"/>
              </a:defRPr>
            </a:lvl1pPr>
          </a:lstStyle>
          <a:p>
            <a:pPr algn="ctr"/>
            <a:r>
              <a:rPr lang="en-US" sz="1687"/>
              <a:t>2: Backup</a:t>
            </a:r>
            <a:endParaRPr sz="1687"/>
          </a:p>
        </p:txBody>
      </p:sp>
      <p:sp>
        <p:nvSpPr>
          <p:cNvPr id="15" name="f=1, f+1 replicas">
            <a:extLst>
              <a:ext uri="{FF2B5EF4-FFF2-40B4-BE49-F238E27FC236}">
                <a16:creationId xmlns:a16="http://schemas.microsoft.com/office/drawing/2014/main" id="{007D95D8-F193-8843-A3B2-D184ABEAA2CC}"/>
              </a:ext>
            </a:extLst>
          </p:cNvPr>
          <p:cNvSpPr txBox="1"/>
          <p:nvPr/>
        </p:nvSpPr>
        <p:spPr>
          <a:xfrm>
            <a:off x="8051392" y="2832956"/>
            <a:ext cx="1656488" cy="669654"/>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26789" tIns="26789" rIns="26789" bIns="26789" anchor="ctr">
            <a:spAutoFit/>
          </a:bodyPr>
          <a:lstStyle/>
          <a:p>
            <a:pPr algn="ctr"/>
            <a:r>
              <a:rPr sz="2000"/>
              <a:t>f=1, </a:t>
            </a:r>
            <a:r>
              <a:rPr sz="2000" b="1">
                <a:solidFill>
                  <a:srgbClr val="FF0000"/>
                </a:solidFill>
              </a:rPr>
              <a:t>f+</a:t>
            </a:r>
            <a:r>
              <a:rPr lang="en-US" sz="2000" b="1">
                <a:solidFill>
                  <a:srgbClr val="FF0000"/>
                </a:solidFill>
              </a:rPr>
              <a:t>2 = 3</a:t>
            </a:r>
            <a:r>
              <a:rPr sz="2000" b="1">
                <a:solidFill>
                  <a:srgbClr val="FF0000"/>
                </a:solidFill>
              </a:rPr>
              <a:t> </a:t>
            </a:r>
            <a:r>
              <a:rPr sz="2000"/>
              <a:t>replicas</a:t>
            </a:r>
          </a:p>
        </p:txBody>
      </p:sp>
      <p:graphicFrame>
        <p:nvGraphicFramePr>
          <p:cNvPr id="16" name="Table">
            <a:extLst>
              <a:ext uri="{FF2B5EF4-FFF2-40B4-BE49-F238E27FC236}">
                <a16:creationId xmlns:a16="http://schemas.microsoft.com/office/drawing/2014/main" id="{B6AF0167-BDEB-BC42-AB55-77CF859A2FAE}"/>
              </a:ext>
            </a:extLst>
          </p:cNvPr>
          <p:cNvGraphicFramePr/>
          <p:nvPr>
            <p:extLst>
              <p:ext uri="{D42A27DB-BD31-4B8C-83A1-F6EECF244321}">
                <p14:modId xmlns:p14="http://schemas.microsoft.com/office/powerpoint/2010/main" val="4135924377"/>
              </p:ext>
            </p:extLst>
          </p:nvPr>
        </p:nvGraphicFramePr>
        <p:xfrm>
          <a:off x="9312047" y="4414948"/>
          <a:ext cx="694128" cy="719995"/>
        </p:xfrm>
        <a:graphic>
          <a:graphicData uri="http://schemas.openxmlformats.org/drawingml/2006/table">
            <a:tbl>
              <a:tblPr/>
              <a:tblGrid>
                <a:gridCol w="694128">
                  <a:extLst>
                    <a:ext uri="{9D8B030D-6E8A-4147-A177-3AD203B41FA5}">
                      <a16:colId xmlns:a16="http://schemas.microsoft.com/office/drawing/2014/main" val="20000"/>
                    </a:ext>
                  </a:extLst>
                </a:gridCol>
              </a:tblGrid>
              <a:tr h="162418">
                <a:tc>
                  <a:txBody>
                    <a:bodyPr/>
                    <a:lstStyle/>
                    <a:p>
                      <a:pPr algn="ctr" defTabSz="914400">
                        <a:tabLst>
                          <a:tab pos="914400" algn="l"/>
                        </a:tabLst>
                      </a:pPr>
                      <a:r>
                        <a:rPr sz="800" b="1">
                          <a:latin typeface="Arial"/>
                          <a:ea typeface="Arial"/>
                          <a:cs typeface="Arial"/>
                          <a:sym typeface="Arial"/>
                        </a:rPr>
                        <a:t>Log</a:t>
                      </a:r>
                    </a:p>
                  </a:txBody>
                  <a:tcPr marL="26789" marR="26789" marT="26789" marB="26789" anchor="ctr" horzOverflow="overflow">
                    <a:solidFill>
                      <a:srgbClr val="FFFFFF"/>
                    </a:solidFill>
                  </a:tcPr>
                </a:tc>
                <a:extLst>
                  <a:ext uri="{0D108BD9-81ED-4DB2-BD59-A6C34878D82A}">
                    <a16:rowId xmlns:a16="http://schemas.microsoft.com/office/drawing/2014/main" val="10000"/>
                  </a:ext>
                </a:extLst>
              </a:tr>
              <a:tr h="181499">
                <a:tc>
                  <a:txBody>
                    <a:bodyPr/>
                    <a:lstStyle/>
                    <a:p>
                      <a:pPr algn="ctr" defTabSz="914400">
                        <a:tabLst>
                          <a:tab pos="914400" algn="l"/>
                        </a:tabLst>
                        <a:defRPr sz="3600"/>
                      </a:pPr>
                      <a:endParaRPr sz="800"/>
                    </a:p>
                  </a:txBody>
                  <a:tcPr marL="26789" marR="26789" marT="26789" marB="26789" anchor="ctr" horzOverflow="overflow">
                    <a:solidFill>
                      <a:srgbClr val="FFFFFF"/>
                    </a:solidFill>
                  </a:tcPr>
                </a:tc>
                <a:extLst>
                  <a:ext uri="{0D108BD9-81ED-4DB2-BD59-A6C34878D82A}">
                    <a16:rowId xmlns:a16="http://schemas.microsoft.com/office/drawing/2014/main" val="10001"/>
                  </a:ext>
                </a:extLst>
              </a:tr>
              <a:tr h="181499">
                <a:tc>
                  <a:txBody>
                    <a:bodyPr/>
                    <a:lstStyle/>
                    <a:p>
                      <a:pPr algn="ctr" defTabSz="914400">
                        <a:tabLst>
                          <a:tab pos="914400" algn="l"/>
                        </a:tabLst>
                        <a:defRPr sz="3600"/>
                      </a:pPr>
                      <a:endParaRPr sz="800"/>
                    </a:p>
                  </a:txBody>
                  <a:tcPr marL="26789" marR="26789" marT="26789" marB="26789" anchor="ctr" horzOverflow="overflow">
                    <a:solidFill>
                      <a:srgbClr val="FFFFFF"/>
                    </a:solidFill>
                  </a:tcPr>
                </a:tc>
                <a:extLst>
                  <a:ext uri="{0D108BD9-81ED-4DB2-BD59-A6C34878D82A}">
                    <a16:rowId xmlns:a16="http://schemas.microsoft.com/office/drawing/2014/main" val="4108179926"/>
                  </a:ext>
                </a:extLst>
              </a:tr>
              <a:tr h="181499">
                <a:tc>
                  <a:txBody>
                    <a:bodyPr/>
                    <a:lstStyle/>
                    <a:p>
                      <a:pPr algn="ctr" defTabSz="914400">
                        <a:tabLst>
                          <a:tab pos="914400" algn="l"/>
                        </a:tabLst>
                        <a:defRPr sz="3600"/>
                      </a:pPr>
                      <a:endParaRPr sz="800"/>
                    </a:p>
                  </a:txBody>
                  <a:tcPr marL="26789" marR="26789" marT="26789" marB="26789" anchor="ctr" horzOverflow="overflow">
                    <a:solidFill>
                      <a:srgbClr val="FFFFFF"/>
                    </a:solidFill>
                  </a:tcPr>
                </a:tc>
                <a:extLst>
                  <a:ext uri="{0D108BD9-81ED-4DB2-BD59-A6C34878D82A}">
                    <a16:rowId xmlns:a16="http://schemas.microsoft.com/office/drawing/2014/main" val="10002"/>
                  </a:ext>
                </a:extLst>
              </a:tr>
            </a:tbl>
          </a:graphicData>
        </a:graphic>
      </p:graphicFrame>
      <p:graphicFrame>
        <p:nvGraphicFramePr>
          <p:cNvPr id="17" name="Table">
            <a:extLst>
              <a:ext uri="{FF2B5EF4-FFF2-40B4-BE49-F238E27FC236}">
                <a16:creationId xmlns:a16="http://schemas.microsoft.com/office/drawing/2014/main" id="{83A5F16A-DA58-0243-8F82-BA45D9A59EA3}"/>
              </a:ext>
            </a:extLst>
          </p:cNvPr>
          <p:cNvGraphicFramePr/>
          <p:nvPr>
            <p:extLst>
              <p:ext uri="{D42A27DB-BD31-4B8C-83A1-F6EECF244321}">
                <p14:modId xmlns:p14="http://schemas.microsoft.com/office/powerpoint/2010/main" val="2984981642"/>
              </p:ext>
            </p:extLst>
          </p:nvPr>
        </p:nvGraphicFramePr>
        <p:xfrm>
          <a:off x="9323174" y="3533542"/>
          <a:ext cx="694128" cy="719995"/>
        </p:xfrm>
        <a:graphic>
          <a:graphicData uri="http://schemas.openxmlformats.org/drawingml/2006/table">
            <a:tbl>
              <a:tblPr/>
              <a:tblGrid>
                <a:gridCol w="694128">
                  <a:extLst>
                    <a:ext uri="{9D8B030D-6E8A-4147-A177-3AD203B41FA5}">
                      <a16:colId xmlns:a16="http://schemas.microsoft.com/office/drawing/2014/main" val="20000"/>
                    </a:ext>
                  </a:extLst>
                </a:gridCol>
              </a:tblGrid>
              <a:tr h="162418">
                <a:tc>
                  <a:txBody>
                    <a:bodyPr/>
                    <a:lstStyle/>
                    <a:p>
                      <a:pPr algn="ctr" defTabSz="914400">
                        <a:tabLst>
                          <a:tab pos="914400" algn="l"/>
                        </a:tabLst>
                      </a:pPr>
                      <a:r>
                        <a:rPr sz="800" b="1">
                          <a:latin typeface="Arial"/>
                          <a:ea typeface="Arial"/>
                          <a:cs typeface="Arial"/>
                          <a:sym typeface="Arial"/>
                        </a:rPr>
                        <a:t>Log</a:t>
                      </a:r>
                    </a:p>
                  </a:txBody>
                  <a:tcPr marL="26789" marR="26789" marT="26789" marB="26789" anchor="ctr" horzOverflow="overflow">
                    <a:solidFill>
                      <a:srgbClr val="FFFFFF"/>
                    </a:solidFill>
                  </a:tcPr>
                </a:tc>
                <a:extLst>
                  <a:ext uri="{0D108BD9-81ED-4DB2-BD59-A6C34878D82A}">
                    <a16:rowId xmlns:a16="http://schemas.microsoft.com/office/drawing/2014/main" val="10000"/>
                  </a:ext>
                </a:extLst>
              </a:tr>
              <a:tr h="181499">
                <a:tc>
                  <a:txBody>
                    <a:bodyPr/>
                    <a:lstStyle/>
                    <a:p>
                      <a:pPr algn="ctr" defTabSz="914400">
                        <a:tabLst>
                          <a:tab pos="914400" algn="l"/>
                        </a:tabLst>
                        <a:defRPr sz="3600"/>
                      </a:pPr>
                      <a:endParaRPr sz="800"/>
                    </a:p>
                  </a:txBody>
                  <a:tcPr marL="26789" marR="26789" marT="26789" marB="26789" anchor="ctr" horzOverflow="overflow">
                    <a:solidFill>
                      <a:srgbClr val="FFFFFF"/>
                    </a:solidFill>
                  </a:tcPr>
                </a:tc>
                <a:extLst>
                  <a:ext uri="{0D108BD9-81ED-4DB2-BD59-A6C34878D82A}">
                    <a16:rowId xmlns:a16="http://schemas.microsoft.com/office/drawing/2014/main" val="10001"/>
                  </a:ext>
                </a:extLst>
              </a:tr>
              <a:tr h="181499">
                <a:tc>
                  <a:txBody>
                    <a:bodyPr/>
                    <a:lstStyle/>
                    <a:p>
                      <a:pPr algn="ctr" defTabSz="914400">
                        <a:tabLst>
                          <a:tab pos="914400" algn="l"/>
                        </a:tabLst>
                        <a:defRPr sz="3600"/>
                      </a:pPr>
                      <a:endParaRPr sz="800"/>
                    </a:p>
                  </a:txBody>
                  <a:tcPr marL="26789" marR="26789" marT="26789" marB="26789" anchor="ctr" horzOverflow="overflow">
                    <a:solidFill>
                      <a:srgbClr val="FFFFFF"/>
                    </a:solidFill>
                  </a:tcPr>
                </a:tc>
                <a:extLst>
                  <a:ext uri="{0D108BD9-81ED-4DB2-BD59-A6C34878D82A}">
                    <a16:rowId xmlns:a16="http://schemas.microsoft.com/office/drawing/2014/main" val="4108179926"/>
                  </a:ext>
                </a:extLst>
              </a:tr>
              <a:tr h="181499">
                <a:tc>
                  <a:txBody>
                    <a:bodyPr/>
                    <a:lstStyle/>
                    <a:p>
                      <a:pPr algn="ctr" defTabSz="914400">
                        <a:tabLst>
                          <a:tab pos="914400" algn="l"/>
                        </a:tabLst>
                        <a:defRPr sz="3600"/>
                      </a:pPr>
                      <a:endParaRPr sz="800"/>
                    </a:p>
                  </a:txBody>
                  <a:tcPr marL="26789" marR="26789" marT="26789" marB="26789" anchor="ctr" horzOverflow="overflow">
                    <a:solidFill>
                      <a:srgbClr val="FFFFFF"/>
                    </a:solidFill>
                  </a:tcPr>
                </a:tc>
                <a:extLst>
                  <a:ext uri="{0D108BD9-81ED-4DB2-BD59-A6C34878D82A}">
                    <a16:rowId xmlns:a16="http://schemas.microsoft.com/office/drawing/2014/main" val="10002"/>
                  </a:ext>
                </a:extLst>
              </a:tr>
            </a:tbl>
          </a:graphicData>
        </a:graphic>
      </p:graphicFrame>
      <p:sp>
        <p:nvSpPr>
          <p:cNvPr id="18" name="Backup">
            <a:extLst>
              <a:ext uri="{FF2B5EF4-FFF2-40B4-BE49-F238E27FC236}">
                <a16:creationId xmlns:a16="http://schemas.microsoft.com/office/drawing/2014/main" id="{7C429C96-83F0-B343-81E4-3748615E7281}"/>
              </a:ext>
            </a:extLst>
          </p:cNvPr>
          <p:cNvSpPr/>
          <p:nvPr/>
        </p:nvSpPr>
        <p:spPr>
          <a:xfrm>
            <a:off x="7991840" y="5406439"/>
            <a:ext cx="1445987" cy="390746"/>
          </a:xfrm>
          <a:prstGeom prst="roundRect">
            <a:avLst>
              <a:gd name="adj" fmla="val 38307"/>
            </a:avLst>
          </a:prstGeom>
          <a:solidFill>
            <a:srgbClr val="006893"/>
          </a:solidFill>
          <a:ln w="12700">
            <a:solidFill>
              <a:srgbClr val="000000"/>
            </a:solidFill>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26789" tIns="26789" rIns="26789" bIns="26789" anchor="ctr"/>
          <a:lstStyle>
            <a:lvl1pPr>
              <a:defRPr sz="3200" b="1">
                <a:solidFill>
                  <a:srgbClr val="FFFFFF"/>
                </a:solidFill>
                <a:latin typeface="Helvetica Neue"/>
                <a:ea typeface="Helvetica Neue"/>
                <a:cs typeface="Helvetica Neue"/>
                <a:sym typeface="Helvetica Neue"/>
              </a:defRPr>
            </a:lvl1pPr>
          </a:lstStyle>
          <a:p>
            <a:pPr algn="ctr"/>
            <a:r>
              <a:rPr lang="en-US" sz="1687"/>
              <a:t>3: Backup</a:t>
            </a:r>
            <a:endParaRPr sz="1687"/>
          </a:p>
        </p:txBody>
      </p:sp>
      <p:graphicFrame>
        <p:nvGraphicFramePr>
          <p:cNvPr id="19" name="Table">
            <a:extLst>
              <a:ext uri="{FF2B5EF4-FFF2-40B4-BE49-F238E27FC236}">
                <a16:creationId xmlns:a16="http://schemas.microsoft.com/office/drawing/2014/main" id="{21AAFA7F-A0B2-CB4C-AD39-62294397CE68}"/>
              </a:ext>
            </a:extLst>
          </p:cNvPr>
          <p:cNvGraphicFramePr/>
          <p:nvPr>
            <p:extLst>
              <p:ext uri="{D42A27DB-BD31-4B8C-83A1-F6EECF244321}">
                <p14:modId xmlns:p14="http://schemas.microsoft.com/office/powerpoint/2010/main" val="312880522"/>
              </p:ext>
            </p:extLst>
          </p:nvPr>
        </p:nvGraphicFramePr>
        <p:xfrm>
          <a:off x="9312047" y="5270903"/>
          <a:ext cx="694128" cy="719995"/>
        </p:xfrm>
        <a:graphic>
          <a:graphicData uri="http://schemas.openxmlformats.org/drawingml/2006/table">
            <a:tbl>
              <a:tblPr/>
              <a:tblGrid>
                <a:gridCol w="694128">
                  <a:extLst>
                    <a:ext uri="{9D8B030D-6E8A-4147-A177-3AD203B41FA5}">
                      <a16:colId xmlns:a16="http://schemas.microsoft.com/office/drawing/2014/main" val="20000"/>
                    </a:ext>
                  </a:extLst>
                </a:gridCol>
              </a:tblGrid>
              <a:tr h="162418">
                <a:tc>
                  <a:txBody>
                    <a:bodyPr/>
                    <a:lstStyle/>
                    <a:p>
                      <a:pPr algn="ctr" defTabSz="914400">
                        <a:tabLst>
                          <a:tab pos="914400" algn="l"/>
                        </a:tabLst>
                      </a:pPr>
                      <a:r>
                        <a:rPr sz="800" b="1">
                          <a:latin typeface="Arial"/>
                          <a:ea typeface="Arial"/>
                          <a:cs typeface="Arial"/>
                          <a:sym typeface="Arial"/>
                        </a:rPr>
                        <a:t>Log</a:t>
                      </a:r>
                    </a:p>
                  </a:txBody>
                  <a:tcPr marL="26789" marR="26789" marT="26789" marB="26789" anchor="ctr" horzOverflow="overflow">
                    <a:solidFill>
                      <a:srgbClr val="FFFFFF"/>
                    </a:solidFill>
                  </a:tcPr>
                </a:tc>
                <a:extLst>
                  <a:ext uri="{0D108BD9-81ED-4DB2-BD59-A6C34878D82A}">
                    <a16:rowId xmlns:a16="http://schemas.microsoft.com/office/drawing/2014/main" val="10000"/>
                  </a:ext>
                </a:extLst>
              </a:tr>
              <a:tr h="181499">
                <a:tc>
                  <a:txBody>
                    <a:bodyPr/>
                    <a:lstStyle/>
                    <a:p>
                      <a:pPr algn="ctr" defTabSz="914400">
                        <a:tabLst>
                          <a:tab pos="914400" algn="l"/>
                        </a:tabLst>
                        <a:defRPr sz="3600"/>
                      </a:pPr>
                      <a:endParaRPr sz="800"/>
                    </a:p>
                  </a:txBody>
                  <a:tcPr marL="26789" marR="26789" marT="26789" marB="26789" anchor="ctr" horzOverflow="overflow">
                    <a:solidFill>
                      <a:srgbClr val="FFFFFF"/>
                    </a:solidFill>
                  </a:tcPr>
                </a:tc>
                <a:extLst>
                  <a:ext uri="{0D108BD9-81ED-4DB2-BD59-A6C34878D82A}">
                    <a16:rowId xmlns:a16="http://schemas.microsoft.com/office/drawing/2014/main" val="10001"/>
                  </a:ext>
                </a:extLst>
              </a:tr>
              <a:tr h="181499">
                <a:tc>
                  <a:txBody>
                    <a:bodyPr/>
                    <a:lstStyle/>
                    <a:p>
                      <a:pPr algn="ctr" defTabSz="914400">
                        <a:tabLst>
                          <a:tab pos="914400" algn="l"/>
                        </a:tabLst>
                        <a:defRPr sz="3600"/>
                      </a:pPr>
                      <a:endParaRPr sz="800"/>
                    </a:p>
                  </a:txBody>
                  <a:tcPr marL="26789" marR="26789" marT="26789" marB="26789" anchor="ctr" horzOverflow="overflow">
                    <a:solidFill>
                      <a:srgbClr val="FFFFFF"/>
                    </a:solidFill>
                  </a:tcPr>
                </a:tc>
                <a:extLst>
                  <a:ext uri="{0D108BD9-81ED-4DB2-BD59-A6C34878D82A}">
                    <a16:rowId xmlns:a16="http://schemas.microsoft.com/office/drawing/2014/main" val="4108179926"/>
                  </a:ext>
                </a:extLst>
              </a:tr>
              <a:tr h="181499">
                <a:tc>
                  <a:txBody>
                    <a:bodyPr/>
                    <a:lstStyle/>
                    <a:p>
                      <a:pPr algn="ctr" defTabSz="914400">
                        <a:tabLst>
                          <a:tab pos="914400" algn="l"/>
                        </a:tabLst>
                        <a:defRPr sz="3600"/>
                      </a:pPr>
                      <a:endParaRPr sz="800"/>
                    </a:p>
                  </a:txBody>
                  <a:tcPr marL="26789" marR="26789" marT="26789" marB="26789" anchor="ctr" horzOverflow="overflow">
                    <a:solidFill>
                      <a:srgbClr val="FFFFFF"/>
                    </a:solidFill>
                  </a:tcPr>
                </a:tc>
                <a:extLst>
                  <a:ext uri="{0D108BD9-81ED-4DB2-BD59-A6C34878D82A}">
                    <a16:rowId xmlns:a16="http://schemas.microsoft.com/office/drawing/2014/main" val="10002"/>
                  </a:ext>
                </a:extLst>
              </a:tr>
            </a:tbl>
          </a:graphicData>
        </a:graphic>
      </p:graphicFrame>
      <p:cxnSp>
        <p:nvCxnSpPr>
          <p:cNvPr id="21" name="Straight Connector 20">
            <a:extLst>
              <a:ext uri="{FF2B5EF4-FFF2-40B4-BE49-F238E27FC236}">
                <a16:creationId xmlns:a16="http://schemas.microsoft.com/office/drawing/2014/main" id="{26B49A8E-4036-D542-A3E3-0CF543C15A26}"/>
              </a:ext>
            </a:extLst>
          </p:cNvPr>
          <p:cNvCxnSpPr/>
          <p:nvPr/>
        </p:nvCxnSpPr>
        <p:spPr>
          <a:xfrm>
            <a:off x="2291506" y="3311933"/>
            <a:ext cx="2024547" cy="2024547"/>
          </a:xfrm>
          <a:prstGeom prst="line">
            <a:avLst/>
          </a:prstGeom>
          <a:ln w="76200"/>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E116D7A3-2DA2-9041-B991-13E4575D746C}"/>
              </a:ext>
            </a:extLst>
          </p:cNvPr>
          <p:cNvCxnSpPr>
            <a:cxnSpLocks/>
          </p:cNvCxnSpPr>
          <p:nvPr/>
        </p:nvCxnSpPr>
        <p:spPr>
          <a:xfrm flipV="1">
            <a:off x="2291506" y="3311933"/>
            <a:ext cx="2179320" cy="1933108"/>
          </a:xfrm>
          <a:prstGeom prst="line">
            <a:avLst/>
          </a:prstGeom>
          <a:ln w="76200"/>
        </p:spPr>
        <p:style>
          <a:lnRef idx="1">
            <a:schemeClr val="accent1"/>
          </a:lnRef>
          <a:fillRef idx="0">
            <a:schemeClr val="accent1"/>
          </a:fillRef>
          <a:effectRef idx="0">
            <a:schemeClr val="accent1"/>
          </a:effectRef>
          <a:fontRef idx="minor">
            <a:schemeClr val="tx1"/>
          </a:fontRef>
        </p:style>
      </p:cxnSp>
      <p:sp>
        <p:nvSpPr>
          <p:cNvPr id="26" name="TextBox 25">
            <a:extLst>
              <a:ext uri="{FF2B5EF4-FFF2-40B4-BE49-F238E27FC236}">
                <a16:creationId xmlns:a16="http://schemas.microsoft.com/office/drawing/2014/main" id="{24690C95-BD10-3F43-B787-AB2D34B87465}"/>
              </a:ext>
            </a:extLst>
          </p:cNvPr>
          <p:cNvSpPr txBox="1"/>
          <p:nvPr/>
        </p:nvSpPr>
        <p:spPr>
          <a:xfrm>
            <a:off x="960120" y="5548881"/>
            <a:ext cx="3962400" cy="646331"/>
          </a:xfrm>
          <a:prstGeom prst="rect">
            <a:avLst/>
          </a:prstGeom>
          <a:noFill/>
        </p:spPr>
        <p:txBody>
          <a:bodyPr wrap="square" rtlCol="0">
            <a:spAutoFit/>
          </a:bodyPr>
          <a:lstStyle/>
          <a:p>
            <a:r>
              <a:rPr lang="en-US"/>
              <a:t>Can’t resync state if failure </a:t>
            </a:r>
            <a:br>
              <a:rPr lang="en-US"/>
            </a:br>
            <a:r>
              <a:rPr lang="en-US"/>
              <a:t>“flip flops” between nodes!</a:t>
            </a:r>
          </a:p>
        </p:txBody>
      </p:sp>
      <p:sp>
        <p:nvSpPr>
          <p:cNvPr id="27" name="Rounded Rectangle 26">
            <a:extLst>
              <a:ext uri="{FF2B5EF4-FFF2-40B4-BE49-F238E27FC236}">
                <a16:creationId xmlns:a16="http://schemas.microsoft.com/office/drawing/2014/main" id="{58C88B2C-6DA7-DE43-B692-32E8F9447C1F}"/>
              </a:ext>
            </a:extLst>
          </p:cNvPr>
          <p:cNvSpPr/>
          <p:nvPr/>
        </p:nvSpPr>
        <p:spPr>
          <a:xfrm>
            <a:off x="7680310" y="6138224"/>
            <a:ext cx="3263474" cy="58578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a:t>Fixed?</a:t>
            </a:r>
          </a:p>
        </p:txBody>
      </p:sp>
    </p:spTree>
    <p:extLst>
      <p:ext uri="{BB962C8B-B14F-4D97-AF65-F5344CB8AC3E}">
        <p14:creationId xmlns:p14="http://schemas.microsoft.com/office/powerpoint/2010/main" val="3976978303"/>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C2756B-222B-524C-A09B-28A915C182E9}"/>
              </a:ext>
            </a:extLst>
          </p:cNvPr>
          <p:cNvSpPr>
            <a:spLocks noGrp="1"/>
          </p:cNvSpPr>
          <p:nvPr>
            <p:ph type="title"/>
          </p:nvPr>
        </p:nvSpPr>
        <p:spPr/>
        <p:txBody>
          <a:bodyPr/>
          <a:lstStyle/>
          <a:p>
            <a:r>
              <a:rPr lang="en-US"/>
              <a:t>Handling Failures</a:t>
            </a:r>
          </a:p>
        </p:txBody>
      </p:sp>
      <p:sp>
        <p:nvSpPr>
          <p:cNvPr id="3" name="Content Placeholder 2">
            <a:extLst>
              <a:ext uri="{FF2B5EF4-FFF2-40B4-BE49-F238E27FC236}">
                <a16:creationId xmlns:a16="http://schemas.microsoft.com/office/drawing/2014/main" id="{0CD419E1-5782-1042-A5F6-464A7881023A}"/>
              </a:ext>
            </a:extLst>
          </p:cNvPr>
          <p:cNvSpPr>
            <a:spLocks noGrp="1"/>
          </p:cNvSpPr>
          <p:nvPr>
            <p:ph idx="1"/>
          </p:nvPr>
        </p:nvSpPr>
        <p:spPr/>
        <p:txBody>
          <a:bodyPr/>
          <a:lstStyle/>
          <a:p>
            <a:r>
              <a:rPr lang="en-US"/>
              <a:t>F = number of nodes which can crash at one time</a:t>
            </a:r>
          </a:p>
          <a:p>
            <a:r>
              <a:rPr lang="en-US"/>
              <a:t># of nodes needed must depend on f!</a:t>
            </a:r>
          </a:p>
        </p:txBody>
      </p:sp>
      <p:sp>
        <p:nvSpPr>
          <p:cNvPr id="4" name="Footer Placeholder 3">
            <a:extLst>
              <a:ext uri="{FF2B5EF4-FFF2-40B4-BE49-F238E27FC236}">
                <a16:creationId xmlns:a16="http://schemas.microsoft.com/office/drawing/2014/main" id="{0ADDD65A-6A38-8846-ABAF-460600736D36}"/>
              </a:ext>
            </a:extLst>
          </p:cNvPr>
          <p:cNvSpPr>
            <a:spLocks noGrp="1"/>
          </p:cNvSpPr>
          <p:nvPr>
            <p:ph type="ftr" sz="quarter" idx="11"/>
          </p:nvPr>
        </p:nvSpPr>
        <p:spPr/>
        <p:txBody>
          <a:bodyPr/>
          <a:lstStyle/>
          <a:p>
            <a:r>
              <a:rPr lang="en-US"/>
              <a:t>Prof. Tim Wood &amp; Prof. </a:t>
            </a:r>
            <a:r>
              <a:rPr lang="en-US" err="1"/>
              <a:t>Roozbeh</a:t>
            </a:r>
            <a:r>
              <a:rPr lang="en-US"/>
              <a:t> </a:t>
            </a:r>
            <a:r>
              <a:rPr lang="en-US" err="1"/>
              <a:t>Haghnazar</a:t>
            </a:r>
            <a:endParaRPr lang="en-US"/>
          </a:p>
        </p:txBody>
      </p:sp>
      <p:sp>
        <p:nvSpPr>
          <p:cNvPr id="7" name="Client">
            <a:extLst>
              <a:ext uri="{FF2B5EF4-FFF2-40B4-BE49-F238E27FC236}">
                <a16:creationId xmlns:a16="http://schemas.microsoft.com/office/drawing/2014/main" id="{5F672F89-27CB-5045-9C7E-3EA72E0C51C8}"/>
              </a:ext>
            </a:extLst>
          </p:cNvPr>
          <p:cNvSpPr/>
          <p:nvPr/>
        </p:nvSpPr>
        <p:spPr>
          <a:xfrm>
            <a:off x="1045205" y="4258851"/>
            <a:ext cx="960801" cy="522830"/>
          </a:xfrm>
          <a:prstGeom prst="roundRect">
            <a:avLst>
              <a:gd name="adj" fmla="val 19214"/>
            </a:avLst>
          </a:prstGeom>
          <a:solidFill>
            <a:srgbClr val="725796"/>
          </a:solidFill>
          <a:ln w="12700">
            <a:solidFill>
              <a:schemeClr val="accent6">
                <a:lumOff val="-21524"/>
              </a:schemeClr>
            </a:solidFill>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lIns="26789" tIns="26789" rIns="26789" bIns="26789" anchor="ctr"/>
          <a:lstStyle>
            <a:lvl1pPr>
              <a:defRPr sz="3200" b="1">
                <a:solidFill>
                  <a:srgbClr val="FFFFFF"/>
                </a:solidFill>
                <a:latin typeface="Helvetica Neue"/>
                <a:ea typeface="Helvetica Neue"/>
                <a:cs typeface="Helvetica Neue"/>
                <a:sym typeface="Helvetica Neue"/>
              </a:defRPr>
            </a:lvl1pPr>
          </a:lstStyle>
          <a:p>
            <a:pPr algn="ctr"/>
            <a:r>
              <a:rPr sz="1687"/>
              <a:t>Client</a:t>
            </a:r>
          </a:p>
        </p:txBody>
      </p:sp>
      <p:sp>
        <p:nvSpPr>
          <p:cNvPr id="12" name="Primary">
            <a:extLst>
              <a:ext uri="{FF2B5EF4-FFF2-40B4-BE49-F238E27FC236}">
                <a16:creationId xmlns:a16="http://schemas.microsoft.com/office/drawing/2014/main" id="{B64473F0-0508-CE45-A798-11504597EBBF}"/>
              </a:ext>
            </a:extLst>
          </p:cNvPr>
          <p:cNvSpPr/>
          <p:nvPr/>
        </p:nvSpPr>
        <p:spPr>
          <a:xfrm>
            <a:off x="7991841" y="3745943"/>
            <a:ext cx="1445987" cy="390746"/>
          </a:xfrm>
          <a:prstGeom prst="roundRect">
            <a:avLst>
              <a:gd name="adj" fmla="val 38307"/>
            </a:avLst>
          </a:prstGeom>
          <a:solidFill>
            <a:srgbClr val="B1DD8C"/>
          </a:solidFill>
          <a:ln w="12700">
            <a:solidFill>
              <a:srgbClr val="000000"/>
            </a:solidFill>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lIns="26789" tIns="26789" rIns="26789" bIns="26789" anchor="ctr"/>
          <a:lstStyle>
            <a:lvl1pPr>
              <a:defRPr sz="3200" b="1">
                <a:latin typeface="Helvetica Neue"/>
                <a:ea typeface="Helvetica Neue"/>
                <a:cs typeface="Helvetica Neue"/>
                <a:sym typeface="Helvetica Neue"/>
              </a:defRPr>
            </a:lvl1pPr>
          </a:lstStyle>
          <a:p>
            <a:pPr algn="ctr"/>
            <a:r>
              <a:rPr lang="en-US" sz="1687"/>
              <a:t>1: Primary</a:t>
            </a:r>
            <a:endParaRPr sz="1687"/>
          </a:p>
        </p:txBody>
      </p:sp>
      <p:sp>
        <p:nvSpPr>
          <p:cNvPr id="13" name="Backup">
            <a:extLst>
              <a:ext uri="{FF2B5EF4-FFF2-40B4-BE49-F238E27FC236}">
                <a16:creationId xmlns:a16="http://schemas.microsoft.com/office/drawing/2014/main" id="{50539CCD-DB4A-5C47-8DF0-EF3A42249D2B}"/>
              </a:ext>
            </a:extLst>
          </p:cNvPr>
          <p:cNvSpPr/>
          <p:nvPr/>
        </p:nvSpPr>
        <p:spPr>
          <a:xfrm>
            <a:off x="7991840" y="4531796"/>
            <a:ext cx="1445987" cy="390746"/>
          </a:xfrm>
          <a:prstGeom prst="roundRect">
            <a:avLst>
              <a:gd name="adj" fmla="val 38307"/>
            </a:avLst>
          </a:prstGeom>
          <a:solidFill>
            <a:srgbClr val="006893"/>
          </a:solidFill>
          <a:ln w="12700">
            <a:solidFill>
              <a:srgbClr val="000000"/>
            </a:solidFill>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lIns="26789" tIns="26789" rIns="26789" bIns="26789" anchor="ctr"/>
          <a:lstStyle>
            <a:lvl1pPr>
              <a:defRPr sz="3200" b="1">
                <a:solidFill>
                  <a:srgbClr val="FFFFFF"/>
                </a:solidFill>
                <a:latin typeface="Helvetica Neue"/>
                <a:ea typeface="Helvetica Neue"/>
                <a:cs typeface="Helvetica Neue"/>
                <a:sym typeface="Helvetica Neue"/>
              </a:defRPr>
            </a:lvl1pPr>
          </a:lstStyle>
          <a:p>
            <a:pPr algn="ctr"/>
            <a:r>
              <a:rPr lang="en-US" sz="1687"/>
              <a:t>2: Backup</a:t>
            </a:r>
            <a:endParaRPr sz="1687"/>
          </a:p>
        </p:txBody>
      </p:sp>
      <p:graphicFrame>
        <p:nvGraphicFramePr>
          <p:cNvPr id="16" name="Table">
            <a:extLst>
              <a:ext uri="{FF2B5EF4-FFF2-40B4-BE49-F238E27FC236}">
                <a16:creationId xmlns:a16="http://schemas.microsoft.com/office/drawing/2014/main" id="{B6AF0167-BDEB-BC42-AB55-77CF859A2FAE}"/>
              </a:ext>
            </a:extLst>
          </p:cNvPr>
          <p:cNvGraphicFramePr/>
          <p:nvPr/>
        </p:nvGraphicFramePr>
        <p:xfrm>
          <a:off x="9312047" y="4414948"/>
          <a:ext cx="694128" cy="719995"/>
        </p:xfrm>
        <a:graphic>
          <a:graphicData uri="http://schemas.openxmlformats.org/drawingml/2006/table">
            <a:tbl>
              <a:tblPr/>
              <a:tblGrid>
                <a:gridCol w="694128">
                  <a:extLst>
                    <a:ext uri="{9D8B030D-6E8A-4147-A177-3AD203B41FA5}">
                      <a16:colId xmlns:a16="http://schemas.microsoft.com/office/drawing/2014/main" val="20000"/>
                    </a:ext>
                  </a:extLst>
                </a:gridCol>
              </a:tblGrid>
              <a:tr h="162418">
                <a:tc>
                  <a:txBody>
                    <a:bodyPr/>
                    <a:lstStyle/>
                    <a:p>
                      <a:pPr algn="ctr" defTabSz="914400">
                        <a:tabLst>
                          <a:tab pos="914400" algn="l"/>
                        </a:tabLst>
                      </a:pPr>
                      <a:r>
                        <a:rPr sz="800" b="1">
                          <a:latin typeface="Arial"/>
                          <a:ea typeface="Arial"/>
                          <a:cs typeface="Arial"/>
                          <a:sym typeface="Arial"/>
                        </a:rPr>
                        <a:t>Log</a:t>
                      </a:r>
                    </a:p>
                  </a:txBody>
                  <a:tcPr marL="26789" marR="26789" marT="26789" marB="26789" anchor="ctr" horzOverflow="overflow">
                    <a:solidFill>
                      <a:srgbClr val="FFFFFF"/>
                    </a:solidFill>
                  </a:tcPr>
                </a:tc>
                <a:extLst>
                  <a:ext uri="{0D108BD9-81ED-4DB2-BD59-A6C34878D82A}">
                    <a16:rowId xmlns:a16="http://schemas.microsoft.com/office/drawing/2014/main" val="10000"/>
                  </a:ext>
                </a:extLst>
              </a:tr>
              <a:tr h="181499">
                <a:tc>
                  <a:txBody>
                    <a:bodyPr/>
                    <a:lstStyle/>
                    <a:p>
                      <a:pPr algn="ctr" defTabSz="914400">
                        <a:tabLst>
                          <a:tab pos="914400" algn="l"/>
                        </a:tabLst>
                        <a:defRPr sz="3600"/>
                      </a:pPr>
                      <a:endParaRPr sz="800"/>
                    </a:p>
                  </a:txBody>
                  <a:tcPr marL="26789" marR="26789" marT="26789" marB="26789" anchor="ctr" horzOverflow="overflow">
                    <a:solidFill>
                      <a:srgbClr val="FFFFFF"/>
                    </a:solidFill>
                  </a:tcPr>
                </a:tc>
                <a:extLst>
                  <a:ext uri="{0D108BD9-81ED-4DB2-BD59-A6C34878D82A}">
                    <a16:rowId xmlns:a16="http://schemas.microsoft.com/office/drawing/2014/main" val="10001"/>
                  </a:ext>
                </a:extLst>
              </a:tr>
              <a:tr h="181499">
                <a:tc>
                  <a:txBody>
                    <a:bodyPr/>
                    <a:lstStyle/>
                    <a:p>
                      <a:pPr algn="ctr" defTabSz="914400">
                        <a:tabLst>
                          <a:tab pos="914400" algn="l"/>
                        </a:tabLst>
                        <a:defRPr sz="3600"/>
                      </a:pPr>
                      <a:endParaRPr sz="800"/>
                    </a:p>
                  </a:txBody>
                  <a:tcPr marL="26789" marR="26789" marT="26789" marB="26789" anchor="ctr" horzOverflow="overflow">
                    <a:solidFill>
                      <a:srgbClr val="FFFFFF"/>
                    </a:solidFill>
                  </a:tcPr>
                </a:tc>
                <a:extLst>
                  <a:ext uri="{0D108BD9-81ED-4DB2-BD59-A6C34878D82A}">
                    <a16:rowId xmlns:a16="http://schemas.microsoft.com/office/drawing/2014/main" val="4108179926"/>
                  </a:ext>
                </a:extLst>
              </a:tr>
              <a:tr h="181499">
                <a:tc>
                  <a:txBody>
                    <a:bodyPr/>
                    <a:lstStyle/>
                    <a:p>
                      <a:pPr algn="ctr" defTabSz="914400">
                        <a:tabLst>
                          <a:tab pos="914400" algn="l"/>
                        </a:tabLst>
                        <a:defRPr sz="3600"/>
                      </a:pPr>
                      <a:endParaRPr sz="800"/>
                    </a:p>
                  </a:txBody>
                  <a:tcPr marL="26789" marR="26789" marT="26789" marB="26789" anchor="ctr" horzOverflow="overflow">
                    <a:solidFill>
                      <a:srgbClr val="FFFFFF"/>
                    </a:solidFill>
                  </a:tcPr>
                </a:tc>
                <a:extLst>
                  <a:ext uri="{0D108BD9-81ED-4DB2-BD59-A6C34878D82A}">
                    <a16:rowId xmlns:a16="http://schemas.microsoft.com/office/drawing/2014/main" val="10002"/>
                  </a:ext>
                </a:extLst>
              </a:tr>
            </a:tbl>
          </a:graphicData>
        </a:graphic>
      </p:graphicFrame>
      <p:graphicFrame>
        <p:nvGraphicFramePr>
          <p:cNvPr id="17" name="Table">
            <a:extLst>
              <a:ext uri="{FF2B5EF4-FFF2-40B4-BE49-F238E27FC236}">
                <a16:creationId xmlns:a16="http://schemas.microsoft.com/office/drawing/2014/main" id="{83A5F16A-DA58-0243-8F82-BA45D9A59EA3}"/>
              </a:ext>
            </a:extLst>
          </p:cNvPr>
          <p:cNvGraphicFramePr/>
          <p:nvPr/>
        </p:nvGraphicFramePr>
        <p:xfrm>
          <a:off x="9323174" y="3533542"/>
          <a:ext cx="694128" cy="719995"/>
        </p:xfrm>
        <a:graphic>
          <a:graphicData uri="http://schemas.openxmlformats.org/drawingml/2006/table">
            <a:tbl>
              <a:tblPr/>
              <a:tblGrid>
                <a:gridCol w="694128">
                  <a:extLst>
                    <a:ext uri="{9D8B030D-6E8A-4147-A177-3AD203B41FA5}">
                      <a16:colId xmlns:a16="http://schemas.microsoft.com/office/drawing/2014/main" val="20000"/>
                    </a:ext>
                  </a:extLst>
                </a:gridCol>
              </a:tblGrid>
              <a:tr h="162418">
                <a:tc>
                  <a:txBody>
                    <a:bodyPr/>
                    <a:lstStyle/>
                    <a:p>
                      <a:pPr algn="ctr" defTabSz="914400">
                        <a:tabLst>
                          <a:tab pos="914400" algn="l"/>
                        </a:tabLst>
                      </a:pPr>
                      <a:r>
                        <a:rPr sz="800" b="1">
                          <a:latin typeface="Arial"/>
                          <a:ea typeface="Arial"/>
                          <a:cs typeface="Arial"/>
                          <a:sym typeface="Arial"/>
                        </a:rPr>
                        <a:t>Log</a:t>
                      </a:r>
                    </a:p>
                  </a:txBody>
                  <a:tcPr marL="26789" marR="26789" marT="26789" marB="26789" anchor="ctr" horzOverflow="overflow">
                    <a:solidFill>
                      <a:srgbClr val="FFFFFF"/>
                    </a:solidFill>
                  </a:tcPr>
                </a:tc>
                <a:extLst>
                  <a:ext uri="{0D108BD9-81ED-4DB2-BD59-A6C34878D82A}">
                    <a16:rowId xmlns:a16="http://schemas.microsoft.com/office/drawing/2014/main" val="10000"/>
                  </a:ext>
                </a:extLst>
              </a:tr>
              <a:tr h="181499">
                <a:tc>
                  <a:txBody>
                    <a:bodyPr/>
                    <a:lstStyle/>
                    <a:p>
                      <a:pPr algn="ctr" defTabSz="914400">
                        <a:tabLst>
                          <a:tab pos="914400" algn="l"/>
                        </a:tabLst>
                        <a:defRPr sz="3600"/>
                      </a:pPr>
                      <a:endParaRPr sz="800"/>
                    </a:p>
                  </a:txBody>
                  <a:tcPr marL="26789" marR="26789" marT="26789" marB="26789" anchor="ctr" horzOverflow="overflow">
                    <a:solidFill>
                      <a:srgbClr val="FFFFFF"/>
                    </a:solidFill>
                  </a:tcPr>
                </a:tc>
                <a:extLst>
                  <a:ext uri="{0D108BD9-81ED-4DB2-BD59-A6C34878D82A}">
                    <a16:rowId xmlns:a16="http://schemas.microsoft.com/office/drawing/2014/main" val="10001"/>
                  </a:ext>
                </a:extLst>
              </a:tr>
              <a:tr h="181499">
                <a:tc>
                  <a:txBody>
                    <a:bodyPr/>
                    <a:lstStyle/>
                    <a:p>
                      <a:pPr algn="ctr" defTabSz="914400">
                        <a:tabLst>
                          <a:tab pos="914400" algn="l"/>
                        </a:tabLst>
                        <a:defRPr sz="3600"/>
                      </a:pPr>
                      <a:endParaRPr sz="800"/>
                    </a:p>
                  </a:txBody>
                  <a:tcPr marL="26789" marR="26789" marT="26789" marB="26789" anchor="ctr" horzOverflow="overflow">
                    <a:solidFill>
                      <a:srgbClr val="FFFFFF"/>
                    </a:solidFill>
                  </a:tcPr>
                </a:tc>
                <a:extLst>
                  <a:ext uri="{0D108BD9-81ED-4DB2-BD59-A6C34878D82A}">
                    <a16:rowId xmlns:a16="http://schemas.microsoft.com/office/drawing/2014/main" val="4108179926"/>
                  </a:ext>
                </a:extLst>
              </a:tr>
              <a:tr h="181499">
                <a:tc>
                  <a:txBody>
                    <a:bodyPr/>
                    <a:lstStyle/>
                    <a:p>
                      <a:pPr algn="ctr" defTabSz="914400">
                        <a:tabLst>
                          <a:tab pos="914400" algn="l"/>
                        </a:tabLst>
                        <a:defRPr sz="3600"/>
                      </a:pPr>
                      <a:endParaRPr sz="800"/>
                    </a:p>
                  </a:txBody>
                  <a:tcPr marL="26789" marR="26789" marT="26789" marB="26789" anchor="ctr" horzOverflow="overflow">
                    <a:solidFill>
                      <a:srgbClr val="FFFFFF"/>
                    </a:solidFill>
                  </a:tcPr>
                </a:tc>
                <a:extLst>
                  <a:ext uri="{0D108BD9-81ED-4DB2-BD59-A6C34878D82A}">
                    <a16:rowId xmlns:a16="http://schemas.microsoft.com/office/drawing/2014/main" val="10002"/>
                  </a:ext>
                </a:extLst>
              </a:tr>
            </a:tbl>
          </a:graphicData>
        </a:graphic>
      </p:graphicFrame>
      <p:sp>
        <p:nvSpPr>
          <p:cNvPr id="18" name="Backup">
            <a:extLst>
              <a:ext uri="{FF2B5EF4-FFF2-40B4-BE49-F238E27FC236}">
                <a16:creationId xmlns:a16="http://schemas.microsoft.com/office/drawing/2014/main" id="{7C429C96-83F0-B343-81E4-3748615E7281}"/>
              </a:ext>
            </a:extLst>
          </p:cNvPr>
          <p:cNvSpPr/>
          <p:nvPr/>
        </p:nvSpPr>
        <p:spPr>
          <a:xfrm>
            <a:off x="7991840" y="5406439"/>
            <a:ext cx="1445987" cy="390746"/>
          </a:xfrm>
          <a:prstGeom prst="roundRect">
            <a:avLst>
              <a:gd name="adj" fmla="val 38307"/>
            </a:avLst>
          </a:prstGeom>
          <a:solidFill>
            <a:srgbClr val="006893"/>
          </a:solidFill>
          <a:ln w="12700">
            <a:solidFill>
              <a:srgbClr val="000000"/>
            </a:solidFill>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lIns="26789" tIns="26789" rIns="26789" bIns="26789" anchor="ctr"/>
          <a:lstStyle>
            <a:lvl1pPr>
              <a:defRPr sz="3200" b="1">
                <a:solidFill>
                  <a:srgbClr val="FFFFFF"/>
                </a:solidFill>
                <a:latin typeface="Helvetica Neue"/>
                <a:ea typeface="Helvetica Neue"/>
                <a:cs typeface="Helvetica Neue"/>
                <a:sym typeface="Helvetica Neue"/>
              </a:defRPr>
            </a:lvl1pPr>
          </a:lstStyle>
          <a:p>
            <a:pPr algn="ctr"/>
            <a:r>
              <a:rPr lang="en-US" sz="1687"/>
              <a:t>3: Backup</a:t>
            </a:r>
            <a:endParaRPr sz="1687"/>
          </a:p>
        </p:txBody>
      </p:sp>
      <p:graphicFrame>
        <p:nvGraphicFramePr>
          <p:cNvPr id="19" name="Table">
            <a:extLst>
              <a:ext uri="{FF2B5EF4-FFF2-40B4-BE49-F238E27FC236}">
                <a16:creationId xmlns:a16="http://schemas.microsoft.com/office/drawing/2014/main" id="{21AAFA7F-A0B2-CB4C-AD39-62294397CE68}"/>
              </a:ext>
            </a:extLst>
          </p:cNvPr>
          <p:cNvGraphicFramePr/>
          <p:nvPr/>
        </p:nvGraphicFramePr>
        <p:xfrm>
          <a:off x="9312047" y="5270903"/>
          <a:ext cx="694128" cy="719995"/>
        </p:xfrm>
        <a:graphic>
          <a:graphicData uri="http://schemas.openxmlformats.org/drawingml/2006/table">
            <a:tbl>
              <a:tblPr/>
              <a:tblGrid>
                <a:gridCol w="694128">
                  <a:extLst>
                    <a:ext uri="{9D8B030D-6E8A-4147-A177-3AD203B41FA5}">
                      <a16:colId xmlns:a16="http://schemas.microsoft.com/office/drawing/2014/main" val="20000"/>
                    </a:ext>
                  </a:extLst>
                </a:gridCol>
              </a:tblGrid>
              <a:tr h="162418">
                <a:tc>
                  <a:txBody>
                    <a:bodyPr/>
                    <a:lstStyle/>
                    <a:p>
                      <a:pPr algn="ctr" defTabSz="914400">
                        <a:tabLst>
                          <a:tab pos="914400" algn="l"/>
                        </a:tabLst>
                      </a:pPr>
                      <a:r>
                        <a:rPr sz="800" b="1">
                          <a:latin typeface="Arial"/>
                          <a:ea typeface="Arial"/>
                          <a:cs typeface="Arial"/>
                          <a:sym typeface="Arial"/>
                        </a:rPr>
                        <a:t>Log</a:t>
                      </a:r>
                    </a:p>
                  </a:txBody>
                  <a:tcPr marL="26789" marR="26789" marT="26789" marB="26789" anchor="ctr" horzOverflow="overflow">
                    <a:solidFill>
                      <a:srgbClr val="FFFFFF"/>
                    </a:solidFill>
                  </a:tcPr>
                </a:tc>
                <a:extLst>
                  <a:ext uri="{0D108BD9-81ED-4DB2-BD59-A6C34878D82A}">
                    <a16:rowId xmlns:a16="http://schemas.microsoft.com/office/drawing/2014/main" val="10000"/>
                  </a:ext>
                </a:extLst>
              </a:tr>
              <a:tr h="181499">
                <a:tc>
                  <a:txBody>
                    <a:bodyPr/>
                    <a:lstStyle/>
                    <a:p>
                      <a:pPr algn="ctr" defTabSz="914400">
                        <a:tabLst>
                          <a:tab pos="914400" algn="l"/>
                        </a:tabLst>
                        <a:defRPr sz="3600"/>
                      </a:pPr>
                      <a:endParaRPr sz="800"/>
                    </a:p>
                  </a:txBody>
                  <a:tcPr marL="26789" marR="26789" marT="26789" marB="26789" anchor="ctr" horzOverflow="overflow">
                    <a:solidFill>
                      <a:srgbClr val="FFFFFF"/>
                    </a:solidFill>
                  </a:tcPr>
                </a:tc>
                <a:extLst>
                  <a:ext uri="{0D108BD9-81ED-4DB2-BD59-A6C34878D82A}">
                    <a16:rowId xmlns:a16="http://schemas.microsoft.com/office/drawing/2014/main" val="10001"/>
                  </a:ext>
                </a:extLst>
              </a:tr>
              <a:tr h="181499">
                <a:tc>
                  <a:txBody>
                    <a:bodyPr/>
                    <a:lstStyle/>
                    <a:p>
                      <a:pPr algn="ctr" defTabSz="914400">
                        <a:tabLst>
                          <a:tab pos="914400" algn="l"/>
                        </a:tabLst>
                        <a:defRPr sz="3600"/>
                      </a:pPr>
                      <a:endParaRPr sz="800"/>
                    </a:p>
                  </a:txBody>
                  <a:tcPr marL="26789" marR="26789" marT="26789" marB="26789" anchor="ctr" horzOverflow="overflow">
                    <a:solidFill>
                      <a:srgbClr val="FFFFFF"/>
                    </a:solidFill>
                  </a:tcPr>
                </a:tc>
                <a:extLst>
                  <a:ext uri="{0D108BD9-81ED-4DB2-BD59-A6C34878D82A}">
                    <a16:rowId xmlns:a16="http://schemas.microsoft.com/office/drawing/2014/main" val="4108179926"/>
                  </a:ext>
                </a:extLst>
              </a:tr>
              <a:tr h="181499">
                <a:tc>
                  <a:txBody>
                    <a:bodyPr/>
                    <a:lstStyle/>
                    <a:p>
                      <a:pPr algn="ctr" defTabSz="914400">
                        <a:tabLst>
                          <a:tab pos="914400" algn="l"/>
                        </a:tabLst>
                        <a:defRPr sz="3600"/>
                      </a:pPr>
                      <a:endParaRPr sz="800"/>
                    </a:p>
                  </a:txBody>
                  <a:tcPr marL="26789" marR="26789" marT="26789" marB="26789" anchor="ctr" horzOverflow="overflow">
                    <a:solidFill>
                      <a:srgbClr val="FFFFFF"/>
                    </a:solidFill>
                  </a:tcPr>
                </a:tc>
                <a:extLst>
                  <a:ext uri="{0D108BD9-81ED-4DB2-BD59-A6C34878D82A}">
                    <a16:rowId xmlns:a16="http://schemas.microsoft.com/office/drawing/2014/main" val="10002"/>
                  </a:ext>
                </a:extLst>
              </a:tr>
            </a:tbl>
          </a:graphicData>
        </a:graphic>
      </p:graphicFrame>
      <p:sp>
        <p:nvSpPr>
          <p:cNvPr id="27" name="Rounded Rectangle 26">
            <a:extLst>
              <a:ext uri="{FF2B5EF4-FFF2-40B4-BE49-F238E27FC236}">
                <a16:creationId xmlns:a16="http://schemas.microsoft.com/office/drawing/2014/main" id="{58C88B2C-6DA7-DE43-B692-32E8F9447C1F}"/>
              </a:ext>
            </a:extLst>
          </p:cNvPr>
          <p:cNvSpPr/>
          <p:nvPr/>
        </p:nvSpPr>
        <p:spPr>
          <a:xfrm>
            <a:off x="7680310" y="6138224"/>
            <a:ext cx="3263474" cy="58578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a:t>Fixed for f=2?</a:t>
            </a:r>
          </a:p>
        </p:txBody>
      </p:sp>
      <p:sp>
        <p:nvSpPr>
          <p:cNvPr id="23" name="Primary">
            <a:extLst>
              <a:ext uri="{FF2B5EF4-FFF2-40B4-BE49-F238E27FC236}">
                <a16:creationId xmlns:a16="http://schemas.microsoft.com/office/drawing/2014/main" id="{0C2D74CA-18F5-9C46-909D-312AD67E58BC}"/>
              </a:ext>
            </a:extLst>
          </p:cNvPr>
          <p:cNvSpPr/>
          <p:nvPr/>
        </p:nvSpPr>
        <p:spPr>
          <a:xfrm>
            <a:off x="2663367" y="3532839"/>
            <a:ext cx="1445987" cy="390746"/>
          </a:xfrm>
          <a:prstGeom prst="roundRect">
            <a:avLst>
              <a:gd name="adj" fmla="val 38307"/>
            </a:avLst>
          </a:prstGeom>
          <a:solidFill>
            <a:srgbClr val="B1DD8C"/>
          </a:solidFill>
          <a:ln w="12700">
            <a:solidFill>
              <a:srgbClr val="000000"/>
            </a:solidFill>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lIns="26789" tIns="26789" rIns="26789" bIns="26789" anchor="ctr"/>
          <a:lstStyle>
            <a:lvl1pPr>
              <a:defRPr sz="3200" b="1">
                <a:latin typeface="Helvetica Neue"/>
                <a:ea typeface="Helvetica Neue"/>
                <a:cs typeface="Helvetica Neue"/>
                <a:sym typeface="Helvetica Neue"/>
              </a:defRPr>
            </a:lvl1pPr>
          </a:lstStyle>
          <a:p>
            <a:r>
              <a:rPr lang="en-US" sz="1687"/>
              <a:t>1: Primary</a:t>
            </a:r>
            <a:endParaRPr sz="1687"/>
          </a:p>
        </p:txBody>
      </p:sp>
      <p:sp>
        <p:nvSpPr>
          <p:cNvPr id="24" name="Backup">
            <a:extLst>
              <a:ext uri="{FF2B5EF4-FFF2-40B4-BE49-F238E27FC236}">
                <a16:creationId xmlns:a16="http://schemas.microsoft.com/office/drawing/2014/main" id="{B1E97A62-80A7-6248-8D69-81B559E4ACE3}"/>
              </a:ext>
            </a:extLst>
          </p:cNvPr>
          <p:cNvSpPr/>
          <p:nvPr/>
        </p:nvSpPr>
        <p:spPr>
          <a:xfrm>
            <a:off x="2663367" y="4118484"/>
            <a:ext cx="1445987" cy="390746"/>
          </a:xfrm>
          <a:prstGeom prst="roundRect">
            <a:avLst>
              <a:gd name="adj" fmla="val 38307"/>
            </a:avLst>
          </a:prstGeom>
          <a:solidFill>
            <a:srgbClr val="006893"/>
          </a:solidFill>
          <a:ln w="12700">
            <a:solidFill>
              <a:srgbClr val="000000"/>
            </a:solidFill>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lIns="26789" tIns="26789" rIns="26789" bIns="26789" anchor="ctr"/>
          <a:lstStyle>
            <a:lvl1pPr>
              <a:defRPr sz="3200" b="1">
                <a:solidFill>
                  <a:srgbClr val="FFFFFF"/>
                </a:solidFill>
                <a:latin typeface="Helvetica Neue"/>
                <a:ea typeface="Helvetica Neue"/>
                <a:cs typeface="Helvetica Neue"/>
                <a:sym typeface="Helvetica Neue"/>
              </a:defRPr>
            </a:lvl1pPr>
          </a:lstStyle>
          <a:p>
            <a:r>
              <a:rPr lang="en-US" sz="1687"/>
              <a:t>2: </a:t>
            </a:r>
            <a:r>
              <a:rPr sz="1687"/>
              <a:t>Backup</a:t>
            </a:r>
          </a:p>
        </p:txBody>
      </p:sp>
      <p:sp>
        <p:nvSpPr>
          <p:cNvPr id="28" name="Backup">
            <a:extLst>
              <a:ext uri="{FF2B5EF4-FFF2-40B4-BE49-F238E27FC236}">
                <a16:creationId xmlns:a16="http://schemas.microsoft.com/office/drawing/2014/main" id="{75772D7B-C09E-2E4E-A868-8E61F6056253}"/>
              </a:ext>
            </a:extLst>
          </p:cNvPr>
          <p:cNvSpPr/>
          <p:nvPr/>
        </p:nvSpPr>
        <p:spPr>
          <a:xfrm>
            <a:off x="2663367" y="4704128"/>
            <a:ext cx="1445987" cy="390747"/>
          </a:xfrm>
          <a:prstGeom prst="roundRect">
            <a:avLst>
              <a:gd name="adj" fmla="val 38307"/>
            </a:avLst>
          </a:prstGeom>
          <a:solidFill>
            <a:srgbClr val="006893"/>
          </a:solidFill>
          <a:ln w="12700">
            <a:solidFill>
              <a:srgbClr val="000000"/>
            </a:solidFill>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lIns="26789" tIns="26789" rIns="26789" bIns="26789" anchor="ctr"/>
          <a:lstStyle>
            <a:lvl1pPr>
              <a:defRPr sz="3200" b="1">
                <a:solidFill>
                  <a:srgbClr val="FFFFFF"/>
                </a:solidFill>
                <a:latin typeface="Helvetica Neue"/>
                <a:ea typeface="Helvetica Neue"/>
                <a:cs typeface="Helvetica Neue"/>
                <a:sym typeface="Helvetica Neue"/>
              </a:defRPr>
            </a:lvl1pPr>
          </a:lstStyle>
          <a:p>
            <a:r>
              <a:rPr lang="en-US" sz="1687"/>
              <a:t>3: </a:t>
            </a:r>
            <a:r>
              <a:rPr sz="1687"/>
              <a:t>Backup</a:t>
            </a:r>
          </a:p>
        </p:txBody>
      </p:sp>
      <p:sp>
        <p:nvSpPr>
          <p:cNvPr id="29" name="f=2, f+2 replicas">
            <a:extLst>
              <a:ext uri="{FF2B5EF4-FFF2-40B4-BE49-F238E27FC236}">
                <a16:creationId xmlns:a16="http://schemas.microsoft.com/office/drawing/2014/main" id="{D503D480-9A77-0B40-B15E-7F34F1680785}"/>
              </a:ext>
            </a:extLst>
          </p:cNvPr>
          <p:cNvSpPr txBox="1"/>
          <p:nvPr/>
        </p:nvSpPr>
        <p:spPr>
          <a:xfrm>
            <a:off x="2384479" y="3073512"/>
            <a:ext cx="2415325" cy="361878"/>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none" lIns="26789" tIns="26789" rIns="26789" bIns="26789" anchor="ctr">
            <a:spAutoFit/>
          </a:bodyPr>
          <a:lstStyle/>
          <a:p>
            <a:r>
              <a:rPr sz="2000" b="1">
                <a:solidFill>
                  <a:srgbClr val="FF0000"/>
                </a:solidFill>
              </a:rPr>
              <a:t>f=2</a:t>
            </a:r>
            <a:r>
              <a:rPr sz="2000" b="1"/>
              <a:t>, f+2 </a:t>
            </a:r>
            <a:r>
              <a:rPr lang="en-US" sz="2000" b="1"/>
              <a:t>= 4 </a:t>
            </a:r>
            <a:r>
              <a:rPr sz="2000" b="1"/>
              <a:t>replicas</a:t>
            </a:r>
          </a:p>
        </p:txBody>
      </p:sp>
      <p:sp>
        <p:nvSpPr>
          <p:cNvPr id="30" name="Backup">
            <a:extLst>
              <a:ext uri="{FF2B5EF4-FFF2-40B4-BE49-F238E27FC236}">
                <a16:creationId xmlns:a16="http://schemas.microsoft.com/office/drawing/2014/main" id="{0640FB49-D55E-2741-8BD4-D5C199474F45}"/>
              </a:ext>
            </a:extLst>
          </p:cNvPr>
          <p:cNvSpPr/>
          <p:nvPr/>
        </p:nvSpPr>
        <p:spPr>
          <a:xfrm>
            <a:off x="2663367" y="5289773"/>
            <a:ext cx="1445987" cy="390747"/>
          </a:xfrm>
          <a:prstGeom prst="roundRect">
            <a:avLst>
              <a:gd name="adj" fmla="val 38307"/>
            </a:avLst>
          </a:prstGeom>
          <a:solidFill>
            <a:srgbClr val="006893"/>
          </a:solidFill>
          <a:ln w="12700">
            <a:solidFill>
              <a:srgbClr val="000000"/>
            </a:solidFill>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lIns="26789" tIns="26789" rIns="26789" bIns="26789" anchor="ctr"/>
          <a:lstStyle>
            <a:lvl1pPr>
              <a:defRPr sz="3200" b="1">
                <a:solidFill>
                  <a:srgbClr val="FFFFFF"/>
                </a:solidFill>
                <a:latin typeface="Helvetica Neue"/>
                <a:ea typeface="Helvetica Neue"/>
                <a:cs typeface="Helvetica Neue"/>
                <a:sym typeface="Helvetica Neue"/>
              </a:defRPr>
            </a:lvl1pPr>
          </a:lstStyle>
          <a:p>
            <a:r>
              <a:rPr lang="en-US" sz="1687"/>
              <a:t>4: </a:t>
            </a:r>
            <a:r>
              <a:rPr sz="1687"/>
              <a:t>Backup</a:t>
            </a:r>
          </a:p>
        </p:txBody>
      </p:sp>
      <p:sp>
        <p:nvSpPr>
          <p:cNvPr id="31" name="f=1, f+1 replicas">
            <a:extLst>
              <a:ext uri="{FF2B5EF4-FFF2-40B4-BE49-F238E27FC236}">
                <a16:creationId xmlns:a16="http://schemas.microsoft.com/office/drawing/2014/main" id="{7C60C4ED-EC03-4541-9DF0-29A4E67865E7}"/>
              </a:ext>
            </a:extLst>
          </p:cNvPr>
          <p:cNvSpPr txBox="1"/>
          <p:nvPr/>
        </p:nvSpPr>
        <p:spPr>
          <a:xfrm>
            <a:off x="8051392" y="2832956"/>
            <a:ext cx="1656488" cy="669654"/>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26789" tIns="26789" rIns="26789" bIns="26789" anchor="ctr">
            <a:spAutoFit/>
          </a:bodyPr>
          <a:lstStyle/>
          <a:p>
            <a:pPr algn="ctr"/>
            <a:r>
              <a:rPr sz="2000"/>
              <a:t>f=1, f+</a:t>
            </a:r>
            <a:r>
              <a:rPr lang="en-US" sz="2000"/>
              <a:t>2 = 3</a:t>
            </a:r>
            <a:r>
              <a:rPr sz="2000"/>
              <a:t> replicas</a:t>
            </a:r>
          </a:p>
        </p:txBody>
      </p:sp>
    </p:spTree>
    <p:extLst>
      <p:ext uri="{BB962C8B-B14F-4D97-AF65-F5344CB8AC3E}">
        <p14:creationId xmlns:p14="http://schemas.microsoft.com/office/powerpoint/2010/main" val="2119124254"/>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C2756B-222B-524C-A09B-28A915C182E9}"/>
              </a:ext>
            </a:extLst>
          </p:cNvPr>
          <p:cNvSpPr>
            <a:spLocks noGrp="1"/>
          </p:cNvSpPr>
          <p:nvPr>
            <p:ph type="title"/>
          </p:nvPr>
        </p:nvSpPr>
        <p:spPr/>
        <p:txBody>
          <a:bodyPr/>
          <a:lstStyle/>
          <a:p>
            <a:r>
              <a:rPr lang="en-US"/>
              <a:t>Handling Failures</a:t>
            </a:r>
          </a:p>
        </p:txBody>
      </p:sp>
      <p:sp>
        <p:nvSpPr>
          <p:cNvPr id="3" name="Content Placeholder 2">
            <a:extLst>
              <a:ext uri="{FF2B5EF4-FFF2-40B4-BE49-F238E27FC236}">
                <a16:creationId xmlns:a16="http://schemas.microsoft.com/office/drawing/2014/main" id="{0CD419E1-5782-1042-A5F6-464A7881023A}"/>
              </a:ext>
            </a:extLst>
          </p:cNvPr>
          <p:cNvSpPr>
            <a:spLocks noGrp="1"/>
          </p:cNvSpPr>
          <p:nvPr>
            <p:ph idx="1"/>
          </p:nvPr>
        </p:nvSpPr>
        <p:spPr/>
        <p:txBody>
          <a:bodyPr/>
          <a:lstStyle/>
          <a:p>
            <a:r>
              <a:rPr lang="en-US"/>
              <a:t>F = number of nodes which can crash at one time</a:t>
            </a:r>
          </a:p>
          <a:p>
            <a:r>
              <a:rPr lang="en-US"/>
              <a:t># of nodes needed must depend on f!</a:t>
            </a:r>
          </a:p>
        </p:txBody>
      </p:sp>
      <p:sp>
        <p:nvSpPr>
          <p:cNvPr id="4" name="Footer Placeholder 3">
            <a:extLst>
              <a:ext uri="{FF2B5EF4-FFF2-40B4-BE49-F238E27FC236}">
                <a16:creationId xmlns:a16="http://schemas.microsoft.com/office/drawing/2014/main" id="{0ADDD65A-6A38-8846-ABAF-460600736D36}"/>
              </a:ext>
            </a:extLst>
          </p:cNvPr>
          <p:cNvSpPr>
            <a:spLocks noGrp="1"/>
          </p:cNvSpPr>
          <p:nvPr>
            <p:ph type="ftr" sz="quarter" idx="11"/>
          </p:nvPr>
        </p:nvSpPr>
        <p:spPr/>
        <p:txBody>
          <a:bodyPr/>
          <a:lstStyle/>
          <a:p>
            <a:r>
              <a:rPr lang="en-US"/>
              <a:t>Prof. Tim Wood &amp; Prof. </a:t>
            </a:r>
            <a:r>
              <a:rPr lang="en-US" err="1"/>
              <a:t>Roozbeh</a:t>
            </a:r>
            <a:r>
              <a:rPr lang="en-US"/>
              <a:t> </a:t>
            </a:r>
            <a:r>
              <a:rPr lang="en-US" err="1"/>
              <a:t>Haghnazar</a:t>
            </a:r>
            <a:endParaRPr lang="en-US"/>
          </a:p>
        </p:txBody>
      </p:sp>
      <p:sp>
        <p:nvSpPr>
          <p:cNvPr id="7" name="Client">
            <a:extLst>
              <a:ext uri="{FF2B5EF4-FFF2-40B4-BE49-F238E27FC236}">
                <a16:creationId xmlns:a16="http://schemas.microsoft.com/office/drawing/2014/main" id="{5F672F89-27CB-5045-9C7E-3EA72E0C51C8}"/>
              </a:ext>
            </a:extLst>
          </p:cNvPr>
          <p:cNvSpPr/>
          <p:nvPr/>
        </p:nvSpPr>
        <p:spPr>
          <a:xfrm>
            <a:off x="1045205" y="4258851"/>
            <a:ext cx="960801" cy="522830"/>
          </a:xfrm>
          <a:prstGeom prst="roundRect">
            <a:avLst>
              <a:gd name="adj" fmla="val 19214"/>
            </a:avLst>
          </a:prstGeom>
          <a:solidFill>
            <a:srgbClr val="725796"/>
          </a:solidFill>
          <a:ln w="12700">
            <a:solidFill>
              <a:schemeClr val="accent6">
                <a:lumOff val="-21524"/>
              </a:schemeClr>
            </a:solidFill>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26789" tIns="26789" rIns="26789" bIns="26789" anchor="ctr"/>
          <a:lstStyle>
            <a:lvl1pPr>
              <a:defRPr sz="3200" b="1">
                <a:solidFill>
                  <a:srgbClr val="FFFFFF"/>
                </a:solidFill>
                <a:latin typeface="Helvetica Neue"/>
                <a:ea typeface="Helvetica Neue"/>
                <a:cs typeface="Helvetica Neue"/>
                <a:sym typeface="Helvetica Neue"/>
              </a:defRPr>
            </a:lvl1pPr>
          </a:lstStyle>
          <a:p>
            <a:pPr algn="ctr"/>
            <a:r>
              <a:rPr sz="1687"/>
              <a:t>Client</a:t>
            </a:r>
          </a:p>
        </p:txBody>
      </p:sp>
      <p:sp>
        <p:nvSpPr>
          <p:cNvPr id="12" name="Primary">
            <a:extLst>
              <a:ext uri="{FF2B5EF4-FFF2-40B4-BE49-F238E27FC236}">
                <a16:creationId xmlns:a16="http://schemas.microsoft.com/office/drawing/2014/main" id="{B64473F0-0508-CE45-A798-11504597EBBF}"/>
              </a:ext>
            </a:extLst>
          </p:cNvPr>
          <p:cNvSpPr/>
          <p:nvPr/>
        </p:nvSpPr>
        <p:spPr>
          <a:xfrm>
            <a:off x="7991841" y="3745943"/>
            <a:ext cx="1445987" cy="390746"/>
          </a:xfrm>
          <a:prstGeom prst="roundRect">
            <a:avLst>
              <a:gd name="adj" fmla="val 38307"/>
            </a:avLst>
          </a:prstGeom>
          <a:solidFill>
            <a:srgbClr val="B1DD8C"/>
          </a:solidFill>
          <a:ln w="12700">
            <a:solidFill>
              <a:srgbClr val="000000"/>
            </a:solidFill>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26789" tIns="26789" rIns="26789" bIns="26789" anchor="ctr"/>
          <a:lstStyle>
            <a:lvl1pPr>
              <a:defRPr sz="3200" b="1">
                <a:latin typeface="Helvetica Neue"/>
                <a:ea typeface="Helvetica Neue"/>
                <a:cs typeface="Helvetica Neue"/>
                <a:sym typeface="Helvetica Neue"/>
              </a:defRPr>
            </a:lvl1pPr>
          </a:lstStyle>
          <a:p>
            <a:pPr algn="ctr"/>
            <a:r>
              <a:rPr lang="en-US" sz="1687"/>
              <a:t>1: Primary</a:t>
            </a:r>
            <a:endParaRPr sz="1687"/>
          </a:p>
        </p:txBody>
      </p:sp>
      <p:sp>
        <p:nvSpPr>
          <p:cNvPr id="13" name="Backup">
            <a:extLst>
              <a:ext uri="{FF2B5EF4-FFF2-40B4-BE49-F238E27FC236}">
                <a16:creationId xmlns:a16="http://schemas.microsoft.com/office/drawing/2014/main" id="{50539CCD-DB4A-5C47-8DF0-EF3A42249D2B}"/>
              </a:ext>
            </a:extLst>
          </p:cNvPr>
          <p:cNvSpPr/>
          <p:nvPr/>
        </p:nvSpPr>
        <p:spPr>
          <a:xfrm>
            <a:off x="7991840" y="4531796"/>
            <a:ext cx="1445987" cy="390746"/>
          </a:xfrm>
          <a:prstGeom prst="roundRect">
            <a:avLst>
              <a:gd name="adj" fmla="val 38307"/>
            </a:avLst>
          </a:prstGeom>
          <a:solidFill>
            <a:srgbClr val="006893"/>
          </a:solidFill>
          <a:ln w="12700">
            <a:solidFill>
              <a:srgbClr val="000000"/>
            </a:solidFill>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26789" tIns="26789" rIns="26789" bIns="26789" anchor="ctr"/>
          <a:lstStyle>
            <a:lvl1pPr>
              <a:defRPr sz="3200" b="1">
                <a:solidFill>
                  <a:srgbClr val="FFFFFF"/>
                </a:solidFill>
                <a:latin typeface="Helvetica Neue"/>
                <a:ea typeface="Helvetica Neue"/>
                <a:cs typeface="Helvetica Neue"/>
                <a:sym typeface="Helvetica Neue"/>
              </a:defRPr>
            </a:lvl1pPr>
          </a:lstStyle>
          <a:p>
            <a:pPr algn="ctr"/>
            <a:r>
              <a:rPr lang="en-US" sz="1687"/>
              <a:t>2: Backup</a:t>
            </a:r>
            <a:endParaRPr sz="1687"/>
          </a:p>
        </p:txBody>
      </p:sp>
      <p:graphicFrame>
        <p:nvGraphicFramePr>
          <p:cNvPr id="16" name="Table">
            <a:extLst>
              <a:ext uri="{FF2B5EF4-FFF2-40B4-BE49-F238E27FC236}">
                <a16:creationId xmlns:a16="http://schemas.microsoft.com/office/drawing/2014/main" id="{B6AF0167-BDEB-BC42-AB55-77CF859A2FAE}"/>
              </a:ext>
            </a:extLst>
          </p:cNvPr>
          <p:cNvGraphicFramePr/>
          <p:nvPr/>
        </p:nvGraphicFramePr>
        <p:xfrm>
          <a:off x="9312047" y="4414948"/>
          <a:ext cx="694128" cy="719995"/>
        </p:xfrm>
        <a:graphic>
          <a:graphicData uri="http://schemas.openxmlformats.org/drawingml/2006/table">
            <a:tbl>
              <a:tblPr/>
              <a:tblGrid>
                <a:gridCol w="694128">
                  <a:extLst>
                    <a:ext uri="{9D8B030D-6E8A-4147-A177-3AD203B41FA5}">
                      <a16:colId xmlns:a16="http://schemas.microsoft.com/office/drawing/2014/main" val="20000"/>
                    </a:ext>
                  </a:extLst>
                </a:gridCol>
              </a:tblGrid>
              <a:tr h="162418">
                <a:tc>
                  <a:txBody>
                    <a:bodyPr/>
                    <a:lstStyle/>
                    <a:p>
                      <a:pPr algn="ctr" defTabSz="914400">
                        <a:tabLst>
                          <a:tab pos="914400" algn="l"/>
                        </a:tabLst>
                      </a:pPr>
                      <a:r>
                        <a:rPr sz="800" b="1">
                          <a:latin typeface="Arial"/>
                          <a:ea typeface="Arial"/>
                          <a:cs typeface="Arial"/>
                          <a:sym typeface="Arial"/>
                        </a:rPr>
                        <a:t>Log</a:t>
                      </a:r>
                    </a:p>
                  </a:txBody>
                  <a:tcPr marL="26789" marR="26789" marT="26789" marB="26789" anchor="ctr" horzOverflow="overflow">
                    <a:solidFill>
                      <a:srgbClr val="FFFFFF"/>
                    </a:solidFill>
                  </a:tcPr>
                </a:tc>
                <a:extLst>
                  <a:ext uri="{0D108BD9-81ED-4DB2-BD59-A6C34878D82A}">
                    <a16:rowId xmlns:a16="http://schemas.microsoft.com/office/drawing/2014/main" val="10000"/>
                  </a:ext>
                </a:extLst>
              </a:tr>
              <a:tr h="181499">
                <a:tc>
                  <a:txBody>
                    <a:bodyPr/>
                    <a:lstStyle/>
                    <a:p>
                      <a:pPr algn="ctr" defTabSz="914400">
                        <a:tabLst>
                          <a:tab pos="914400" algn="l"/>
                        </a:tabLst>
                        <a:defRPr sz="3600"/>
                      </a:pPr>
                      <a:endParaRPr sz="800"/>
                    </a:p>
                  </a:txBody>
                  <a:tcPr marL="26789" marR="26789" marT="26789" marB="26789" anchor="ctr" horzOverflow="overflow">
                    <a:solidFill>
                      <a:srgbClr val="FFFFFF"/>
                    </a:solidFill>
                  </a:tcPr>
                </a:tc>
                <a:extLst>
                  <a:ext uri="{0D108BD9-81ED-4DB2-BD59-A6C34878D82A}">
                    <a16:rowId xmlns:a16="http://schemas.microsoft.com/office/drawing/2014/main" val="10001"/>
                  </a:ext>
                </a:extLst>
              </a:tr>
              <a:tr h="181499">
                <a:tc>
                  <a:txBody>
                    <a:bodyPr/>
                    <a:lstStyle/>
                    <a:p>
                      <a:pPr algn="ctr" defTabSz="914400">
                        <a:tabLst>
                          <a:tab pos="914400" algn="l"/>
                        </a:tabLst>
                        <a:defRPr sz="3600"/>
                      </a:pPr>
                      <a:endParaRPr sz="800"/>
                    </a:p>
                  </a:txBody>
                  <a:tcPr marL="26789" marR="26789" marT="26789" marB="26789" anchor="ctr" horzOverflow="overflow">
                    <a:solidFill>
                      <a:srgbClr val="FFFFFF"/>
                    </a:solidFill>
                  </a:tcPr>
                </a:tc>
                <a:extLst>
                  <a:ext uri="{0D108BD9-81ED-4DB2-BD59-A6C34878D82A}">
                    <a16:rowId xmlns:a16="http://schemas.microsoft.com/office/drawing/2014/main" val="4108179926"/>
                  </a:ext>
                </a:extLst>
              </a:tr>
              <a:tr h="181499">
                <a:tc>
                  <a:txBody>
                    <a:bodyPr/>
                    <a:lstStyle/>
                    <a:p>
                      <a:pPr algn="ctr" defTabSz="914400">
                        <a:tabLst>
                          <a:tab pos="914400" algn="l"/>
                        </a:tabLst>
                        <a:defRPr sz="3600"/>
                      </a:pPr>
                      <a:endParaRPr sz="800"/>
                    </a:p>
                  </a:txBody>
                  <a:tcPr marL="26789" marR="26789" marT="26789" marB="26789" anchor="ctr" horzOverflow="overflow">
                    <a:solidFill>
                      <a:srgbClr val="FFFFFF"/>
                    </a:solidFill>
                  </a:tcPr>
                </a:tc>
                <a:extLst>
                  <a:ext uri="{0D108BD9-81ED-4DB2-BD59-A6C34878D82A}">
                    <a16:rowId xmlns:a16="http://schemas.microsoft.com/office/drawing/2014/main" val="10002"/>
                  </a:ext>
                </a:extLst>
              </a:tr>
            </a:tbl>
          </a:graphicData>
        </a:graphic>
      </p:graphicFrame>
      <p:graphicFrame>
        <p:nvGraphicFramePr>
          <p:cNvPr id="17" name="Table">
            <a:extLst>
              <a:ext uri="{FF2B5EF4-FFF2-40B4-BE49-F238E27FC236}">
                <a16:creationId xmlns:a16="http://schemas.microsoft.com/office/drawing/2014/main" id="{83A5F16A-DA58-0243-8F82-BA45D9A59EA3}"/>
              </a:ext>
            </a:extLst>
          </p:cNvPr>
          <p:cNvGraphicFramePr/>
          <p:nvPr/>
        </p:nvGraphicFramePr>
        <p:xfrm>
          <a:off x="9323174" y="3533542"/>
          <a:ext cx="694128" cy="719995"/>
        </p:xfrm>
        <a:graphic>
          <a:graphicData uri="http://schemas.openxmlformats.org/drawingml/2006/table">
            <a:tbl>
              <a:tblPr/>
              <a:tblGrid>
                <a:gridCol w="694128">
                  <a:extLst>
                    <a:ext uri="{9D8B030D-6E8A-4147-A177-3AD203B41FA5}">
                      <a16:colId xmlns:a16="http://schemas.microsoft.com/office/drawing/2014/main" val="20000"/>
                    </a:ext>
                  </a:extLst>
                </a:gridCol>
              </a:tblGrid>
              <a:tr h="162418">
                <a:tc>
                  <a:txBody>
                    <a:bodyPr/>
                    <a:lstStyle/>
                    <a:p>
                      <a:pPr algn="ctr" defTabSz="914400">
                        <a:tabLst>
                          <a:tab pos="914400" algn="l"/>
                        </a:tabLst>
                      </a:pPr>
                      <a:r>
                        <a:rPr sz="800" b="1">
                          <a:latin typeface="Arial"/>
                          <a:ea typeface="Arial"/>
                          <a:cs typeface="Arial"/>
                          <a:sym typeface="Arial"/>
                        </a:rPr>
                        <a:t>Log</a:t>
                      </a:r>
                    </a:p>
                  </a:txBody>
                  <a:tcPr marL="26789" marR="26789" marT="26789" marB="26789" anchor="ctr" horzOverflow="overflow">
                    <a:solidFill>
                      <a:srgbClr val="FFFFFF"/>
                    </a:solidFill>
                  </a:tcPr>
                </a:tc>
                <a:extLst>
                  <a:ext uri="{0D108BD9-81ED-4DB2-BD59-A6C34878D82A}">
                    <a16:rowId xmlns:a16="http://schemas.microsoft.com/office/drawing/2014/main" val="10000"/>
                  </a:ext>
                </a:extLst>
              </a:tr>
              <a:tr h="181499">
                <a:tc>
                  <a:txBody>
                    <a:bodyPr/>
                    <a:lstStyle/>
                    <a:p>
                      <a:pPr algn="ctr" defTabSz="914400">
                        <a:tabLst>
                          <a:tab pos="914400" algn="l"/>
                        </a:tabLst>
                        <a:defRPr sz="3600"/>
                      </a:pPr>
                      <a:endParaRPr sz="800"/>
                    </a:p>
                  </a:txBody>
                  <a:tcPr marL="26789" marR="26789" marT="26789" marB="26789" anchor="ctr" horzOverflow="overflow">
                    <a:solidFill>
                      <a:srgbClr val="FFFFFF"/>
                    </a:solidFill>
                  </a:tcPr>
                </a:tc>
                <a:extLst>
                  <a:ext uri="{0D108BD9-81ED-4DB2-BD59-A6C34878D82A}">
                    <a16:rowId xmlns:a16="http://schemas.microsoft.com/office/drawing/2014/main" val="10001"/>
                  </a:ext>
                </a:extLst>
              </a:tr>
              <a:tr h="181499">
                <a:tc>
                  <a:txBody>
                    <a:bodyPr/>
                    <a:lstStyle/>
                    <a:p>
                      <a:pPr algn="ctr" defTabSz="914400">
                        <a:tabLst>
                          <a:tab pos="914400" algn="l"/>
                        </a:tabLst>
                        <a:defRPr sz="3600"/>
                      </a:pPr>
                      <a:endParaRPr sz="800"/>
                    </a:p>
                  </a:txBody>
                  <a:tcPr marL="26789" marR="26789" marT="26789" marB="26789" anchor="ctr" horzOverflow="overflow">
                    <a:solidFill>
                      <a:srgbClr val="FFFFFF"/>
                    </a:solidFill>
                  </a:tcPr>
                </a:tc>
                <a:extLst>
                  <a:ext uri="{0D108BD9-81ED-4DB2-BD59-A6C34878D82A}">
                    <a16:rowId xmlns:a16="http://schemas.microsoft.com/office/drawing/2014/main" val="4108179926"/>
                  </a:ext>
                </a:extLst>
              </a:tr>
              <a:tr h="181499">
                <a:tc>
                  <a:txBody>
                    <a:bodyPr/>
                    <a:lstStyle/>
                    <a:p>
                      <a:pPr algn="ctr" defTabSz="914400">
                        <a:tabLst>
                          <a:tab pos="914400" algn="l"/>
                        </a:tabLst>
                        <a:defRPr sz="3600"/>
                      </a:pPr>
                      <a:endParaRPr sz="800"/>
                    </a:p>
                  </a:txBody>
                  <a:tcPr marL="26789" marR="26789" marT="26789" marB="26789" anchor="ctr" horzOverflow="overflow">
                    <a:solidFill>
                      <a:srgbClr val="FFFFFF"/>
                    </a:solidFill>
                  </a:tcPr>
                </a:tc>
                <a:extLst>
                  <a:ext uri="{0D108BD9-81ED-4DB2-BD59-A6C34878D82A}">
                    <a16:rowId xmlns:a16="http://schemas.microsoft.com/office/drawing/2014/main" val="10002"/>
                  </a:ext>
                </a:extLst>
              </a:tr>
            </a:tbl>
          </a:graphicData>
        </a:graphic>
      </p:graphicFrame>
      <p:sp>
        <p:nvSpPr>
          <p:cNvPr id="18" name="Backup">
            <a:extLst>
              <a:ext uri="{FF2B5EF4-FFF2-40B4-BE49-F238E27FC236}">
                <a16:creationId xmlns:a16="http://schemas.microsoft.com/office/drawing/2014/main" id="{7C429C96-83F0-B343-81E4-3748615E7281}"/>
              </a:ext>
            </a:extLst>
          </p:cNvPr>
          <p:cNvSpPr/>
          <p:nvPr/>
        </p:nvSpPr>
        <p:spPr>
          <a:xfrm>
            <a:off x="7991840" y="5406439"/>
            <a:ext cx="1445987" cy="390746"/>
          </a:xfrm>
          <a:prstGeom prst="roundRect">
            <a:avLst>
              <a:gd name="adj" fmla="val 38307"/>
            </a:avLst>
          </a:prstGeom>
          <a:solidFill>
            <a:srgbClr val="006893"/>
          </a:solidFill>
          <a:ln w="12700">
            <a:solidFill>
              <a:srgbClr val="000000"/>
            </a:solidFill>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26789" tIns="26789" rIns="26789" bIns="26789" anchor="ctr"/>
          <a:lstStyle>
            <a:lvl1pPr>
              <a:defRPr sz="3200" b="1">
                <a:solidFill>
                  <a:srgbClr val="FFFFFF"/>
                </a:solidFill>
                <a:latin typeface="Helvetica Neue"/>
                <a:ea typeface="Helvetica Neue"/>
                <a:cs typeface="Helvetica Neue"/>
                <a:sym typeface="Helvetica Neue"/>
              </a:defRPr>
            </a:lvl1pPr>
          </a:lstStyle>
          <a:p>
            <a:pPr algn="ctr"/>
            <a:r>
              <a:rPr lang="en-US" sz="1687"/>
              <a:t>3: Backup</a:t>
            </a:r>
            <a:endParaRPr sz="1687"/>
          </a:p>
        </p:txBody>
      </p:sp>
      <p:graphicFrame>
        <p:nvGraphicFramePr>
          <p:cNvPr id="19" name="Table">
            <a:extLst>
              <a:ext uri="{FF2B5EF4-FFF2-40B4-BE49-F238E27FC236}">
                <a16:creationId xmlns:a16="http://schemas.microsoft.com/office/drawing/2014/main" id="{21AAFA7F-A0B2-CB4C-AD39-62294397CE68}"/>
              </a:ext>
            </a:extLst>
          </p:cNvPr>
          <p:cNvGraphicFramePr/>
          <p:nvPr/>
        </p:nvGraphicFramePr>
        <p:xfrm>
          <a:off x="9312047" y="5270903"/>
          <a:ext cx="694128" cy="719995"/>
        </p:xfrm>
        <a:graphic>
          <a:graphicData uri="http://schemas.openxmlformats.org/drawingml/2006/table">
            <a:tbl>
              <a:tblPr/>
              <a:tblGrid>
                <a:gridCol w="694128">
                  <a:extLst>
                    <a:ext uri="{9D8B030D-6E8A-4147-A177-3AD203B41FA5}">
                      <a16:colId xmlns:a16="http://schemas.microsoft.com/office/drawing/2014/main" val="20000"/>
                    </a:ext>
                  </a:extLst>
                </a:gridCol>
              </a:tblGrid>
              <a:tr h="162418">
                <a:tc>
                  <a:txBody>
                    <a:bodyPr/>
                    <a:lstStyle/>
                    <a:p>
                      <a:pPr algn="ctr" defTabSz="914400">
                        <a:tabLst>
                          <a:tab pos="914400" algn="l"/>
                        </a:tabLst>
                      </a:pPr>
                      <a:r>
                        <a:rPr sz="800" b="1">
                          <a:latin typeface="Arial"/>
                          <a:ea typeface="Arial"/>
                          <a:cs typeface="Arial"/>
                          <a:sym typeface="Arial"/>
                        </a:rPr>
                        <a:t>Log</a:t>
                      </a:r>
                    </a:p>
                  </a:txBody>
                  <a:tcPr marL="26789" marR="26789" marT="26789" marB="26789" anchor="ctr" horzOverflow="overflow">
                    <a:solidFill>
                      <a:srgbClr val="FFFFFF"/>
                    </a:solidFill>
                  </a:tcPr>
                </a:tc>
                <a:extLst>
                  <a:ext uri="{0D108BD9-81ED-4DB2-BD59-A6C34878D82A}">
                    <a16:rowId xmlns:a16="http://schemas.microsoft.com/office/drawing/2014/main" val="10000"/>
                  </a:ext>
                </a:extLst>
              </a:tr>
              <a:tr h="181499">
                <a:tc>
                  <a:txBody>
                    <a:bodyPr/>
                    <a:lstStyle/>
                    <a:p>
                      <a:pPr algn="ctr" defTabSz="914400">
                        <a:tabLst>
                          <a:tab pos="914400" algn="l"/>
                        </a:tabLst>
                        <a:defRPr sz="3600"/>
                      </a:pPr>
                      <a:endParaRPr sz="800"/>
                    </a:p>
                  </a:txBody>
                  <a:tcPr marL="26789" marR="26789" marT="26789" marB="26789" anchor="ctr" horzOverflow="overflow">
                    <a:solidFill>
                      <a:srgbClr val="FFFFFF"/>
                    </a:solidFill>
                  </a:tcPr>
                </a:tc>
                <a:extLst>
                  <a:ext uri="{0D108BD9-81ED-4DB2-BD59-A6C34878D82A}">
                    <a16:rowId xmlns:a16="http://schemas.microsoft.com/office/drawing/2014/main" val="10001"/>
                  </a:ext>
                </a:extLst>
              </a:tr>
              <a:tr h="181499">
                <a:tc>
                  <a:txBody>
                    <a:bodyPr/>
                    <a:lstStyle/>
                    <a:p>
                      <a:pPr algn="ctr" defTabSz="914400">
                        <a:tabLst>
                          <a:tab pos="914400" algn="l"/>
                        </a:tabLst>
                        <a:defRPr sz="3600"/>
                      </a:pPr>
                      <a:endParaRPr sz="800"/>
                    </a:p>
                  </a:txBody>
                  <a:tcPr marL="26789" marR="26789" marT="26789" marB="26789" anchor="ctr" horzOverflow="overflow">
                    <a:solidFill>
                      <a:srgbClr val="FFFFFF"/>
                    </a:solidFill>
                  </a:tcPr>
                </a:tc>
                <a:extLst>
                  <a:ext uri="{0D108BD9-81ED-4DB2-BD59-A6C34878D82A}">
                    <a16:rowId xmlns:a16="http://schemas.microsoft.com/office/drawing/2014/main" val="4108179926"/>
                  </a:ext>
                </a:extLst>
              </a:tr>
              <a:tr h="181499">
                <a:tc>
                  <a:txBody>
                    <a:bodyPr/>
                    <a:lstStyle/>
                    <a:p>
                      <a:pPr algn="ctr" defTabSz="914400">
                        <a:tabLst>
                          <a:tab pos="914400" algn="l"/>
                        </a:tabLst>
                        <a:defRPr sz="3600"/>
                      </a:pPr>
                      <a:endParaRPr sz="800"/>
                    </a:p>
                  </a:txBody>
                  <a:tcPr marL="26789" marR="26789" marT="26789" marB="26789" anchor="ctr" horzOverflow="overflow">
                    <a:solidFill>
                      <a:srgbClr val="FFFFFF"/>
                    </a:solidFill>
                  </a:tcPr>
                </a:tc>
                <a:extLst>
                  <a:ext uri="{0D108BD9-81ED-4DB2-BD59-A6C34878D82A}">
                    <a16:rowId xmlns:a16="http://schemas.microsoft.com/office/drawing/2014/main" val="10002"/>
                  </a:ext>
                </a:extLst>
              </a:tr>
            </a:tbl>
          </a:graphicData>
        </a:graphic>
      </p:graphicFrame>
      <p:sp>
        <p:nvSpPr>
          <p:cNvPr id="26" name="TextBox 25">
            <a:extLst>
              <a:ext uri="{FF2B5EF4-FFF2-40B4-BE49-F238E27FC236}">
                <a16:creationId xmlns:a16="http://schemas.microsoft.com/office/drawing/2014/main" id="{24690C95-BD10-3F43-B787-AB2D34B87465}"/>
              </a:ext>
            </a:extLst>
          </p:cNvPr>
          <p:cNvSpPr txBox="1"/>
          <p:nvPr/>
        </p:nvSpPr>
        <p:spPr>
          <a:xfrm>
            <a:off x="1207352" y="5823665"/>
            <a:ext cx="3962400" cy="646331"/>
          </a:xfrm>
          <a:prstGeom prst="rect">
            <a:avLst/>
          </a:prstGeom>
          <a:noFill/>
        </p:spPr>
        <p:txBody>
          <a:bodyPr wrap="square" rtlCol="0">
            <a:spAutoFit/>
          </a:bodyPr>
          <a:lstStyle/>
          <a:p>
            <a:r>
              <a:rPr lang="en-US"/>
              <a:t>Can’t resync state if failure </a:t>
            </a:r>
            <a:br>
              <a:rPr lang="en-US"/>
            </a:br>
            <a:r>
              <a:rPr lang="en-US"/>
              <a:t>“flip flops” between </a:t>
            </a:r>
            <a:r>
              <a:rPr lang="en-US" b="1"/>
              <a:t>2</a:t>
            </a:r>
            <a:r>
              <a:rPr lang="en-US"/>
              <a:t> nodes!</a:t>
            </a:r>
          </a:p>
        </p:txBody>
      </p:sp>
      <p:sp>
        <p:nvSpPr>
          <p:cNvPr id="27" name="Rounded Rectangle 26">
            <a:extLst>
              <a:ext uri="{FF2B5EF4-FFF2-40B4-BE49-F238E27FC236}">
                <a16:creationId xmlns:a16="http://schemas.microsoft.com/office/drawing/2014/main" id="{58C88B2C-6DA7-DE43-B692-32E8F9447C1F}"/>
              </a:ext>
            </a:extLst>
          </p:cNvPr>
          <p:cNvSpPr/>
          <p:nvPr/>
        </p:nvSpPr>
        <p:spPr>
          <a:xfrm>
            <a:off x="7680310" y="6138224"/>
            <a:ext cx="3263474" cy="58578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a:t>Fixed for f=2? No!</a:t>
            </a:r>
          </a:p>
        </p:txBody>
      </p:sp>
      <p:sp>
        <p:nvSpPr>
          <p:cNvPr id="23" name="Primary">
            <a:extLst>
              <a:ext uri="{FF2B5EF4-FFF2-40B4-BE49-F238E27FC236}">
                <a16:creationId xmlns:a16="http://schemas.microsoft.com/office/drawing/2014/main" id="{0C2D74CA-18F5-9C46-909D-312AD67E58BC}"/>
              </a:ext>
            </a:extLst>
          </p:cNvPr>
          <p:cNvSpPr/>
          <p:nvPr/>
        </p:nvSpPr>
        <p:spPr>
          <a:xfrm>
            <a:off x="2663367" y="3532839"/>
            <a:ext cx="1445987" cy="390746"/>
          </a:xfrm>
          <a:prstGeom prst="roundRect">
            <a:avLst>
              <a:gd name="adj" fmla="val 38307"/>
            </a:avLst>
          </a:prstGeom>
          <a:ln/>
          <a:extLst>
            <a:ext uri="{C572A759-6A51-4108-AA02-DFA0A04FC94B}">
              <ma14:wrappingTextBoxFlag xmlns="" xmlns:m="http://schemas.openxmlformats.org/officeDocument/2006/math" xmlns:a14="http://schemas.microsoft.com/office/drawing/2010/main" xmlns:ma14="http://schemas.microsoft.com/office/mac/drawingml/2011/main" val="1"/>
            </a:ext>
          </a:extLst>
        </p:spPr>
        <p:style>
          <a:lnRef idx="2">
            <a:schemeClr val="accent3">
              <a:shade val="50000"/>
            </a:schemeClr>
          </a:lnRef>
          <a:fillRef idx="1">
            <a:schemeClr val="accent3"/>
          </a:fillRef>
          <a:effectRef idx="0">
            <a:schemeClr val="accent3"/>
          </a:effectRef>
          <a:fontRef idx="minor">
            <a:schemeClr val="lt1"/>
          </a:fontRef>
        </p:style>
        <p:txBody>
          <a:bodyPr lIns="26789" tIns="26789" rIns="26789" bIns="26789" anchor="ctr"/>
          <a:lstStyle>
            <a:lvl1pPr>
              <a:defRPr sz="3200" b="1">
                <a:latin typeface="Helvetica Neue"/>
                <a:ea typeface="Helvetica Neue"/>
                <a:cs typeface="Helvetica Neue"/>
                <a:sym typeface="Helvetica Neue"/>
              </a:defRPr>
            </a:lvl1pPr>
          </a:lstStyle>
          <a:p>
            <a:r>
              <a:rPr lang="en-US" sz="1687"/>
              <a:t>1: Primary</a:t>
            </a:r>
            <a:endParaRPr sz="1687"/>
          </a:p>
        </p:txBody>
      </p:sp>
      <p:sp>
        <p:nvSpPr>
          <p:cNvPr id="24" name="Backup">
            <a:extLst>
              <a:ext uri="{FF2B5EF4-FFF2-40B4-BE49-F238E27FC236}">
                <a16:creationId xmlns:a16="http://schemas.microsoft.com/office/drawing/2014/main" id="{B1E97A62-80A7-6248-8D69-81B559E4ACE3}"/>
              </a:ext>
            </a:extLst>
          </p:cNvPr>
          <p:cNvSpPr/>
          <p:nvPr/>
        </p:nvSpPr>
        <p:spPr>
          <a:xfrm>
            <a:off x="2663367" y="4118484"/>
            <a:ext cx="1445987" cy="390746"/>
          </a:xfrm>
          <a:prstGeom prst="roundRect">
            <a:avLst>
              <a:gd name="adj" fmla="val 38307"/>
            </a:avLst>
          </a:prstGeom>
          <a:ln/>
          <a:extLst>
            <a:ext uri="{C572A759-6A51-4108-AA02-DFA0A04FC94B}">
              <ma14:wrappingTextBoxFlag xmlns="" xmlns:m="http://schemas.openxmlformats.org/officeDocument/2006/math" xmlns:a14="http://schemas.microsoft.com/office/drawing/2010/main" xmlns:ma14="http://schemas.microsoft.com/office/mac/drawingml/2011/main" val="1"/>
            </a:ext>
          </a:extLst>
        </p:spPr>
        <p:style>
          <a:lnRef idx="2">
            <a:schemeClr val="accent3">
              <a:shade val="50000"/>
            </a:schemeClr>
          </a:lnRef>
          <a:fillRef idx="1">
            <a:schemeClr val="accent3"/>
          </a:fillRef>
          <a:effectRef idx="0">
            <a:schemeClr val="accent3"/>
          </a:effectRef>
          <a:fontRef idx="minor">
            <a:schemeClr val="lt1"/>
          </a:fontRef>
        </p:style>
        <p:txBody>
          <a:bodyPr lIns="26789" tIns="26789" rIns="26789" bIns="26789" anchor="ctr"/>
          <a:lstStyle>
            <a:lvl1pPr>
              <a:defRPr sz="3200" b="1">
                <a:solidFill>
                  <a:srgbClr val="FFFFFF"/>
                </a:solidFill>
                <a:latin typeface="Helvetica Neue"/>
                <a:ea typeface="Helvetica Neue"/>
                <a:cs typeface="Helvetica Neue"/>
                <a:sym typeface="Helvetica Neue"/>
              </a:defRPr>
            </a:lvl1pPr>
          </a:lstStyle>
          <a:p>
            <a:r>
              <a:rPr lang="en-US" sz="1687"/>
              <a:t>2: </a:t>
            </a:r>
            <a:r>
              <a:rPr sz="1687"/>
              <a:t>Backup</a:t>
            </a:r>
          </a:p>
        </p:txBody>
      </p:sp>
      <p:sp>
        <p:nvSpPr>
          <p:cNvPr id="28" name="Backup">
            <a:extLst>
              <a:ext uri="{FF2B5EF4-FFF2-40B4-BE49-F238E27FC236}">
                <a16:creationId xmlns:a16="http://schemas.microsoft.com/office/drawing/2014/main" id="{75772D7B-C09E-2E4E-A868-8E61F6056253}"/>
              </a:ext>
            </a:extLst>
          </p:cNvPr>
          <p:cNvSpPr/>
          <p:nvPr/>
        </p:nvSpPr>
        <p:spPr>
          <a:xfrm>
            <a:off x="2663367" y="4704128"/>
            <a:ext cx="1445987" cy="390747"/>
          </a:xfrm>
          <a:prstGeom prst="roundRect">
            <a:avLst>
              <a:gd name="adj" fmla="val 38307"/>
            </a:avLst>
          </a:prstGeom>
          <a:solidFill>
            <a:srgbClr val="006893"/>
          </a:solidFill>
          <a:ln w="12700">
            <a:solidFill>
              <a:srgbClr val="000000"/>
            </a:solidFill>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26789" tIns="26789" rIns="26789" bIns="26789" anchor="ctr"/>
          <a:lstStyle>
            <a:lvl1pPr>
              <a:defRPr sz="3200" b="1">
                <a:solidFill>
                  <a:srgbClr val="FFFFFF"/>
                </a:solidFill>
                <a:latin typeface="Helvetica Neue"/>
                <a:ea typeface="Helvetica Neue"/>
                <a:cs typeface="Helvetica Neue"/>
                <a:sym typeface="Helvetica Neue"/>
              </a:defRPr>
            </a:lvl1pPr>
          </a:lstStyle>
          <a:p>
            <a:r>
              <a:rPr lang="en-US" sz="1687"/>
              <a:t>3: </a:t>
            </a:r>
            <a:r>
              <a:rPr sz="1687"/>
              <a:t>Backup</a:t>
            </a:r>
          </a:p>
        </p:txBody>
      </p:sp>
      <p:sp>
        <p:nvSpPr>
          <p:cNvPr id="29" name="f=2, f+2 replicas">
            <a:extLst>
              <a:ext uri="{FF2B5EF4-FFF2-40B4-BE49-F238E27FC236}">
                <a16:creationId xmlns:a16="http://schemas.microsoft.com/office/drawing/2014/main" id="{D503D480-9A77-0B40-B15E-7F34F1680785}"/>
              </a:ext>
            </a:extLst>
          </p:cNvPr>
          <p:cNvSpPr txBox="1"/>
          <p:nvPr/>
        </p:nvSpPr>
        <p:spPr>
          <a:xfrm>
            <a:off x="2384479" y="3073512"/>
            <a:ext cx="2436164" cy="36187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26789" tIns="26789" rIns="26789" bIns="26789" anchor="ctr">
            <a:spAutoFit/>
          </a:bodyPr>
          <a:lstStyle/>
          <a:p>
            <a:r>
              <a:rPr sz="2000" b="1">
                <a:solidFill>
                  <a:srgbClr val="FF0000"/>
                </a:solidFill>
              </a:rPr>
              <a:t>f=2</a:t>
            </a:r>
            <a:r>
              <a:rPr sz="2000" b="1"/>
              <a:t>, f+2 </a:t>
            </a:r>
            <a:r>
              <a:rPr lang="en-US" sz="2000" b="1"/>
              <a:t>= 4 </a:t>
            </a:r>
            <a:r>
              <a:rPr sz="2000" b="1"/>
              <a:t>replicas</a:t>
            </a:r>
          </a:p>
        </p:txBody>
      </p:sp>
      <p:sp>
        <p:nvSpPr>
          <p:cNvPr id="30" name="Backup">
            <a:extLst>
              <a:ext uri="{FF2B5EF4-FFF2-40B4-BE49-F238E27FC236}">
                <a16:creationId xmlns:a16="http://schemas.microsoft.com/office/drawing/2014/main" id="{0640FB49-D55E-2741-8BD4-D5C199474F45}"/>
              </a:ext>
            </a:extLst>
          </p:cNvPr>
          <p:cNvSpPr/>
          <p:nvPr/>
        </p:nvSpPr>
        <p:spPr>
          <a:xfrm>
            <a:off x="2663367" y="5289773"/>
            <a:ext cx="1445987" cy="390747"/>
          </a:xfrm>
          <a:prstGeom prst="roundRect">
            <a:avLst>
              <a:gd name="adj" fmla="val 38307"/>
            </a:avLst>
          </a:prstGeom>
          <a:solidFill>
            <a:srgbClr val="006893"/>
          </a:solidFill>
          <a:ln w="12700">
            <a:solidFill>
              <a:srgbClr val="000000"/>
            </a:solidFill>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26789" tIns="26789" rIns="26789" bIns="26789" anchor="ctr"/>
          <a:lstStyle>
            <a:lvl1pPr>
              <a:defRPr sz="3200" b="1">
                <a:solidFill>
                  <a:srgbClr val="FFFFFF"/>
                </a:solidFill>
                <a:latin typeface="Helvetica Neue"/>
                <a:ea typeface="Helvetica Neue"/>
                <a:cs typeface="Helvetica Neue"/>
                <a:sym typeface="Helvetica Neue"/>
              </a:defRPr>
            </a:lvl1pPr>
          </a:lstStyle>
          <a:p>
            <a:r>
              <a:rPr lang="en-US" sz="1687"/>
              <a:t>4: </a:t>
            </a:r>
            <a:r>
              <a:rPr sz="1687"/>
              <a:t>Backup</a:t>
            </a:r>
          </a:p>
        </p:txBody>
      </p:sp>
      <p:grpSp>
        <p:nvGrpSpPr>
          <p:cNvPr id="9" name="Group 8">
            <a:extLst>
              <a:ext uri="{FF2B5EF4-FFF2-40B4-BE49-F238E27FC236}">
                <a16:creationId xmlns:a16="http://schemas.microsoft.com/office/drawing/2014/main" id="{2373BAF6-19CE-E046-9FC1-489258184686}"/>
              </a:ext>
            </a:extLst>
          </p:cNvPr>
          <p:cNvGrpSpPr/>
          <p:nvPr/>
        </p:nvGrpSpPr>
        <p:grpSpPr>
          <a:xfrm>
            <a:off x="2533928" y="3620282"/>
            <a:ext cx="2179320" cy="2024547"/>
            <a:chOff x="9157126" y="694361"/>
            <a:chExt cx="2179320" cy="2024547"/>
          </a:xfrm>
        </p:grpSpPr>
        <p:cxnSp>
          <p:nvCxnSpPr>
            <p:cNvPr id="21" name="Straight Connector 20">
              <a:extLst>
                <a:ext uri="{FF2B5EF4-FFF2-40B4-BE49-F238E27FC236}">
                  <a16:creationId xmlns:a16="http://schemas.microsoft.com/office/drawing/2014/main" id="{26B49A8E-4036-D542-A3E3-0CF543C15A26}"/>
                </a:ext>
              </a:extLst>
            </p:cNvPr>
            <p:cNvCxnSpPr/>
            <p:nvPr/>
          </p:nvCxnSpPr>
          <p:spPr>
            <a:xfrm>
              <a:off x="9157126" y="694361"/>
              <a:ext cx="2024547" cy="2024547"/>
            </a:xfrm>
            <a:prstGeom prst="line">
              <a:avLst/>
            </a:prstGeom>
            <a:ln w="76200"/>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E116D7A3-2DA2-9041-B991-13E4575D746C}"/>
                </a:ext>
              </a:extLst>
            </p:cNvPr>
            <p:cNvCxnSpPr>
              <a:cxnSpLocks/>
            </p:cNvCxnSpPr>
            <p:nvPr/>
          </p:nvCxnSpPr>
          <p:spPr>
            <a:xfrm flipV="1">
              <a:off x="9157126" y="694361"/>
              <a:ext cx="2179320" cy="1933108"/>
            </a:xfrm>
            <a:prstGeom prst="line">
              <a:avLst/>
            </a:prstGeom>
            <a:ln w="76200"/>
          </p:spPr>
          <p:style>
            <a:lnRef idx="1">
              <a:schemeClr val="accent1"/>
            </a:lnRef>
            <a:fillRef idx="0">
              <a:schemeClr val="accent1"/>
            </a:fillRef>
            <a:effectRef idx="0">
              <a:schemeClr val="accent1"/>
            </a:effectRef>
            <a:fontRef idx="minor">
              <a:schemeClr val="tx1"/>
            </a:fontRef>
          </p:style>
        </p:cxnSp>
      </p:grpSp>
      <p:sp>
        <p:nvSpPr>
          <p:cNvPr id="25" name="f=1, f+1 replicas">
            <a:extLst>
              <a:ext uri="{FF2B5EF4-FFF2-40B4-BE49-F238E27FC236}">
                <a16:creationId xmlns:a16="http://schemas.microsoft.com/office/drawing/2014/main" id="{6BF70473-61B3-5A4A-BBC9-E085FC5D37E9}"/>
              </a:ext>
            </a:extLst>
          </p:cNvPr>
          <p:cNvSpPr txBox="1"/>
          <p:nvPr/>
        </p:nvSpPr>
        <p:spPr>
          <a:xfrm>
            <a:off x="8051392" y="2832956"/>
            <a:ext cx="1656488" cy="669654"/>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26789" tIns="26789" rIns="26789" bIns="26789" anchor="ctr">
            <a:spAutoFit/>
          </a:bodyPr>
          <a:lstStyle/>
          <a:p>
            <a:pPr algn="ctr"/>
            <a:r>
              <a:rPr sz="2000"/>
              <a:t>f=1, f+</a:t>
            </a:r>
            <a:r>
              <a:rPr lang="en-US" sz="2000"/>
              <a:t>2 = 3</a:t>
            </a:r>
            <a:r>
              <a:rPr sz="2000"/>
              <a:t> replicas</a:t>
            </a:r>
          </a:p>
        </p:txBody>
      </p:sp>
    </p:spTree>
    <p:extLst>
      <p:ext uri="{BB962C8B-B14F-4D97-AF65-F5344CB8AC3E}">
        <p14:creationId xmlns:p14="http://schemas.microsoft.com/office/powerpoint/2010/main" val="1480358178"/>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C2756B-222B-524C-A09B-28A915C182E9}"/>
              </a:ext>
            </a:extLst>
          </p:cNvPr>
          <p:cNvSpPr>
            <a:spLocks noGrp="1"/>
          </p:cNvSpPr>
          <p:nvPr>
            <p:ph type="title"/>
          </p:nvPr>
        </p:nvSpPr>
        <p:spPr/>
        <p:txBody>
          <a:bodyPr/>
          <a:lstStyle/>
          <a:p>
            <a:r>
              <a:rPr lang="en-US"/>
              <a:t>Handling Failures</a:t>
            </a:r>
          </a:p>
        </p:txBody>
      </p:sp>
      <p:sp>
        <p:nvSpPr>
          <p:cNvPr id="3" name="Content Placeholder 2">
            <a:extLst>
              <a:ext uri="{FF2B5EF4-FFF2-40B4-BE49-F238E27FC236}">
                <a16:creationId xmlns:a16="http://schemas.microsoft.com/office/drawing/2014/main" id="{0CD419E1-5782-1042-A5F6-464A7881023A}"/>
              </a:ext>
            </a:extLst>
          </p:cNvPr>
          <p:cNvSpPr>
            <a:spLocks noGrp="1"/>
          </p:cNvSpPr>
          <p:nvPr>
            <p:ph idx="1"/>
          </p:nvPr>
        </p:nvSpPr>
        <p:spPr/>
        <p:txBody>
          <a:bodyPr/>
          <a:lstStyle/>
          <a:p>
            <a:r>
              <a:rPr lang="en-US"/>
              <a:t>F = number of nodes which can crash at one time</a:t>
            </a:r>
          </a:p>
          <a:p>
            <a:r>
              <a:rPr lang="en-US"/>
              <a:t># of nodes needed must depend on f!</a:t>
            </a:r>
          </a:p>
        </p:txBody>
      </p:sp>
      <p:sp>
        <p:nvSpPr>
          <p:cNvPr id="4" name="Footer Placeholder 3">
            <a:extLst>
              <a:ext uri="{FF2B5EF4-FFF2-40B4-BE49-F238E27FC236}">
                <a16:creationId xmlns:a16="http://schemas.microsoft.com/office/drawing/2014/main" id="{0ADDD65A-6A38-8846-ABAF-460600736D36}"/>
              </a:ext>
            </a:extLst>
          </p:cNvPr>
          <p:cNvSpPr>
            <a:spLocks noGrp="1"/>
          </p:cNvSpPr>
          <p:nvPr>
            <p:ph type="ftr" sz="quarter" idx="11"/>
          </p:nvPr>
        </p:nvSpPr>
        <p:spPr/>
        <p:txBody>
          <a:bodyPr/>
          <a:lstStyle/>
          <a:p>
            <a:r>
              <a:rPr lang="en-US"/>
              <a:t>Prof. Tim Wood &amp; Prof. </a:t>
            </a:r>
            <a:r>
              <a:rPr lang="en-US" err="1"/>
              <a:t>Roozbeh</a:t>
            </a:r>
            <a:r>
              <a:rPr lang="en-US"/>
              <a:t> </a:t>
            </a:r>
            <a:r>
              <a:rPr lang="en-US" err="1"/>
              <a:t>Haghnazar</a:t>
            </a:r>
            <a:endParaRPr lang="en-US"/>
          </a:p>
        </p:txBody>
      </p:sp>
      <p:sp>
        <p:nvSpPr>
          <p:cNvPr id="7" name="Client">
            <a:extLst>
              <a:ext uri="{FF2B5EF4-FFF2-40B4-BE49-F238E27FC236}">
                <a16:creationId xmlns:a16="http://schemas.microsoft.com/office/drawing/2014/main" id="{5F672F89-27CB-5045-9C7E-3EA72E0C51C8}"/>
              </a:ext>
            </a:extLst>
          </p:cNvPr>
          <p:cNvSpPr/>
          <p:nvPr/>
        </p:nvSpPr>
        <p:spPr>
          <a:xfrm>
            <a:off x="1045205" y="4258851"/>
            <a:ext cx="960801" cy="522830"/>
          </a:xfrm>
          <a:prstGeom prst="roundRect">
            <a:avLst>
              <a:gd name="adj" fmla="val 19214"/>
            </a:avLst>
          </a:prstGeom>
          <a:solidFill>
            <a:srgbClr val="725796"/>
          </a:solidFill>
          <a:ln w="12700">
            <a:solidFill>
              <a:schemeClr val="accent6">
                <a:lumOff val="-21524"/>
              </a:schemeClr>
            </a:solidFill>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lIns="26789" tIns="26789" rIns="26789" bIns="26789" anchor="ctr"/>
          <a:lstStyle>
            <a:lvl1pPr>
              <a:defRPr sz="3200" b="1">
                <a:solidFill>
                  <a:srgbClr val="FFFFFF"/>
                </a:solidFill>
                <a:latin typeface="Helvetica Neue"/>
                <a:ea typeface="Helvetica Neue"/>
                <a:cs typeface="Helvetica Neue"/>
                <a:sym typeface="Helvetica Neue"/>
              </a:defRPr>
            </a:lvl1pPr>
          </a:lstStyle>
          <a:p>
            <a:pPr algn="ctr"/>
            <a:r>
              <a:rPr sz="1687"/>
              <a:t>Client</a:t>
            </a:r>
          </a:p>
        </p:txBody>
      </p:sp>
      <p:sp>
        <p:nvSpPr>
          <p:cNvPr id="26" name="TextBox 25">
            <a:extLst>
              <a:ext uri="{FF2B5EF4-FFF2-40B4-BE49-F238E27FC236}">
                <a16:creationId xmlns:a16="http://schemas.microsoft.com/office/drawing/2014/main" id="{24690C95-BD10-3F43-B787-AB2D34B87465}"/>
              </a:ext>
            </a:extLst>
          </p:cNvPr>
          <p:cNvSpPr txBox="1"/>
          <p:nvPr/>
        </p:nvSpPr>
        <p:spPr>
          <a:xfrm>
            <a:off x="1207352" y="5823665"/>
            <a:ext cx="3962400" cy="646331"/>
          </a:xfrm>
          <a:prstGeom prst="rect">
            <a:avLst/>
          </a:prstGeom>
          <a:noFill/>
        </p:spPr>
        <p:txBody>
          <a:bodyPr wrap="square" rtlCol="0">
            <a:spAutoFit/>
          </a:bodyPr>
          <a:lstStyle/>
          <a:p>
            <a:r>
              <a:rPr lang="en-US"/>
              <a:t>Can’t resync state if failure </a:t>
            </a:r>
            <a:br>
              <a:rPr lang="en-US"/>
            </a:br>
            <a:r>
              <a:rPr lang="en-US"/>
              <a:t>“flip flops” between </a:t>
            </a:r>
            <a:r>
              <a:rPr lang="en-US" b="1"/>
              <a:t>2</a:t>
            </a:r>
            <a:r>
              <a:rPr lang="en-US"/>
              <a:t> nodes!</a:t>
            </a:r>
          </a:p>
        </p:txBody>
      </p:sp>
      <p:sp>
        <p:nvSpPr>
          <p:cNvPr id="27" name="Rounded Rectangle 26">
            <a:extLst>
              <a:ext uri="{FF2B5EF4-FFF2-40B4-BE49-F238E27FC236}">
                <a16:creationId xmlns:a16="http://schemas.microsoft.com/office/drawing/2014/main" id="{58C88B2C-6DA7-DE43-B692-32E8F9447C1F}"/>
              </a:ext>
            </a:extLst>
          </p:cNvPr>
          <p:cNvSpPr/>
          <p:nvPr/>
        </p:nvSpPr>
        <p:spPr>
          <a:xfrm>
            <a:off x="4904305" y="3239378"/>
            <a:ext cx="3263474" cy="3015753"/>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a:t>Use </a:t>
            </a:r>
            <a:r>
              <a:rPr lang="en-US" sz="2800" b="1"/>
              <a:t>2f+1</a:t>
            </a:r>
            <a:r>
              <a:rPr lang="en-US" sz="2800"/>
              <a:t> replicas!</a:t>
            </a:r>
          </a:p>
          <a:p>
            <a:pPr algn="ctr"/>
            <a:r>
              <a:rPr lang="en-US" sz="2800"/>
              <a:t>Insight: Always need a </a:t>
            </a:r>
            <a:r>
              <a:rPr lang="en-US" sz="2800" b="1"/>
              <a:t>majority</a:t>
            </a:r>
            <a:r>
              <a:rPr lang="en-US" sz="2800"/>
              <a:t> of nodes to stay alive!</a:t>
            </a:r>
          </a:p>
        </p:txBody>
      </p:sp>
      <p:sp>
        <p:nvSpPr>
          <p:cNvPr id="23" name="Primary">
            <a:extLst>
              <a:ext uri="{FF2B5EF4-FFF2-40B4-BE49-F238E27FC236}">
                <a16:creationId xmlns:a16="http://schemas.microsoft.com/office/drawing/2014/main" id="{0C2D74CA-18F5-9C46-909D-312AD67E58BC}"/>
              </a:ext>
            </a:extLst>
          </p:cNvPr>
          <p:cNvSpPr/>
          <p:nvPr/>
        </p:nvSpPr>
        <p:spPr>
          <a:xfrm>
            <a:off x="2663367" y="3532839"/>
            <a:ext cx="1445987" cy="390746"/>
          </a:xfrm>
          <a:prstGeom prst="roundRect">
            <a:avLst>
              <a:gd name="adj" fmla="val 38307"/>
            </a:avLst>
          </a:prstGeom>
          <a:ln/>
          <a:extLst>
            <a:ext uri="{C572A759-6A51-4108-AA02-DFA0A04FC94B}">
              <ma14:wrappingTextBoxFlag xmlns="" xmlns:ma14="http://schemas.microsoft.com/office/mac/drawingml/2011/main" xmlns:a14="http://schemas.microsoft.com/office/drawing/2010/main" xmlns:m="http://schemas.openxmlformats.org/officeDocument/2006/math" val="1"/>
            </a:ext>
          </a:extLst>
        </p:spPr>
        <p:style>
          <a:lnRef idx="2">
            <a:schemeClr val="accent3">
              <a:shade val="50000"/>
            </a:schemeClr>
          </a:lnRef>
          <a:fillRef idx="1">
            <a:schemeClr val="accent3"/>
          </a:fillRef>
          <a:effectRef idx="0">
            <a:schemeClr val="accent3"/>
          </a:effectRef>
          <a:fontRef idx="minor">
            <a:schemeClr val="lt1"/>
          </a:fontRef>
        </p:style>
        <p:txBody>
          <a:bodyPr lIns="26789" tIns="26789" rIns="26789" bIns="26789" anchor="ctr"/>
          <a:lstStyle>
            <a:lvl1pPr>
              <a:defRPr sz="3200" b="1">
                <a:latin typeface="Helvetica Neue"/>
                <a:ea typeface="Helvetica Neue"/>
                <a:cs typeface="Helvetica Neue"/>
                <a:sym typeface="Helvetica Neue"/>
              </a:defRPr>
            </a:lvl1pPr>
          </a:lstStyle>
          <a:p>
            <a:r>
              <a:rPr lang="en-US" sz="1687"/>
              <a:t>1: Primary</a:t>
            </a:r>
            <a:endParaRPr sz="1687"/>
          </a:p>
        </p:txBody>
      </p:sp>
      <p:sp>
        <p:nvSpPr>
          <p:cNvPr id="24" name="Backup">
            <a:extLst>
              <a:ext uri="{FF2B5EF4-FFF2-40B4-BE49-F238E27FC236}">
                <a16:creationId xmlns:a16="http://schemas.microsoft.com/office/drawing/2014/main" id="{B1E97A62-80A7-6248-8D69-81B559E4ACE3}"/>
              </a:ext>
            </a:extLst>
          </p:cNvPr>
          <p:cNvSpPr/>
          <p:nvPr/>
        </p:nvSpPr>
        <p:spPr>
          <a:xfrm>
            <a:off x="2663367" y="4118484"/>
            <a:ext cx="1445987" cy="390746"/>
          </a:xfrm>
          <a:prstGeom prst="roundRect">
            <a:avLst>
              <a:gd name="adj" fmla="val 38307"/>
            </a:avLst>
          </a:prstGeom>
          <a:ln/>
          <a:extLst>
            <a:ext uri="{C572A759-6A51-4108-AA02-DFA0A04FC94B}">
              <ma14:wrappingTextBoxFlag xmlns="" xmlns:ma14="http://schemas.microsoft.com/office/mac/drawingml/2011/main" xmlns:a14="http://schemas.microsoft.com/office/drawing/2010/main" xmlns:m="http://schemas.openxmlformats.org/officeDocument/2006/math" val="1"/>
            </a:ext>
          </a:extLst>
        </p:spPr>
        <p:style>
          <a:lnRef idx="2">
            <a:schemeClr val="accent3">
              <a:shade val="50000"/>
            </a:schemeClr>
          </a:lnRef>
          <a:fillRef idx="1">
            <a:schemeClr val="accent3"/>
          </a:fillRef>
          <a:effectRef idx="0">
            <a:schemeClr val="accent3"/>
          </a:effectRef>
          <a:fontRef idx="minor">
            <a:schemeClr val="lt1"/>
          </a:fontRef>
        </p:style>
        <p:txBody>
          <a:bodyPr lIns="26789" tIns="26789" rIns="26789" bIns="26789" anchor="ctr"/>
          <a:lstStyle>
            <a:lvl1pPr>
              <a:defRPr sz="3200" b="1">
                <a:solidFill>
                  <a:srgbClr val="FFFFFF"/>
                </a:solidFill>
                <a:latin typeface="Helvetica Neue"/>
                <a:ea typeface="Helvetica Neue"/>
                <a:cs typeface="Helvetica Neue"/>
                <a:sym typeface="Helvetica Neue"/>
              </a:defRPr>
            </a:lvl1pPr>
          </a:lstStyle>
          <a:p>
            <a:r>
              <a:rPr lang="en-US" sz="1687"/>
              <a:t>2: </a:t>
            </a:r>
            <a:r>
              <a:rPr sz="1687"/>
              <a:t>Backup</a:t>
            </a:r>
          </a:p>
        </p:txBody>
      </p:sp>
      <p:sp>
        <p:nvSpPr>
          <p:cNvPr id="28" name="Backup">
            <a:extLst>
              <a:ext uri="{FF2B5EF4-FFF2-40B4-BE49-F238E27FC236}">
                <a16:creationId xmlns:a16="http://schemas.microsoft.com/office/drawing/2014/main" id="{75772D7B-C09E-2E4E-A868-8E61F6056253}"/>
              </a:ext>
            </a:extLst>
          </p:cNvPr>
          <p:cNvSpPr/>
          <p:nvPr/>
        </p:nvSpPr>
        <p:spPr>
          <a:xfrm>
            <a:off x="2663367" y="4704128"/>
            <a:ext cx="1445987" cy="390747"/>
          </a:xfrm>
          <a:prstGeom prst="roundRect">
            <a:avLst>
              <a:gd name="adj" fmla="val 38307"/>
            </a:avLst>
          </a:prstGeom>
          <a:solidFill>
            <a:srgbClr val="006893"/>
          </a:solidFill>
          <a:ln w="12700">
            <a:solidFill>
              <a:srgbClr val="000000"/>
            </a:solidFill>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lIns="26789" tIns="26789" rIns="26789" bIns="26789" anchor="ctr"/>
          <a:lstStyle>
            <a:lvl1pPr>
              <a:defRPr sz="3200" b="1">
                <a:solidFill>
                  <a:srgbClr val="FFFFFF"/>
                </a:solidFill>
                <a:latin typeface="Helvetica Neue"/>
                <a:ea typeface="Helvetica Neue"/>
                <a:cs typeface="Helvetica Neue"/>
                <a:sym typeface="Helvetica Neue"/>
              </a:defRPr>
            </a:lvl1pPr>
          </a:lstStyle>
          <a:p>
            <a:r>
              <a:rPr lang="en-US" sz="1687"/>
              <a:t>3: </a:t>
            </a:r>
            <a:r>
              <a:rPr sz="1687"/>
              <a:t>Backup</a:t>
            </a:r>
          </a:p>
        </p:txBody>
      </p:sp>
      <p:sp>
        <p:nvSpPr>
          <p:cNvPr id="29" name="f=2, f+2 replicas">
            <a:extLst>
              <a:ext uri="{FF2B5EF4-FFF2-40B4-BE49-F238E27FC236}">
                <a16:creationId xmlns:a16="http://schemas.microsoft.com/office/drawing/2014/main" id="{D503D480-9A77-0B40-B15E-7F34F1680785}"/>
              </a:ext>
            </a:extLst>
          </p:cNvPr>
          <p:cNvSpPr txBox="1"/>
          <p:nvPr/>
        </p:nvSpPr>
        <p:spPr>
          <a:xfrm>
            <a:off x="2384479" y="3073512"/>
            <a:ext cx="1984117" cy="361878"/>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none" lIns="26789" tIns="26789" rIns="26789" bIns="26789" anchor="ctr">
            <a:spAutoFit/>
          </a:bodyPr>
          <a:lstStyle/>
          <a:p>
            <a:r>
              <a:rPr sz="2000" b="1">
                <a:solidFill>
                  <a:srgbClr val="FF0000"/>
                </a:solidFill>
              </a:rPr>
              <a:t>f=2</a:t>
            </a:r>
            <a:r>
              <a:rPr sz="2000"/>
              <a:t>, f+2 replicas</a:t>
            </a:r>
          </a:p>
        </p:txBody>
      </p:sp>
      <p:sp>
        <p:nvSpPr>
          <p:cNvPr id="30" name="Backup">
            <a:extLst>
              <a:ext uri="{FF2B5EF4-FFF2-40B4-BE49-F238E27FC236}">
                <a16:creationId xmlns:a16="http://schemas.microsoft.com/office/drawing/2014/main" id="{0640FB49-D55E-2741-8BD4-D5C199474F45}"/>
              </a:ext>
            </a:extLst>
          </p:cNvPr>
          <p:cNvSpPr/>
          <p:nvPr/>
        </p:nvSpPr>
        <p:spPr>
          <a:xfrm>
            <a:off x="2663367" y="5289773"/>
            <a:ext cx="1445987" cy="390747"/>
          </a:xfrm>
          <a:prstGeom prst="roundRect">
            <a:avLst>
              <a:gd name="adj" fmla="val 38307"/>
            </a:avLst>
          </a:prstGeom>
          <a:solidFill>
            <a:srgbClr val="006893"/>
          </a:solidFill>
          <a:ln w="12700">
            <a:solidFill>
              <a:srgbClr val="000000"/>
            </a:solidFill>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lIns="26789" tIns="26789" rIns="26789" bIns="26789" anchor="ctr"/>
          <a:lstStyle>
            <a:lvl1pPr>
              <a:defRPr sz="3200" b="1">
                <a:solidFill>
                  <a:srgbClr val="FFFFFF"/>
                </a:solidFill>
                <a:latin typeface="Helvetica Neue"/>
                <a:ea typeface="Helvetica Neue"/>
                <a:cs typeface="Helvetica Neue"/>
                <a:sym typeface="Helvetica Neue"/>
              </a:defRPr>
            </a:lvl1pPr>
          </a:lstStyle>
          <a:p>
            <a:r>
              <a:rPr lang="en-US" sz="1687"/>
              <a:t>4: </a:t>
            </a:r>
            <a:r>
              <a:rPr sz="1687"/>
              <a:t>Backup</a:t>
            </a:r>
          </a:p>
        </p:txBody>
      </p:sp>
      <p:grpSp>
        <p:nvGrpSpPr>
          <p:cNvPr id="9" name="Group 8">
            <a:extLst>
              <a:ext uri="{FF2B5EF4-FFF2-40B4-BE49-F238E27FC236}">
                <a16:creationId xmlns:a16="http://schemas.microsoft.com/office/drawing/2014/main" id="{2373BAF6-19CE-E046-9FC1-489258184686}"/>
              </a:ext>
            </a:extLst>
          </p:cNvPr>
          <p:cNvGrpSpPr/>
          <p:nvPr/>
        </p:nvGrpSpPr>
        <p:grpSpPr>
          <a:xfrm>
            <a:off x="2533928" y="3620282"/>
            <a:ext cx="2179320" cy="2024547"/>
            <a:chOff x="9157126" y="694361"/>
            <a:chExt cx="2179320" cy="2024547"/>
          </a:xfrm>
        </p:grpSpPr>
        <p:cxnSp>
          <p:nvCxnSpPr>
            <p:cNvPr id="21" name="Straight Connector 20">
              <a:extLst>
                <a:ext uri="{FF2B5EF4-FFF2-40B4-BE49-F238E27FC236}">
                  <a16:creationId xmlns:a16="http://schemas.microsoft.com/office/drawing/2014/main" id="{26B49A8E-4036-D542-A3E3-0CF543C15A26}"/>
                </a:ext>
              </a:extLst>
            </p:cNvPr>
            <p:cNvCxnSpPr/>
            <p:nvPr/>
          </p:nvCxnSpPr>
          <p:spPr>
            <a:xfrm>
              <a:off x="9157126" y="694361"/>
              <a:ext cx="2024547" cy="2024547"/>
            </a:xfrm>
            <a:prstGeom prst="line">
              <a:avLst/>
            </a:prstGeom>
            <a:ln w="76200"/>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E116D7A3-2DA2-9041-B991-13E4575D746C}"/>
                </a:ext>
              </a:extLst>
            </p:cNvPr>
            <p:cNvCxnSpPr>
              <a:cxnSpLocks/>
            </p:cNvCxnSpPr>
            <p:nvPr/>
          </p:nvCxnSpPr>
          <p:spPr>
            <a:xfrm flipV="1">
              <a:off x="9157126" y="694361"/>
              <a:ext cx="2179320" cy="1933108"/>
            </a:xfrm>
            <a:prstGeom prst="line">
              <a:avLst/>
            </a:prstGeom>
            <a:ln w="76200"/>
          </p:spPr>
          <p:style>
            <a:lnRef idx="1">
              <a:schemeClr val="accent1"/>
            </a:lnRef>
            <a:fillRef idx="0">
              <a:schemeClr val="accent1"/>
            </a:fillRef>
            <a:effectRef idx="0">
              <a:schemeClr val="accent1"/>
            </a:effectRef>
            <a:fontRef idx="minor">
              <a:schemeClr val="tx1"/>
            </a:fontRef>
          </p:style>
        </p:cxnSp>
      </p:grpSp>
      <p:sp>
        <p:nvSpPr>
          <p:cNvPr id="25" name="f=1, f+1 replicas">
            <a:extLst>
              <a:ext uri="{FF2B5EF4-FFF2-40B4-BE49-F238E27FC236}">
                <a16:creationId xmlns:a16="http://schemas.microsoft.com/office/drawing/2014/main" id="{2943F55F-B66E-794E-A059-E4ED77A2E46E}"/>
              </a:ext>
            </a:extLst>
          </p:cNvPr>
          <p:cNvSpPr txBox="1"/>
          <p:nvPr/>
        </p:nvSpPr>
        <p:spPr>
          <a:xfrm>
            <a:off x="8323956" y="2614185"/>
            <a:ext cx="2967128" cy="36187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26789" tIns="26789" rIns="26789" bIns="26789" anchor="ctr">
            <a:spAutoFit/>
          </a:bodyPr>
          <a:lstStyle/>
          <a:p>
            <a:pPr algn="ctr"/>
            <a:r>
              <a:rPr sz="2000" b="1"/>
              <a:t>f=</a:t>
            </a:r>
            <a:r>
              <a:rPr lang="en-US" sz="2000" b="1"/>
              <a:t>2</a:t>
            </a:r>
            <a:r>
              <a:rPr sz="2000" b="1"/>
              <a:t>, </a:t>
            </a:r>
            <a:r>
              <a:rPr lang="en-US" sz="2000" b="1">
                <a:solidFill>
                  <a:srgbClr val="FF0000"/>
                </a:solidFill>
              </a:rPr>
              <a:t>2f+1 = 5</a:t>
            </a:r>
            <a:r>
              <a:rPr sz="2000" b="1">
                <a:solidFill>
                  <a:srgbClr val="FF0000"/>
                </a:solidFill>
              </a:rPr>
              <a:t> </a:t>
            </a:r>
            <a:r>
              <a:rPr sz="2000" b="1"/>
              <a:t>replicas</a:t>
            </a:r>
          </a:p>
        </p:txBody>
      </p:sp>
      <p:sp>
        <p:nvSpPr>
          <p:cNvPr id="31" name="Primary">
            <a:extLst>
              <a:ext uri="{FF2B5EF4-FFF2-40B4-BE49-F238E27FC236}">
                <a16:creationId xmlns:a16="http://schemas.microsoft.com/office/drawing/2014/main" id="{26A78297-71ED-964D-90D5-30A333CBD56D}"/>
              </a:ext>
            </a:extLst>
          </p:cNvPr>
          <p:cNvSpPr/>
          <p:nvPr/>
        </p:nvSpPr>
        <p:spPr>
          <a:xfrm>
            <a:off x="9084527" y="3254451"/>
            <a:ext cx="1445987" cy="390746"/>
          </a:xfrm>
          <a:prstGeom prst="roundRect">
            <a:avLst>
              <a:gd name="adj" fmla="val 38307"/>
            </a:avLst>
          </a:prstGeom>
          <a:solidFill>
            <a:srgbClr val="B1DD8C"/>
          </a:solidFill>
          <a:ln w="12700">
            <a:solidFill>
              <a:srgbClr val="000000"/>
            </a:solidFill>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lIns="26789" tIns="26789" rIns="26789" bIns="26789" anchor="ctr"/>
          <a:lstStyle>
            <a:lvl1pPr>
              <a:defRPr sz="3200" b="1">
                <a:latin typeface="Helvetica Neue"/>
                <a:ea typeface="Helvetica Neue"/>
                <a:cs typeface="Helvetica Neue"/>
                <a:sym typeface="Helvetica Neue"/>
              </a:defRPr>
            </a:lvl1pPr>
          </a:lstStyle>
          <a:p>
            <a:r>
              <a:rPr sz="1687"/>
              <a:t>Primary</a:t>
            </a:r>
          </a:p>
        </p:txBody>
      </p:sp>
      <p:sp>
        <p:nvSpPr>
          <p:cNvPr id="32" name="Backup">
            <a:extLst>
              <a:ext uri="{FF2B5EF4-FFF2-40B4-BE49-F238E27FC236}">
                <a16:creationId xmlns:a16="http://schemas.microsoft.com/office/drawing/2014/main" id="{93875760-3A35-C842-B77E-1DB46AEE5FE8}"/>
              </a:ext>
            </a:extLst>
          </p:cNvPr>
          <p:cNvSpPr/>
          <p:nvPr/>
        </p:nvSpPr>
        <p:spPr>
          <a:xfrm>
            <a:off x="9084527" y="3840096"/>
            <a:ext cx="1445987" cy="390746"/>
          </a:xfrm>
          <a:prstGeom prst="roundRect">
            <a:avLst>
              <a:gd name="adj" fmla="val 38307"/>
            </a:avLst>
          </a:prstGeom>
          <a:solidFill>
            <a:srgbClr val="006893"/>
          </a:solidFill>
          <a:ln w="12700">
            <a:solidFill>
              <a:srgbClr val="000000"/>
            </a:solidFill>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lIns="26789" tIns="26789" rIns="26789" bIns="26789" anchor="ctr"/>
          <a:lstStyle>
            <a:lvl1pPr>
              <a:defRPr sz="3200" b="1">
                <a:solidFill>
                  <a:srgbClr val="FFFFFF"/>
                </a:solidFill>
                <a:latin typeface="Helvetica Neue"/>
                <a:ea typeface="Helvetica Neue"/>
                <a:cs typeface="Helvetica Neue"/>
                <a:sym typeface="Helvetica Neue"/>
              </a:defRPr>
            </a:lvl1pPr>
          </a:lstStyle>
          <a:p>
            <a:r>
              <a:rPr sz="1687"/>
              <a:t>Backup</a:t>
            </a:r>
          </a:p>
        </p:txBody>
      </p:sp>
      <p:sp>
        <p:nvSpPr>
          <p:cNvPr id="33" name="Backup">
            <a:extLst>
              <a:ext uri="{FF2B5EF4-FFF2-40B4-BE49-F238E27FC236}">
                <a16:creationId xmlns:a16="http://schemas.microsoft.com/office/drawing/2014/main" id="{6D73C1AE-C0B5-F143-95AD-7CEE35131762}"/>
              </a:ext>
            </a:extLst>
          </p:cNvPr>
          <p:cNvSpPr/>
          <p:nvPr/>
        </p:nvSpPr>
        <p:spPr>
          <a:xfrm>
            <a:off x="9084527" y="4425740"/>
            <a:ext cx="1445987" cy="390747"/>
          </a:xfrm>
          <a:prstGeom prst="roundRect">
            <a:avLst>
              <a:gd name="adj" fmla="val 38307"/>
            </a:avLst>
          </a:prstGeom>
          <a:solidFill>
            <a:srgbClr val="006893"/>
          </a:solidFill>
          <a:ln w="12700">
            <a:solidFill>
              <a:srgbClr val="000000"/>
            </a:solidFill>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lIns="26789" tIns="26789" rIns="26789" bIns="26789" anchor="ctr"/>
          <a:lstStyle>
            <a:lvl1pPr>
              <a:defRPr sz="3200" b="1">
                <a:solidFill>
                  <a:srgbClr val="FFFFFF"/>
                </a:solidFill>
                <a:latin typeface="Helvetica Neue"/>
                <a:ea typeface="Helvetica Neue"/>
                <a:cs typeface="Helvetica Neue"/>
                <a:sym typeface="Helvetica Neue"/>
              </a:defRPr>
            </a:lvl1pPr>
          </a:lstStyle>
          <a:p>
            <a:r>
              <a:rPr sz="1687"/>
              <a:t>Backup</a:t>
            </a:r>
          </a:p>
        </p:txBody>
      </p:sp>
      <p:sp>
        <p:nvSpPr>
          <p:cNvPr id="34" name="Backup">
            <a:extLst>
              <a:ext uri="{FF2B5EF4-FFF2-40B4-BE49-F238E27FC236}">
                <a16:creationId xmlns:a16="http://schemas.microsoft.com/office/drawing/2014/main" id="{CD4D021B-934D-5240-AB24-07D0974F1CE1}"/>
              </a:ext>
            </a:extLst>
          </p:cNvPr>
          <p:cNvSpPr/>
          <p:nvPr/>
        </p:nvSpPr>
        <p:spPr>
          <a:xfrm>
            <a:off x="9084527" y="5011385"/>
            <a:ext cx="1445987" cy="390747"/>
          </a:xfrm>
          <a:prstGeom prst="roundRect">
            <a:avLst>
              <a:gd name="adj" fmla="val 38307"/>
            </a:avLst>
          </a:prstGeom>
          <a:solidFill>
            <a:srgbClr val="006893"/>
          </a:solidFill>
          <a:ln w="12700">
            <a:solidFill>
              <a:srgbClr val="000000"/>
            </a:solidFill>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lIns="26789" tIns="26789" rIns="26789" bIns="26789" anchor="ctr"/>
          <a:lstStyle>
            <a:lvl1pPr>
              <a:defRPr sz="3200" b="1">
                <a:solidFill>
                  <a:srgbClr val="FFFFFF"/>
                </a:solidFill>
                <a:latin typeface="Helvetica Neue"/>
                <a:ea typeface="Helvetica Neue"/>
                <a:cs typeface="Helvetica Neue"/>
                <a:sym typeface="Helvetica Neue"/>
              </a:defRPr>
            </a:lvl1pPr>
          </a:lstStyle>
          <a:p>
            <a:r>
              <a:rPr sz="1687"/>
              <a:t>Backup</a:t>
            </a:r>
          </a:p>
        </p:txBody>
      </p:sp>
      <p:sp>
        <p:nvSpPr>
          <p:cNvPr id="35" name="Backup">
            <a:extLst>
              <a:ext uri="{FF2B5EF4-FFF2-40B4-BE49-F238E27FC236}">
                <a16:creationId xmlns:a16="http://schemas.microsoft.com/office/drawing/2014/main" id="{5AAAF95C-10F5-234A-87B7-0A659E7A595A}"/>
              </a:ext>
            </a:extLst>
          </p:cNvPr>
          <p:cNvSpPr/>
          <p:nvPr/>
        </p:nvSpPr>
        <p:spPr>
          <a:xfrm>
            <a:off x="9084527" y="5597029"/>
            <a:ext cx="1445987" cy="390747"/>
          </a:xfrm>
          <a:prstGeom prst="roundRect">
            <a:avLst>
              <a:gd name="adj" fmla="val 38307"/>
            </a:avLst>
          </a:prstGeom>
          <a:solidFill>
            <a:srgbClr val="006893"/>
          </a:solidFill>
          <a:ln w="12700">
            <a:solidFill>
              <a:srgbClr val="000000"/>
            </a:solidFill>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lIns="26789" tIns="26789" rIns="26789" bIns="26789" anchor="ctr"/>
          <a:lstStyle>
            <a:lvl1pPr>
              <a:defRPr sz="3200" b="1">
                <a:solidFill>
                  <a:srgbClr val="FFFFFF"/>
                </a:solidFill>
                <a:latin typeface="Helvetica Neue"/>
                <a:ea typeface="Helvetica Neue"/>
                <a:cs typeface="Helvetica Neue"/>
                <a:sym typeface="Helvetica Neue"/>
              </a:defRPr>
            </a:lvl1pPr>
          </a:lstStyle>
          <a:p>
            <a:r>
              <a:rPr sz="1687"/>
              <a:t>Backup</a:t>
            </a:r>
          </a:p>
        </p:txBody>
      </p:sp>
    </p:spTree>
    <p:extLst>
      <p:ext uri="{BB962C8B-B14F-4D97-AF65-F5344CB8AC3E}">
        <p14:creationId xmlns:p14="http://schemas.microsoft.com/office/powerpoint/2010/main" val="3844356638"/>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F02BB3-14F0-D94F-AED2-9AAE113F82F8}"/>
              </a:ext>
            </a:extLst>
          </p:cNvPr>
          <p:cNvSpPr>
            <a:spLocks noGrp="1"/>
          </p:cNvSpPr>
          <p:nvPr>
            <p:ph type="title"/>
          </p:nvPr>
        </p:nvSpPr>
        <p:spPr/>
        <p:txBody>
          <a:bodyPr>
            <a:normAutofit fontScale="90000"/>
          </a:bodyPr>
          <a:lstStyle/>
          <a:p>
            <a:r>
              <a:rPr lang="en-US"/>
              <a:t>State Machine Replication Overview</a:t>
            </a:r>
          </a:p>
        </p:txBody>
      </p:sp>
      <p:sp>
        <p:nvSpPr>
          <p:cNvPr id="3" name="Content Placeholder 2">
            <a:extLst>
              <a:ext uri="{FF2B5EF4-FFF2-40B4-BE49-F238E27FC236}">
                <a16:creationId xmlns:a16="http://schemas.microsoft.com/office/drawing/2014/main" id="{54E7710B-2595-4940-A903-25371461FE8E}"/>
              </a:ext>
            </a:extLst>
          </p:cNvPr>
          <p:cNvSpPr>
            <a:spLocks noGrp="1"/>
          </p:cNvSpPr>
          <p:nvPr>
            <p:ph idx="1"/>
          </p:nvPr>
        </p:nvSpPr>
        <p:spPr/>
        <p:txBody>
          <a:bodyPr/>
          <a:lstStyle/>
          <a:p>
            <a:r>
              <a:rPr lang="en-US"/>
              <a:t>Provides a generic </a:t>
            </a:r>
            <a:r>
              <a:rPr lang="en-US" b="1">
                <a:latin typeface="Helvetica Neue"/>
                <a:ea typeface="Helvetica Neue"/>
                <a:cs typeface="Helvetica Neue"/>
                <a:sym typeface="Helvetica Neue"/>
              </a:rPr>
              <a:t>fault tolerance</a:t>
            </a:r>
            <a:r>
              <a:rPr lang="en-US"/>
              <a:t> mechanism</a:t>
            </a:r>
          </a:p>
          <a:p>
            <a:pPr lvl="1"/>
            <a:r>
              <a:rPr lang="en-US"/>
              <a:t>Application just needs to have well defined operations and a way to avoid non-determinism</a:t>
            </a:r>
          </a:p>
          <a:p>
            <a:r>
              <a:rPr lang="en-US"/>
              <a:t>Primary orders requests into log</a:t>
            </a:r>
          </a:p>
          <a:p>
            <a:r>
              <a:rPr lang="en-US"/>
              <a:t>Backups execute log in order</a:t>
            </a:r>
          </a:p>
          <a:p>
            <a:r>
              <a:rPr lang="en-US"/>
              <a:t>Log allows out of date replicas to recover</a:t>
            </a:r>
          </a:p>
          <a:p>
            <a:r>
              <a:rPr lang="en-US"/>
              <a:t>Need </a:t>
            </a:r>
            <a:r>
              <a:rPr lang="en-US" b="1">
                <a:latin typeface="Helvetica Neue"/>
                <a:ea typeface="Helvetica Neue"/>
                <a:cs typeface="Helvetica Neue"/>
                <a:sym typeface="Helvetica Neue"/>
              </a:rPr>
              <a:t>2f+1</a:t>
            </a:r>
            <a:r>
              <a:rPr lang="en-US"/>
              <a:t> replicas to tolerate </a:t>
            </a:r>
            <a:r>
              <a:rPr lang="en-US" b="1">
                <a:latin typeface="Helvetica Neue"/>
                <a:ea typeface="Helvetica Neue"/>
                <a:cs typeface="Helvetica Neue"/>
                <a:sym typeface="Helvetica Neue"/>
              </a:rPr>
              <a:t>f</a:t>
            </a:r>
            <a:r>
              <a:rPr lang="en-US"/>
              <a:t> failures</a:t>
            </a:r>
          </a:p>
          <a:p>
            <a:endParaRPr lang="en-US"/>
          </a:p>
          <a:p>
            <a:r>
              <a:rPr lang="en-US"/>
              <a:t>But how do we pick who should be primary…?</a:t>
            </a:r>
          </a:p>
          <a:p>
            <a:pPr lvl="1"/>
            <a:r>
              <a:rPr lang="en-US"/>
              <a:t>Use an election algorithm!</a:t>
            </a:r>
          </a:p>
        </p:txBody>
      </p:sp>
      <p:sp>
        <p:nvSpPr>
          <p:cNvPr id="4" name="Footer Placeholder 3">
            <a:extLst>
              <a:ext uri="{FF2B5EF4-FFF2-40B4-BE49-F238E27FC236}">
                <a16:creationId xmlns:a16="http://schemas.microsoft.com/office/drawing/2014/main" id="{DE2D69BD-ABAB-1C40-9545-0A4D3DAA13A0}"/>
              </a:ext>
            </a:extLst>
          </p:cNvPr>
          <p:cNvSpPr>
            <a:spLocks noGrp="1"/>
          </p:cNvSpPr>
          <p:nvPr>
            <p:ph type="ftr" sz="quarter" idx="11"/>
          </p:nvPr>
        </p:nvSpPr>
        <p:spPr/>
        <p:txBody>
          <a:bodyPr/>
          <a:lstStyle/>
          <a:p>
            <a:r>
              <a:rPr lang="en-US"/>
              <a:t>Prof. Tim Wood &amp; Prof. Roozbeh Haghnazar</a:t>
            </a:r>
          </a:p>
        </p:txBody>
      </p:sp>
      <p:sp>
        <p:nvSpPr>
          <p:cNvPr id="5" name="Rounded Rectangle 4">
            <a:extLst>
              <a:ext uri="{FF2B5EF4-FFF2-40B4-BE49-F238E27FC236}">
                <a16:creationId xmlns:a16="http://schemas.microsoft.com/office/drawing/2014/main" id="{AC7370D1-5153-F841-9516-40D3EA291E66}"/>
              </a:ext>
            </a:extLst>
          </p:cNvPr>
          <p:cNvSpPr/>
          <p:nvPr/>
        </p:nvSpPr>
        <p:spPr>
          <a:xfrm>
            <a:off x="8150469" y="4264269"/>
            <a:ext cx="3710354" cy="2321169"/>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t>Optional </a:t>
            </a:r>
            <a:r>
              <a:rPr lang="en-US" sz="2400" dirty="0"/>
              <a:t>: </a:t>
            </a:r>
            <a:r>
              <a:rPr lang="en-US" sz="3200" dirty="0"/>
              <a:t>Example for your project</a:t>
            </a:r>
          </a:p>
          <a:p>
            <a:pPr algn="ctr"/>
            <a:endParaRPr lang="en-US" sz="2400" dirty="0"/>
          </a:p>
        </p:txBody>
      </p:sp>
    </p:spTree>
    <p:extLst>
      <p:ext uri="{BB962C8B-B14F-4D97-AF65-F5344CB8AC3E}">
        <p14:creationId xmlns:p14="http://schemas.microsoft.com/office/powerpoint/2010/main" val="523722398"/>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FEB8B9-CC85-0A4F-903B-5E7D7A9B4A74}"/>
              </a:ext>
            </a:extLst>
          </p:cNvPr>
          <p:cNvSpPr>
            <a:spLocks noGrp="1"/>
          </p:cNvSpPr>
          <p:nvPr>
            <p:ph type="title"/>
          </p:nvPr>
        </p:nvSpPr>
        <p:spPr/>
        <p:txBody>
          <a:bodyPr/>
          <a:lstStyle/>
          <a:p>
            <a:r>
              <a:rPr lang="en-US"/>
              <a:t>Case Study</a:t>
            </a:r>
          </a:p>
        </p:txBody>
      </p:sp>
      <p:sp>
        <p:nvSpPr>
          <p:cNvPr id="3" name="Content Placeholder 2">
            <a:extLst>
              <a:ext uri="{FF2B5EF4-FFF2-40B4-BE49-F238E27FC236}">
                <a16:creationId xmlns:a16="http://schemas.microsoft.com/office/drawing/2014/main" id="{A2211692-8682-8E4B-B1F6-CDA97C0D87C9}"/>
              </a:ext>
            </a:extLst>
          </p:cNvPr>
          <p:cNvSpPr>
            <a:spLocks noGrp="1"/>
          </p:cNvSpPr>
          <p:nvPr>
            <p:ph idx="1"/>
          </p:nvPr>
        </p:nvSpPr>
        <p:spPr/>
        <p:txBody>
          <a:bodyPr/>
          <a:lstStyle/>
          <a:p>
            <a:r>
              <a:rPr lang="en-US"/>
              <a:t>Two important challenges in </a:t>
            </a:r>
            <a:r>
              <a:rPr lang="en-US" err="1"/>
              <a:t>BlockChain</a:t>
            </a:r>
            <a:endParaRPr lang="en-US"/>
          </a:p>
          <a:p>
            <a:pPr lvl="1" fontAlgn="base"/>
            <a:r>
              <a:rPr lang="en-US"/>
              <a:t>How are any decisions made?</a:t>
            </a:r>
          </a:p>
          <a:p>
            <a:pPr lvl="1" fontAlgn="base"/>
            <a:r>
              <a:rPr lang="en-US"/>
              <a:t>How does anything get done?</a:t>
            </a:r>
          </a:p>
        </p:txBody>
      </p:sp>
      <p:sp>
        <p:nvSpPr>
          <p:cNvPr id="4" name="Footer Placeholder 3">
            <a:extLst>
              <a:ext uri="{FF2B5EF4-FFF2-40B4-BE49-F238E27FC236}">
                <a16:creationId xmlns:a16="http://schemas.microsoft.com/office/drawing/2014/main" id="{E0F0D3D4-D56F-EA44-A48C-46BB74F19959}"/>
              </a:ext>
            </a:extLst>
          </p:cNvPr>
          <p:cNvSpPr>
            <a:spLocks noGrp="1"/>
          </p:cNvSpPr>
          <p:nvPr>
            <p:ph type="ftr" sz="quarter" idx="11"/>
          </p:nvPr>
        </p:nvSpPr>
        <p:spPr/>
        <p:txBody>
          <a:bodyPr/>
          <a:lstStyle/>
          <a:p>
            <a:r>
              <a:rPr lang="en-US"/>
              <a:t>Prof. Tim Wood &amp; Prof. Roozbeh Haghnazar</a:t>
            </a:r>
          </a:p>
        </p:txBody>
      </p:sp>
    </p:spTree>
    <p:extLst>
      <p:ext uri="{BB962C8B-B14F-4D97-AF65-F5344CB8AC3E}">
        <p14:creationId xmlns:p14="http://schemas.microsoft.com/office/powerpoint/2010/main" val="3527472452"/>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181EB8-275D-4BF2-8C0B-5C2FF260A12B}"/>
              </a:ext>
            </a:extLst>
          </p:cNvPr>
          <p:cNvSpPr>
            <a:spLocks noGrp="1"/>
          </p:cNvSpPr>
          <p:nvPr>
            <p:ph type="title"/>
          </p:nvPr>
        </p:nvSpPr>
        <p:spPr/>
        <p:txBody>
          <a:bodyPr/>
          <a:lstStyle/>
          <a:p>
            <a:r>
              <a:rPr lang="en-US"/>
              <a:t>Distributed Ledger Tech</a:t>
            </a:r>
          </a:p>
        </p:txBody>
      </p:sp>
      <p:sp>
        <p:nvSpPr>
          <p:cNvPr id="3" name="Content Placeholder 2">
            <a:extLst>
              <a:ext uri="{FF2B5EF4-FFF2-40B4-BE49-F238E27FC236}">
                <a16:creationId xmlns:a16="http://schemas.microsoft.com/office/drawing/2014/main" id="{9711DB35-BB8D-496D-A84E-6C9263D1AE71}"/>
              </a:ext>
            </a:extLst>
          </p:cNvPr>
          <p:cNvSpPr>
            <a:spLocks noGrp="1"/>
          </p:cNvSpPr>
          <p:nvPr>
            <p:ph idx="1"/>
          </p:nvPr>
        </p:nvSpPr>
        <p:spPr/>
        <p:txBody>
          <a:bodyPr/>
          <a:lstStyle/>
          <a:p>
            <a:endParaRPr lang="en-US"/>
          </a:p>
        </p:txBody>
      </p:sp>
      <p:sp>
        <p:nvSpPr>
          <p:cNvPr id="4" name="Footer Placeholder 3">
            <a:extLst>
              <a:ext uri="{FF2B5EF4-FFF2-40B4-BE49-F238E27FC236}">
                <a16:creationId xmlns:a16="http://schemas.microsoft.com/office/drawing/2014/main" id="{0015EBE0-A63E-4C97-941B-1E94F5247C96}"/>
              </a:ext>
            </a:extLst>
          </p:cNvPr>
          <p:cNvSpPr>
            <a:spLocks noGrp="1"/>
          </p:cNvSpPr>
          <p:nvPr>
            <p:ph type="ftr" sz="quarter" idx="11"/>
          </p:nvPr>
        </p:nvSpPr>
        <p:spPr/>
        <p:txBody>
          <a:bodyPr/>
          <a:lstStyle/>
          <a:p>
            <a:r>
              <a:rPr lang="en-US"/>
              <a:t>Prof. Tim Wood &amp; Prof. Roozbeh Haghnazar</a:t>
            </a:r>
          </a:p>
        </p:txBody>
      </p:sp>
      <p:pic>
        <p:nvPicPr>
          <p:cNvPr id="3074" name="Picture 2" descr="Image for post">
            <a:extLst>
              <a:ext uri="{FF2B5EF4-FFF2-40B4-BE49-F238E27FC236}">
                <a16:creationId xmlns:a16="http://schemas.microsoft.com/office/drawing/2014/main" id="{55417953-37DC-4A7B-817D-E981FC0FE3A6}"/>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13264"/>
          <a:stretch/>
        </p:blipFill>
        <p:spPr bwMode="auto">
          <a:xfrm>
            <a:off x="2286000" y="2285793"/>
            <a:ext cx="7620000" cy="384165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99939622"/>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A6085F-B114-40D9-B523-9C3993162360}"/>
              </a:ext>
            </a:extLst>
          </p:cNvPr>
          <p:cNvSpPr>
            <a:spLocks noGrp="1"/>
          </p:cNvSpPr>
          <p:nvPr>
            <p:ph type="title"/>
          </p:nvPr>
        </p:nvSpPr>
        <p:spPr/>
        <p:txBody>
          <a:bodyPr/>
          <a:lstStyle/>
          <a:p>
            <a:r>
              <a:rPr lang="en-US"/>
              <a:t>Different types of DLT </a:t>
            </a:r>
          </a:p>
        </p:txBody>
      </p:sp>
      <p:sp>
        <p:nvSpPr>
          <p:cNvPr id="3" name="Content Placeholder 2">
            <a:extLst>
              <a:ext uri="{FF2B5EF4-FFF2-40B4-BE49-F238E27FC236}">
                <a16:creationId xmlns:a16="http://schemas.microsoft.com/office/drawing/2014/main" id="{5637CE35-8282-41FD-BB09-04549DDA34C3}"/>
              </a:ext>
            </a:extLst>
          </p:cNvPr>
          <p:cNvSpPr>
            <a:spLocks noGrp="1"/>
          </p:cNvSpPr>
          <p:nvPr>
            <p:ph idx="1"/>
          </p:nvPr>
        </p:nvSpPr>
        <p:spPr/>
        <p:txBody>
          <a:bodyPr/>
          <a:lstStyle/>
          <a:p>
            <a:r>
              <a:rPr lang="en-US" dirty="0"/>
              <a:t>Blockchain</a:t>
            </a:r>
          </a:p>
          <a:p>
            <a:r>
              <a:rPr lang="en-US" dirty="0" err="1"/>
              <a:t>Hashgraph</a:t>
            </a:r>
            <a:endParaRPr lang="en-US" dirty="0"/>
          </a:p>
          <a:p>
            <a:r>
              <a:rPr lang="en-US" dirty="0"/>
              <a:t>DAG</a:t>
            </a:r>
          </a:p>
          <a:p>
            <a:r>
              <a:rPr lang="en-US" dirty="0" err="1"/>
              <a:t>Holochain</a:t>
            </a:r>
            <a:endParaRPr lang="en-US" dirty="0"/>
          </a:p>
          <a:p>
            <a:r>
              <a:rPr lang="en-US" dirty="0"/>
              <a:t>Tangle</a:t>
            </a:r>
          </a:p>
          <a:p>
            <a:r>
              <a:rPr lang="en-US" dirty="0"/>
              <a:t>Radix (Tempo)</a:t>
            </a:r>
          </a:p>
          <a:p>
            <a:endParaRPr lang="en-US" dirty="0"/>
          </a:p>
          <a:p>
            <a:r>
              <a:rPr lang="en-US" sz="1400" u="sng" dirty="0">
                <a:solidFill>
                  <a:srgbClr val="0070C0"/>
                </a:solidFill>
              </a:rPr>
              <a:t>https://www.researchgate.net/publication/328475892_A_Review_of_Distributed_Ledger_Technologies/figures?lo=1</a:t>
            </a:r>
          </a:p>
          <a:p>
            <a:endParaRPr lang="en-US" dirty="0"/>
          </a:p>
        </p:txBody>
      </p:sp>
      <p:sp>
        <p:nvSpPr>
          <p:cNvPr id="4" name="Footer Placeholder 3">
            <a:extLst>
              <a:ext uri="{FF2B5EF4-FFF2-40B4-BE49-F238E27FC236}">
                <a16:creationId xmlns:a16="http://schemas.microsoft.com/office/drawing/2014/main" id="{16694359-E2C9-4D38-B39A-21DA04500FBE}"/>
              </a:ext>
            </a:extLst>
          </p:cNvPr>
          <p:cNvSpPr>
            <a:spLocks noGrp="1"/>
          </p:cNvSpPr>
          <p:nvPr>
            <p:ph type="ftr" sz="quarter" idx="11"/>
          </p:nvPr>
        </p:nvSpPr>
        <p:spPr/>
        <p:txBody>
          <a:bodyPr/>
          <a:lstStyle/>
          <a:p>
            <a:r>
              <a:rPr lang="en-US"/>
              <a:t>Prof. Tim Wood &amp; Prof. Roozbeh Haghnazar</a:t>
            </a:r>
          </a:p>
        </p:txBody>
      </p:sp>
    </p:spTree>
    <p:extLst>
      <p:ext uri="{BB962C8B-B14F-4D97-AF65-F5344CB8AC3E}">
        <p14:creationId xmlns:p14="http://schemas.microsoft.com/office/powerpoint/2010/main" val="3173602087"/>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4226BE-6EBB-49F7-8B33-54F301262748}"/>
              </a:ext>
            </a:extLst>
          </p:cNvPr>
          <p:cNvSpPr>
            <a:spLocks noGrp="1"/>
          </p:cNvSpPr>
          <p:nvPr>
            <p:ph type="title"/>
          </p:nvPr>
        </p:nvSpPr>
        <p:spPr>
          <a:xfrm>
            <a:off x="2895600" y="764373"/>
            <a:ext cx="8610600" cy="1293028"/>
          </a:xfrm>
        </p:spPr>
        <p:txBody>
          <a:bodyPr anchor="ctr">
            <a:normAutofit/>
          </a:bodyPr>
          <a:lstStyle/>
          <a:p>
            <a:r>
              <a:rPr lang="en-US" err="1"/>
              <a:t>HashGraph</a:t>
            </a:r>
            <a:endParaRPr lang="en-US"/>
          </a:p>
        </p:txBody>
      </p:sp>
      <p:sp>
        <p:nvSpPr>
          <p:cNvPr id="7" name="TextBox 6">
            <a:extLst>
              <a:ext uri="{FF2B5EF4-FFF2-40B4-BE49-F238E27FC236}">
                <a16:creationId xmlns:a16="http://schemas.microsoft.com/office/drawing/2014/main" id="{D097C9F5-9D41-4F4C-AAB3-4EF4AEE4A960}"/>
              </a:ext>
            </a:extLst>
          </p:cNvPr>
          <p:cNvSpPr txBox="1"/>
          <p:nvPr/>
        </p:nvSpPr>
        <p:spPr>
          <a:xfrm>
            <a:off x="685800" y="2194559"/>
            <a:ext cx="5334000" cy="4024125"/>
          </a:xfrm>
          <a:prstGeom prst="rect">
            <a:avLst/>
          </a:prstGeom>
        </p:spPr>
        <p:txBody>
          <a:bodyPr>
            <a:normAutofit fontScale="85000" lnSpcReduction="20000"/>
          </a:bodyPr>
          <a:lstStyle/>
          <a:p>
            <a:pPr marL="342900" indent="-342900">
              <a:spcAft>
                <a:spcPts val="600"/>
              </a:spcAft>
              <a:buFont typeface="Arial" panose="020B0604020202020204" pitchFamily="34" charset="0"/>
              <a:buChar char="•"/>
            </a:pPr>
            <a:r>
              <a:rPr lang="en-US" sz="2200" dirty="0"/>
              <a:t>It’s so fast – 250000 transaction per second (Scalability characteristics in Distributed Systems)</a:t>
            </a:r>
          </a:p>
          <a:p>
            <a:pPr marL="342900" indent="-342900">
              <a:spcAft>
                <a:spcPts val="600"/>
              </a:spcAft>
              <a:buFont typeface="Arial" panose="020B0604020202020204" pitchFamily="34" charset="0"/>
              <a:buChar char="•"/>
            </a:pPr>
            <a:r>
              <a:rPr lang="en-US" sz="2200" dirty="0"/>
              <a:t>Being Time-Based and using Gossip protocol for consensus reduces the process and math complexity.</a:t>
            </a:r>
          </a:p>
          <a:p>
            <a:pPr marL="342900" indent="-342900">
              <a:spcAft>
                <a:spcPts val="600"/>
              </a:spcAft>
              <a:buFont typeface="Arial" panose="020B0604020202020204" pitchFamily="34" charset="0"/>
              <a:buChar char="•"/>
            </a:pPr>
            <a:r>
              <a:rPr lang="en-US" sz="2200" dirty="0"/>
              <a:t>Time-based increases the justice. Each transaction who obtained 2/3 of the votes has the most priority and it can be a weakness</a:t>
            </a:r>
          </a:p>
          <a:p>
            <a:pPr marL="342900" indent="-342900">
              <a:spcAft>
                <a:spcPts val="600"/>
              </a:spcAft>
              <a:buFont typeface="Arial" panose="020B0604020202020204" pitchFamily="34" charset="0"/>
              <a:buChar char="•"/>
            </a:pPr>
            <a:r>
              <a:rPr lang="en-US" sz="2200" dirty="0"/>
              <a:t>In the level of security it is evaluating in the banking system level and it means it is a </a:t>
            </a:r>
            <a:r>
              <a:rPr lang="en-US" sz="2200" b="1" i="1" dirty="0"/>
              <a:t>Byzantine Fault Tolerance </a:t>
            </a:r>
            <a:r>
              <a:rPr lang="en-US" sz="2200" dirty="0"/>
              <a:t>system.</a:t>
            </a:r>
          </a:p>
          <a:p>
            <a:pPr marL="342900" indent="-342900">
              <a:spcAft>
                <a:spcPts val="600"/>
              </a:spcAft>
              <a:buFont typeface="Arial" panose="020B0604020202020204" pitchFamily="34" charset="0"/>
              <a:buChar char="•"/>
            </a:pPr>
            <a:r>
              <a:rPr lang="en-US" sz="2200" dirty="0"/>
              <a:t>Controlled Network (Consensus is easier)</a:t>
            </a:r>
          </a:p>
        </p:txBody>
      </p:sp>
      <p:pic>
        <p:nvPicPr>
          <p:cNvPr id="4098" name="Picture 2" descr="Diagram&#10;&#10;Description automatically generated">
            <a:extLst>
              <a:ext uri="{FF2B5EF4-FFF2-40B4-BE49-F238E27FC236}">
                <a16:creationId xmlns:a16="http://schemas.microsoft.com/office/drawing/2014/main" id="{4D4844D0-E747-40DF-BED2-70D62042D139}"/>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6172200" y="2479739"/>
            <a:ext cx="5334000" cy="3453764"/>
          </a:xfrm>
          <a:prstGeom prst="rect">
            <a:avLst/>
          </a:prstGeom>
          <a:solidFill>
            <a:srgbClr val="FFFFFF"/>
          </a:solidFill>
        </p:spPr>
      </p:pic>
      <p:sp>
        <p:nvSpPr>
          <p:cNvPr id="4" name="Footer Placeholder 3">
            <a:extLst>
              <a:ext uri="{FF2B5EF4-FFF2-40B4-BE49-F238E27FC236}">
                <a16:creationId xmlns:a16="http://schemas.microsoft.com/office/drawing/2014/main" id="{E52E3FB0-5FD1-43A1-B803-249145BD77EE}"/>
              </a:ext>
            </a:extLst>
          </p:cNvPr>
          <p:cNvSpPr>
            <a:spLocks noGrp="1"/>
          </p:cNvSpPr>
          <p:nvPr>
            <p:ph type="ftr" sz="quarter" idx="11"/>
          </p:nvPr>
        </p:nvSpPr>
        <p:spPr>
          <a:xfrm>
            <a:off x="685800" y="6355845"/>
            <a:ext cx="7772400" cy="365125"/>
          </a:xfrm>
        </p:spPr>
        <p:txBody>
          <a:bodyPr anchor="ctr">
            <a:normAutofit/>
          </a:bodyPr>
          <a:lstStyle/>
          <a:p>
            <a:pPr>
              <a:spcAft>
                <a:spcPts val="600"/>
              </a:spcAft>
            </a:pPr>
            <a:r>
              <a:rPr lang="en-US"/>
              <a:t>Prof. Tim Wood &amp; Prof. Roozbeh Haghnazar</a:t>
            </a:r>
          </a:p>
        </p:txBody>
      </p:sp>
      <p:sp>
        <p:nvSpPr>
          <p:cNvPr id="9" name="TextBox 8">
            <a:extLst>
              <a:ext uri="{FF2B5EF4-FFF2-40B4-BE49-F238E27FC236}">
                <a16:creationId xmlns:a16="http://schemas.microsoft.com/office/drawing/2014/main" id="{3490011E-03B4-43AD-B298-5F4CBEB50888}"/>
              </a:ext>
            </a:extLst>
          </p:cNvPr>
          <p:cNvSpPr txBox="1"/>
          <p:nvPr/>
        </p:nvSpPr>
        <p:spPr>
          <a:xfrm>
            <a:off x="7688356" y="5939150"/>
            <a:ext cx="2948268" cy="369332"/>
          </a:xfrm>
          <a:prstGeom prst="rect">
            <a:avLst/>
          </a:prstGeom>
          <a:noFill/>
        </p:spPr>
        <p:txBody>
          <a:bodyPr wrap="square">
            <a:spAutoFit/>
          </a:bodyPr>
          <a:lstStyle/>
          <a:p>
            <a:r>
              <a:rPr lang="en-US" b="0" i="0" err="1">
                <a:solidFill>
                  <a:srgbClr val="333333"/>
                </a:solidFill>
                <a:effectLst/>
                <a:latin typeface="Roboto"/>
              </a:rPr>
              <a:t>Hashgraph</a:t>
            </a:r>
            <a:r>
              <a:rPr lang="en-US" b="0" i="0">
                <a:solidFill>
                  <a:srgbClr val="333333"/>
                </a:solidFill>
                <a:effectLst/>
                <a:latin typeface="Roboto"/>
              </a:rPr>
              <a:t> Data Structure</a:t>
            </a:r>
            <a:endParaRPr lang="en-US"/>
          </a:p>
        </p:txBody>
      </p:sp>
    </p:spTree>
    <p:extLst>
      <p:ext uri="{BB962C8B-B14F-4D97-AF65-F5344CB8AC3E}">
        <p14:creationId xmlns:p14="http://schemas.microsoft.com/office/powerpoint/2010/main" val="608991855"/>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804D66-4B6C-4909-A5AF-28A3A9EF9FB1}"/>
              </a:ext>
            </a:extLst>
          </p:cNvPr>
          <p:cNvSpPr>
            <a:spLocks noGrp="1"/>
          </p:cNvSpPr>
          <p:nvPr>
            <p:ph type="title"/>
          </p:nvPr>
        </p:nvSpPr>
        <p:spPr>
          <a:xfrm>
            <a:off x="2895600" y="764373"/>
            <a:ext cx="8610600" cy="1293028"/>
          </a:xfrm>
        </p:spPr>
        <p:txBody>
          <a:bodyPr anchor="ctr">
            <a:normAutofit/>
          </a:bodyPr>
          <a:lstStyle/>
          <a:p>
            <a:r>
              <a:rPr lang="en-US"/>
              <a:t>Tangle (IOTA)</a:t>
            </a:r>
          </a:p>
        </p:txBody>
      </p:sp>
      <p:sp>
        <p:nvSpPr>
          <p:cNvPr id="3" name="Content Placeholder 2">
            <a:extLst>
              <a:ext uri="{FF2B5EF4-FFF2-40B4-BE49-F238E27FC236}">
                <a16:creationId xmlns:a16="http://schemas.microsoft.com/office/drawing/2014/main" id="{90FEE2F9-24CC-47E0-A90A-90D0EA834113}"/>
              </a:ext>
            </a:extLst>
          </p:cNvPr>
          <p:cNvSpPr>
            <a:spLocks noGrp="1"/>
          </p:cNvSpPr>
          <p:nvPr>
            <p:ph sz="half" idx="1"/>
          </p:nvPr>
        </p:nvSpPr>
        <p:spPr>
          <a:xfrm>
            <a:off x="685800" y="2194559"/>
            <a:ext cx="5334000" cy="4024125"/>
          </a:xfrm>
        </p:spPr>
        <p:txBody>
          <a:bodyPr>
            <a:normAutofit/>
          </a:bodyPr>
          <a:lstStyle/>
          <a:p>
            <a:r>
              <a:rPr lang="en-US"/>
              <a:t>IOTA is an open-source distributed ledger and cryptocurrency designed for the Internet of things.</a:t>
            </a:r>
          </a:p>
          <a:p>
            <a:r>
              <a:rPr lang="en-US"/>
              <a:t>Uses DAG to store transactions on its ledger, motivated by a potentially higher scalability over blockchain based distributed ledgers for nano-Transactions between IOT devices.</a:t>
            </a:r>
          </a:p>
          <a:p>
            <a:r>
              <a:rPr lang="en-US"/>
              <a:t>There are categories of participants,</a:t>
            </a:r>
          </a:p>
          <a:p>
            <a:pPr lvl="1"/>
            <a:r>
              <a:rPr lang="en-US"/>
              <a:t>Transaction creators</a:t>
            </a:r>
          </a:p>
          <a:p>
            <a:pPr lvl="1"/>
            <a:r>
              <a:rPr lang="en-US"/>
              <a:t>Transaction verifiers</a:t>
            </a:r>
          </a:p>
          <a:p>
            <a:endParaRPr lang="en-US"/>
          </a:p>
        </p:txBody>
      </p:sp>
      <p:pic>
        <p:nvPicPr>
          <p:cNvPr id="6" name="Picture 5">
            <a:extLst>
              <a:ext uri="{FF2B5EF4-FFF2-40B4-BE49-F238E27FC236}">
                <a16:creationId xmlns:a16="http://schemas.microsoft.com/office/drawing/2014/main" id="{EC258A6B-9B8B-4A6A-B007-B6193E7C48C2}"/>
              </a:ext>
            </a:extLst>
          </p:cNvPr>
          <p:cNvPicPr>
            <a:picLocks noChangeAspect="1"/>
          </p:cNvPicPr>
          <p:nvPr/>
        </p:nvPicPr>
        <p:blipFill>
          <a:blip r:embed="rId3"/>
          <a:stretch>
            <a:fillRect/>
          </a:stretch>
        </p:blipFill>
        <p:spPr>
          <a:xfrm>
            <a:off x="6172200" y="3066479"/>
            <a:ext cx="5334000" cy="2280284"/>
          </a:xfrm>
          <a:prstGeom prst="rect">
            <a:avLst/>
          </a:prstGeom>
          <a:noFill/>
        </p:spPr>
      </p:pic>
      <p:sp>
        <p:nvSpPr>
          <p:cNvPr id="5" name="Footer Placeholder 4">
            <a:extLst>
              <a:ext uri="{FF2B5EF4-FFF2-40B4-BE49-F238E27FC236}">
                <a16:creationId xmlns:a16="http://schemas.microsoft.com/office/drawing/2014/main" id="{3FECE2C0-43FC-4D68-AAC2-A81E2DCB4A57}"/>
              </a:ext>
            </a:extLst>
          </p:cNvPr>
          <p:cNvSpPr>
            <a:spLocks noGrp="1"/>
          </p:cNvSpPr>
          <p:nvPr>
            <p:ph type="ftr" sz="quarter" idx="11"/>
          </p:nvPr>
        </p:nvSpPr>
        <p:spPr>
          <a:xfrm>
            <a:off x="685800" y="6355845"/>
            <a:ext cx="7772400" cy="365125"/>
          </a:xfrm>
        </p:spPr>
        <p:txBody>
          <a:bodyPr anchor="ctr">
            <a:normAutofit/>
          </a:bodyPr>
          <a:lstStyle/>
          <a:p>
            <a:pPr>
              <a:spcAft>
                <a:spcPts val="600"/>
              </a:spcAft>
            </a:pPr>
            <a:r>
              <a:rPr lang="en-US"/>
              <a:t>Prof. Tim Wood &amp; Prof. Roozbeh Haghnazar</a:t>
            </a:r>
          </a:p>
        </p:txBody>
      </p:sp>
    </p:spTree>
    <p:extLst>
      <p:ext uri="{BB962C8B-B14F-4D97-AF65-F5344CB8AC3E}">
        <p14:creationId xmlns:p14="http://schemas.microsoft.com/office/powerpoint/2010/main" val="3387063242"/>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9DBB10-B14E-4D0B-8033-96852C5CE4B3}"/>
              </a:ext>
            </a:extLst>
          </p:cNvPr>
          <p:cNvSpPr>
            <a:spLocks noGrp="1"/>
          </p:cNvSpPr>
          <p:nvPr>
            <p:ph type="title"/>
          </p:nvPr>
        </p:nvSpPr>
        <p:spPr>
          <a:xfrm>
            <a:off x="2895600" y="764373"/>
            <a:ext cx="8610600" cy="1293028"/>
          </a:xfrm>
        </p:spPr>
        <p:txBody>
          <a:bodyPr anchor="ctr">
            <a:normAutofit/>
          </a:bodyPr>
          <a:lstStyle/>
          <a:p>
            <a:r>
              <a:rPr lang="en-US" err="1"/>
              <a:t>BlockChain</a:t>
            </a:r>
            <a:endParaRPr lang="en-US"/>
          </a:p>
        </p:txBody>
      </p:sp>
      <p:sp>
        <p:nvSpPr>
          <p:cNvPr id="3" name="Content Placeholder 2">
            <a:extLst>
              <a:ext uri="{FF2B5EF4-FFF2-40B4-BE49-F238E27FC236}">
                <a16:creationId xmlns:a16="http://schemas.microsoft.com/office/drawing/2014/main" id="{BA9F8E65-C130-485F-A0BC-D57AC4B1E350}"/>
              </a:ext>
            </a:extLst>
          </p:cNvPr>
          <p:cNvSpPr>
            <a:spLocks noGrp="1"/>
          </p:cNvSpPr>
          <p:nvPr>
            <p:ph sz="half" idx="1"/>
          </p:nvPr>
        </p:nvSpPr>
        <p:spPr>
          <a:xfrm>
            <a:off x="685800" y="2194559"/>
            <a:ext cx="5334000" cy="4024125"/>
          </a:xfrm>
        </p:spPr>
        <p:txBody>
          <a:bodyPr>
            <a:normAutofit/>
          </a:bodyPr>
          <a:lstStyle/>
          <a:p>
            <a:r>
              <a:rPr lang="en-US"/>
              <a:t>Unofficial definition: A blockchain is an unchangeable and sequence of records and transactions which is called </a:t>
            </a:r>
            <a:r>
              <a:rPr lang="en-US" b="1" i="1"/>
              <a:t>BLOCK</a:t>
            </a:r>
          </a:p>
          <a:p>
            <a:r>
              <a:rPr lang="en-US"/>
              <a:t>The blocks connects to each other with Hash Codes </a:t>
            </a:r>
          </a:p>
          <a:p>
            <a:r>
              <a:rPr lang="en-US"/>
              <a:t>Each block contains an index, time stamp, list of transactions, evidence, and </a:t>
            </a:r>
            <a:r>
              <a:rPr lang="en-US" b="1"/>
              <a:t>last block hash </a:t>
            </a:r>
            <a:r>
              <a:rPr lang="en-US"/>
              <a:t>(which guarantees the unchangeability of the chain)</a:t>
            </a:r>
            <a:endParaRPr lang="en-US" b="1"/>
          </a:p>
        </p:txBody>
      </p:sp>
      <p:pic>
        <p:nvPicPr>
          <p:cNvPr id="5122" name="Picture 2">
            <a:extLst>
              <a:ext uri="{FF2B5EF4-FFF2-40B4-BE49-F238E27FC236}">
                <a16:creationId xmlns:a16="http://schemas.microsoft.com/office/drawing/2014/main" id="{5CDBF1E7-2DD7-4119-98E3-F6A2E4B1F8B8}"/>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3803" t="17489" r="25346" b="8453"/>
          <a:stretch/>
        </p:blipFill>
        <p:spPr bwMode="auto">
          <a:xfrm>
            <a:off x="6019800" y="2521528"/>
            <a:ext cx="6341937" cy="2618508"/>
          </a:xfrm>
          <a:prstGeom prst="rect">
            <a:avLst/>
          </a:prstGeom>
          <a:solidFill>
            <a:srgbClr val="FFFFFF"/>
          </a:solidFill>
        </p:spPr>
      </p:pic>
      <p:sp>
        <p:nvSpPr>
          <p:cNvPr id="4" name="Footer Placeholder 3">
            <a:extLst>
              <a:ext uri="{FF2B5EF4-FFF2-40B4-BE49-F238E27FC236}">
                <a16:creationId xmlns:a16="http://schemas.microsoft.com/office/drawing/2014/main" id="{F70AFB81-3C6A-4085-95FD-C0FADFAF258B}"/>
              </a:ext>
            </a:extLst>
          </p:cNvPr>
          <p:cNvSpPr>
            <a:spLocks noGrp="1"/>
          </p:cNvSpPr>
          <p:nvPr>
            <p:ph type="ftr" sz="quarter" idx="11"/>
          </p:nvPr>
        </p:nvSpPr>
        <p:spPr>
          <a:xfrm>
            <a:off x="685800" y="6355845"/>
            <a:ext cx="7772400" cy="365125"/>
          </a:xfrm>
        </p:spPr>
        <p:txBody>
          <a:bodyPr anchor="ctr">
            <a:normAutofit/>
          </a:bodyPr>
          <a:lstStyle/>
          <a:p>
            <a:pPr>
              <a:spcAft>
                <a:spcPts val="600"/>
              </a:spcAft>
            </a:pPr>
            <a:r>
              <a:rPr lang="en-US"/>
              <a:t>Prof. Tim Wood &amp; Prof. Roozbeh Haghnazar</a:t>
            </a:r>
          </a:p>
        </p:txBody>
      </p:sp>
    </p:spTree>
    <p:extLst>
      <p:ext uri="{BB962C8B-B14F-4D97-AF65-F5344CB8AC3E}">
        <p14:creationId xmlns:p14="http://schemas.microsoft.com/office/powerpoint/2010/main" val="1495802750"/>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8" name="Picture 4">
            <a:extLst>
              <a:ext uri="{FF2B5EF4-FFF2-40B4-BE49-F238E27FC236}">
                <a16:creationId xmlns:a16="http://schemas.microsoft.com/office/drawing/2014/main" id="{1D26B484-68A8-4490-BBD7-645D594997BD}"/>
              </a:ext>
            </a:extLst>
          </p:cNvPr>
          <p:cNvPicPr>
            <a:picLocks noGrp="1" noChangeAspect="1" noChangeArrowheads="1"/>
          </p:cNvPicPr>
          <p:nvPr>
            <p:ph idx="1"/>
          </p:nvPr>
        </p:nvPicPr>
        <p:blipFill rotWithShape="1">
          <a:blip r:embed="rId2">
            <a:extLst>
              <a:ext uri="{28A0092B-C50C-407E-A947-70E740481C1C}">
                <a14:useLocalDpi xmlns:a14="http://schemas.microsoft.com/office/drawing/2010/main" val="0"/>
              </a:ext>
            </a:extLst>
          </a:blip>
          <a:srcRect l="10671" t="15709" b="3372"/>
          <a:stretch/>
        </p:blipFill>
        <p:spPr bwMode="auto">
          <a:xfrm>
            <a:off x="2138082" y="928572"/>
            <a:ext cx="9910483" cy="5484908"/>
          </a:xfrm>
          <a:prstGeom prst="rect">
            <a:avLst/>
          </a:prstGeom>
          <a:noFill/>
          <a:extLst>
            <a:ext uri="{909E8E84-426E-40DD-AFC4-6F175D3DCCD1}">
              <a14:hiddenFill xmlns:a14="http://schemas.microsoft.com/office/drawing/2010/main">
                <a:solidFill>
                  <a:srgbClr val="FFFFFF"/>
                </a:solidFill>
              </a14:hiddenFill>
            </a:ext>
          </a:extLst>
        </p:spPr>
      </p:pic>
      <p:sp>
        <p:nvSpPr>
          <p:cNvPr id="10" name="Title 1">
            <a:extLst>
              <a:ext uri="{FF2B5EF4-FFF2-40B4-BE49-F238E27FC236}">
                <a16:creationId xmlns:a16="http://schemas.microsoft.com/office/drawing/2014/main" id="{87AE3FEB-D65E-4CB6-8DC2-3A7074D252D9}"/>
              </a:ext>
            </a:extLst>
          </p:cNvPr>
          <p:cNvSpPr>
            <a:spLocks noGrp="1"/>
          </p:cNvSpPr>
          <p:nvPr>
            <p:ph type="title"/>
          </p:nvPr>
        </p:nvSpPr>
        <p:spPr>
          <a:xfrm>
            <a:off x="3890683" y="0"/>
            <a:ext cx="8610600" cy="1293028"/>
          </a:xfrm>
        </p:spPr>
        <p:txBody>
          <a:bodyPr/>
          <a:lstStyle/>
          <a:p>
            <a:r>
              <a:rPr lang="en-US"/>
              <a:t>How does it work? Ex. Bitcoin</a:t>
            </a:r>
          </a:p>
        </p:txBody>
      </p:sp>
      <p:sp>
        <p:nvSpPr>
          <p:cNvPr id="5" name="Footer Placeholder 4">
            <a:extLst>
              <a:ext uri="{FF2B5EF4-FFF2-40B4-BE49-F238E27FC236}">
                <a16:creationId xmlns:a16="http://schemas.microsoft.com/office/drawing/2014/main" id="{9A47359E-90FF-4BB9-81DA-829EE2B76FB9}"/>
              </a:ext>
            </a:extLst>
          </p:cNvPr>
          <p:cNvSpPr>
            <a:spLocks noGrp="1"/>
          </p:cNvSpPr>
          <p:nvPr>
            <p:ph type="ftr" sz="quarter" idx="11"/>
          </p:nvPr>
        </p:nvSpPr>
        <p:spPr>
          <a:xfrm>
            <a:off x="685800" y="6355845"/>
            <a:ext cx="7772400" cy="365125"/>
          </a:xfrm>
        </p:spPr>
        <p:txBody>
          <a:bodyPr anchor="ctr">
            <a:normAutofit/>
          </a:bodyPr>
          <a:lstStyle/>
          <a:p>
            <a:pPr>
              <a:spcAft>
                <a:spcPts val="600"/>
              </a:spcAft>
            </a:pPr>
            <a:r>
              <a:rPr lang="en-US"/>
              <a:t>Prof. Tim Wood &amp; Prof. Roozbeh Haghnazar</a:t>
            </a:r>
          </a:p>
        </p:txBody>
      </p:sp>
    </p:spTree>
    <p:extLst>
      <p:ext uri="{BB962C8B-B14F-4D97-AF65-F5344CB8AC3E}">
        <p14:creationId xmlns:p14="http://schemas.microsoft.com/office/powerpoint/2010/main" val="1085886711"/>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ADCA03-C371-4397-8DF9-3D4912F95E8A}"/>
              </a:ext>
            </a:extLst>
          </p:cNvPr>
          <p:cNvSpPr>
            <a:spLocks noGrp="1"/>
          </p:cNvSpPr>
          <p:nvPr>
            <p:ph type="title"/>
          </p:nvPr>
        </p:nvSpPr>
        <p:spPr/>
        <p:txBody>
          <a:bodyPr/>
          <a:lstStyle/>
          <a:p>
            <a:r>
              <a:rPr lang="en-US"/>
              <a:t>Consensus in </a:t>
            </a:r>
            <a:r>
              <a:rPr lang="en-US" err="1"/>
              <a:t>BlockChain</a:t>
            </a:r>
            <a:endParaRPr lang="en-US"/>
          </a:p>
        </p:txBody>
      </p:sp>
      <p:sp>
        <p:nvSpPr>
          <p:cNvPr id="3" name="Content Placeholder 2">
            <a:extLst>
              <a:ext uri="{FF2B5EF4-FFF2-40B4-BE49-F238E27FC236}">
                <a16:creationId xmlns:a16="http://schemas.microsoft.com/office/drawing/2014/main" id="{F5A6424B-E704-4C3E-98A0-8A36FCE4B184}"/>
              </a:ext>
            </a:extLst>
          </p:cNvPr>
          <p:cNvSpPr>
            <a:spLocks noGrp="1"/>
          </p:cNvSpPr>
          <p:nvPr>
            <p:ph idx="1"/>
          </p:nvPr>
        </p:nvSpPr>
        <p:spPr/>
        <p:txBody>
          <a:bodyPr>
            <a:normAutofit lnSpcReduction="10000"/>
          </a:bodyPr>
          <a:lstStyle/>
          <a:p>
            <a:r>
              <a:rPr lang="en-US" dirty="0"/>
              <a:t>A consensus mechanism enables the blockchain network to attain reliability and build a level of trust between different nodes, while ensuring security in the environment. </a:t>
            </a:r>
          </a:p>
          <a:p>
            <a:pPr lvl="1"/>
            <a:r>
              <a:rPr lang="en-US" dirty="0"/>
              <a:t>Proof of Work (</a:t>
            </a:r>
            <a:r>
              <a:rPr lang="en-US" dirty="0" err="1"/>
              <a:t>PoW</a:t>
            </a:r>
            <a:r>
              <a:rPr lang="en-US" dirty="0"/>
              <a:t>)</a:t>
            </a:r>
          </a:p>
          <a:p>
            <a:pPr lvl="1"/>
            <a:r>
              <a:rPr lang="en-US" dirty="0"/>
              <a:t>Proof of Stake (</a:t>
            </a:r>
            <a:r>
              <a:rPr lang="en-US" dirty="0" err="1"/>
              <a:t>PoS</a:t>
            </a:r>
            <a:r>
              <a:rPr lang="en-US" dirty="0"/>
              <a:t>)</a:t>
            </a:r>
          </a:p>
          <a:p>
            <a:pPr lvl="1"/>
            <a:r>
              <a:rPr lang="en-US" dirty="0"/>
              <a:t>Delegated Proof of Stake (</a:t>
            </a:r>
            <a:r>
              <a:rPr lang="en-US" dirty="0" err="1"/>
              <a:t>DPoS</a:t>
            </a:r>
            <a:r>
              <a:rPr lang="en-US" dirty="0"/>
              <a:t>)</a:t>
            </a:r>
          </a:p>
          <a:p>
            <a:pPr lvl="1"/>
            <a:r>
              <a:rPr lang="en-US" dirty="0"/>
              <a:t>Leased Proof of Stake (</a:t>
            </a:r>
            <a:r>
              <a:rPr lang="en-US" dirty="0" err="1"/>
              <a:t>LPoS</a:t>
            </a:r>
            <a:r>
              <a:rPr lang="en-US" dirty="0"/>
              <a:t>)</a:t>
            </a:r>
          </a:p>
          <a:p>
            <a:pPr lvl="1"/>
            <a:r>
              <a:rPr lang="en-US" dirty="0"/>
              <a:t>Direct Acyclic Graph (DAG)</a:t>
            </a:r>
          </a:p>
          <a:p>
            <a:pPr lvl="1"/>
            <a:r>
              <a:rPr lang="en-US" dirty="0"/>
              <a:t>Byzantine Fault Tolerance (BFT)</a:t>
            </a:r>
          </a:p>
          <a:p>
            <a:pPr lvl="1"/>
            <a:r>
              <a:rPr lang="en-US" dirty="0"/>
              <a:t>Practical Byzantine Fault Tolerance (PBFT)</a:t>
            </a:r>
          </a:p>
          <a:p>
            <a:pPr lvl="1"/>
            <a:r>
              <a:rPr lang="en-US" dirty="0"/>
              <a:t>Delegated Byzantine Fault Tolerance (DBFT)</a:t>
            </a:r>
          </a:p>
          <a:p>
            <a:pPr lvl="1"/>
            <a:r>
              <a:rPr lang="en-US" dirty="0"/>
              <a:t>Proof of Capacity (PoC)</a:t>
            </a:r>
          </a:p>
          <a:p>
            <a:pPr lvl="1"/>
            <a:r>
              <a:rPr lang="en-US" dirty="0"/>
              <a:t>Etc.</a:t>
            </a:r>
          </a:p>
        </p:txBody>
      </p:sp>
      <p:sp>
        <p:nvSpPr>
          <p:cNvPr id="4" name="Footer Placeholder 3">
            <a:extLst>
              <a:ext uri="{FF2B5EF4-FFF2-40B4-BE49-F238E27FC236}">
                <a16:creationId xmlns:a16="http://schemas.microsoft.com/office/drawing/2014/main" id="{BA5A08E3-24B2-419F-B12E-CA3365BF4868}"/>
              </a:ext>
            </a:extLst>
          </p:cNvPr>
          <p:cNvSpPr>
            <a:spLocks noGrp="1"/>
          </p:cNvSpPr>
          <p:nvPr>
            <p:ph type="ftr" sz="quarter" idx="11"/>
          </p:nvPr>
        </p:nvSpPr>
        <p:spPr/>
        <p:txBody>
          <a:bodyPr/>
          <a:lstStyle/>
          <a:p>
            <a:r>
              <a:rPr lang="en-US"/>
              <a:t>Prof. Tim Wood &amp; Prof. Roozbeh Haghnazar</a:t>
            </a:r>
          </a:p>
        </p:txBody>
      </p:sp>
    </p:spTree>
    <p:extLst>
      <p:ext uri="{BB962C8B-B14F-4D97-AF65-F5344CB8AC3E}">
        <p14:creationId xmlns:p14="http://schemas.microsoft.com/office/powerpoint/2010/main" val="48821589"/>
      </p:ext>
    </p:extLst>
  </p:cSld>
  <p:clrMapOvr>
    <a:masterClrMapping/>
  </p:clrMapOvr>
</p:sld>
</file>

<file path=ppt/theme/theme1.xml><?xml version="1.0" encoding="utf-8"?>
<a:theme xmlns:a="http://schemas.openxmlformats.org/drawingml/2006/main" name="Vapor Trail">
  <a:themeElements>
    <a:clrScheme name="Vapor Trail">
      <a:dk1>
        <a:sysClr val="windowText" lastClr="000000"/>
      </a:dk1>
      <a:lt1>
        <a:sysClr val="window" lastClr="FFFFFF"/>
      </a:lt1>
      <a:dk2>
        <a:srgbClr val="454545"/>
      </a:dk2>
      <a:lt2>
        <a:srgbClr val="DADADA"/>
      </a:lt2>
      <a:accent1>
        <a:srgbClr val="C4220D"/>
      </a:accent1>
      <a:accent2>
        <a:srgbClr val="EB7712"/>
      </a:accent2>
      <a:accent3>
        <a:srgbClr val="ECBD31"/>
      </a:accent3>
      <a:accent4>
        <a:srgbClr val="92CE4A"/>
      </a:accent4>
      <a:accent5>
        <a:srgbClr val="50CFB4"/>
      </a:accent5>
      <a:accent6>
        <a:srgbClr val="0D8EC5"/>
      </a:accent6>
      <a:hlink>
        <a:srgbClr val="EA5A0C"/>
      </a:hlink>
      <a:folHlink>
        <a:srgbClr val="F09D3A"/>
      </a:folHlink>
    </a:clrScheme>
    <a:fontScheme name="Vapor Trail">
      <a:majorFont>
        <a:latin typeface="Century Gothic" panose="020B050202020202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Vapor Trail">
      <a:fillStyleLst>
        <a:solidFill>
          <a:schemeClr val="phClr"/>
        </a:solidFill>
        <a:gradFill rotWithShape="1">
          <a:gsLst>
            <a:gs pos="0">
              <a:schemeClr val="phClr">
                <a:tint val="69000"/>
                <a:alpha val="100000"/>
                <a:satMod val="109000"/>
                <a:lumMod val="110000"/>
              </a:schemeClr>
            </a:gs>
            <a:gs pos="52000">
              <a:schemeClr val="phClr">
                <a:tint val="74000"/>
                <a:satMod val="100000"/>
                <a:lumMod val="104000"/>
              </a:schemeClr>
            </a:gs>
            <a:gs pos="100000">
              <a:schemeClr val="phClr">
                <a:tint val="78000"/>
                <a:satMod val="100000"/>
                <a:lumMod val="100000"/>
              </a:schemeClr>
            </a:gs>
          </a:gsLst>
          <a:lin ang="5400000" scaled="0"/>
        </a:gradFill>
        <a:gradFill rotWithShape="1">
          <a:gsLst>
            <a:gs pos="0">
              <a:schemeClr val="phClr">
                <a:tint val="96000"/>
                <a:satMod val="100000"/>
                <a:lumMod val="104000"/>
              </a:schemeClr>
            </a:gs>
            <a:gs pos="78000">
              <a:schemeClr val="phClr">
                <a:shade val="100000"/>
                <a:satMod val="110000"/>
                <a:lumMod val="100000"/>
              </a:schemeClr>
            </a:gs>
          </a:gsLst>
          <a:lin ang="5400000" scaled="0"/>
        </a:gradFill>
      </a:fillStyleLst>
      <a:lnStyleLst>
        <a:ln w="9525"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scene3d>
            <a:camera prst="orthographicFront">
              <a:rot lat="0" lon="0" rev="0"/>
            </a:camera>
            <a:lightRig rig="threePt" dir="t"/>
          </a:scene3d>
          <a:sp3d>
            <a:bevelT w="25400" h="12700"/>
          </a:sp3d>
        </a:effectStyle>
        <a:effectStyle>
          <a:effectLst>
            <a:outerShdw blurRad="57150" dist="19050" dir="5400000" algn="ctr" rotWithShape="0">
              <a:srgbClr val="000000">
                <a:alpha val="48000"/>
              </a:srgbClr>
            </a:outerShdw>
          </a:effectLst>
          <a:scene3d>
            <a:camera prst="orthographicFront">
              <a:rot lat="0" lon="0" rev="0"/>
            </a:camera>
            <a:lightRig rig="threePt" dir="t"/>
          </a:scene3d>
          <a:sp3d>
            <a:bevelT w="50800" h="25400"/>
          </a:sp3d>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Distributed Systems Fall 2020" id="{0F231ED7-5093-BD45-9021-02E729DE41F2}" vid="{00A8444C-EB81-3B4E-B5BC-27184A84186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14152</TotalTime>
  <Words>7360</Words>
  <Application>Microsoft Office PowerPoint</Application>
  <PresentationFormat>Widescreen</PresentationFormat>
  <Paragraphs>1298</Paragraphs>
  <Slides>90</Slides>
  <Notes>25</Notes>
  <HiddenSlides>6</HiddenSlides>
  <MMClips>0</MMClips>
  <ScaleCrop>false</ScaleCrop>
  <HeadingPairs>
    <vt:vector size="6" baseType="variant">
      <vt:variant>
        <vt:lpstr>Fonts Used</vt:lpstr>
      </vt:variant>
      <vt:variant>
        <vt:i4>12</vt:i4>
      </vt:variant>
      <vt:variant>
        <vt:lpstr>Theme</vt:lpstr>
      </vt:variant>
      <vt:variant>
        <vt:i4>1</vt:i4>
      </vt:variant>
      <vt:variant>
        <vt:lpstr>Slide Titles</vt:lpstr>
      </vt:variant>
      <vt:variant>
        <vt:i4>90</vt:i4>
      </vt:variant>
    </vt:vector>
  </HeadingPairs>
  <TitlesOfParts>
    <vt:vector size="103" baseType="lpstr">
      <vt:lpstr>Arial</vt:lpstr>
      <vt:lpstr>Calibri</vt:lpstr>
      <vt:lpstr>Century Gothic</vt:lpstr>
      <vt:lpstr>Courier</vt:lpstr>
      <vt:lpstr>Courier New</vt:lpstr>
      <vt:lpstr>Helvetica</vt:lpstr>
      <vt:lpstr>Helvetica Light</vt:lpstr>
      <vt:lpstr>Helvetica Neue</vt:lpstr>
      <vt:lpstr>Helvetica Neue Light</vt:lpstr>
      <vt:lpstr>Roboto</vt:lpstr>
      <vt:lpstr>SegoeUI</vt:lpstr>
      <vt:lpstr>Wingdings</vt:lpstr>
      <vt:lpstr>Vapor Trail</vt:lpstr>
      <vt:lpstr>Distributed Systems CS6421 Timing Worksheet</vt:lpstr>
      <vt:lpstr>Final Project</vt:lpstr>
      <vt:lpstr>Last Time…</vt:lpstr>
      <vt:lpstr>This Week: Coordination</vt:lpstr>
      <vt:lpstr>Next Week: Fault Tolerance</vt:lpstr>
      <vt:lpstr>Challenges</vt:lpstr>
      <vt:lpstr>Problem and challenge ex. </vt:lpstr>
      <vt:lpstr>Clock and Time</vt:lpstr>
      <vt:lpstr>Problem</vt:lpstr>
      <vt:lpstr>Clocks and Timing</vt:lpstr>
      <vt:lpstr>Coordinating time?</vt:lpstr>
      <vt:lpstr>Physical clocks : Sundial</vt:lpstr>
      <vt:lpstr>Physical clocks : Atomic Clock</vt:lpstr>
      <vt:lpstr>NTP Stratum Model</vt:lpstr>
      <vt:lpstr>Cristian’s Algorithm</vt:lpstr>
      <vt:lpstr>Cristian’s Algorithm</vt:lpstr>
      <vt:lpstr>Cristian’s Algorithm</vt:lpstr>
      <vt:lpstr>Ordering</vt:lpstr>
      <vt:lpstr>Ordering</vt:lpstr>
      <vt:lpstr>Happens Before: </vt:lpstr>
      <vt:lpstr>Ordering</vt:lpstr>
      <vt:lpstr>Logical Clock: Lamport Clock</vt:lpstr>
      <vt:lpstr>Lamport Clock</vt:lpstr>
      <vt:lpstr>Clock Comparison</vt:lpstr>
      <vt:lpstr>Clock Comparison</vt:lpstr>
      <vt:lpstr>Clock Comparison</vt:lpstr>
      <vt:lpstr>Lamport Clocks</vt:lpstr>
      <vt:lpstr>Vector Clocks</vt:lpstr>
      <vt:lpstr>Vector Clocks</vt:lpstr>
      <vt:lpstr>Lamport vs Vector</vt:lpstr>
      <vt:lpstr>VC Example</vt:lpstr>
      <vt:lpstr>How to Compare VC?</vt:lpstr>
      <vt:lpstr>Vector Clocks</vt:lpstr>
      <vt:lpstr>Clock Worksheet</vt:lpstr>
      <vt:lpstr>Version Vectors</vt:lpstr>
      <vt:lpstr>Example:</vt:lpstr>
      <vt:lpstr>Version Vectors</vt:lpstr>
      <vt:lpstr>Version Vectors</vt:lpstr>
      <vt:lpstr>Version Vectors</vt:lpstr>
      <vt:lpstr>Version Vectors</vt:lpstr>
      <vt:lpstr>Version Vectors</vt:lpstr>
      <vt:lpstr>Version Vectors</vt:lpstr>
      <vt:lpstr>Dependencies</vt:lpstr>
      <vt:lpstr>Time and Clocks</vt:lpstr>
      <vt:lpstr>PowerPoint Presentation</vt:lpstr>
      <vt:lpstr>Survey Feedback</vt:lpstr>
      <vt:lpstr>This Week: Distributed Coordination</vt:lpstr>
      <vt:lpstr>Why Lock?</vt:lpstr>
      <vt:lpstr>Centralized Approach</vt:lpstr>
      <vt:lpstr>Distributed Lock</vt:lpstr>
      <vt:lpstr>Distributed Approach</vt:lpstr>
      <vt:lpstr>Distributed Approach</vt:lpstr>
      <vt:lpstr>Distributed Approach</vt:lpstr>
      <vt:lpstr>Comparison</vt:lpstr>
      <vt:lpstr>Comparison</vt:lpstr>
      <vt:lpstr>Distributed Systems are Hard</vt:lpstr>
      <vt:lpstr>What is the meaning of Consensus</vt:lpstr>
      <vt:lpstr>Why Consensus?</vt:lpstr>
      <vt:lpstr>Why Consensus?</vt:lpstr>
      <vt:lpstr>Why Consensus?</vt:lpstr>
      <vt:lpstr>Consensus Objectives</vt:lpstr>
      <vt:lpstr>Distributed Architectures</vt:lpstr>
      <vt:lpstr>Elections</vt:lpstr>
      <vt:lpstr>Bully Algorithm</vt:lpstr>
      <vt:lpstr>Bully Algorithm</vt:lpstr>
      <vt:lpstr>Bully Algorithm</vt:lpstr>
      <vt:lpstr>Ring Algorithm</vt:lpstr>
      <vt:lpstr>Ring Algorithm</vt:lpstr>
      <vt:lpstr>Comparison</vt:lpstr>
      <vt:lpstr>More approaches</vt:lpstr>
      <vt:lpstr>Elections + Centralized Locking</vt:lpstr>
      <vt:lpstr>Chubby: Google’s Coordination and Lock Service</vt:lpstr>
      <vt:lpstr>State Machine Replication (SMR)</vt:lpstr>
      <vt:lpstr>Distributed Video Editing SMR</vt:lpstr>
      <vt:lpstr>Hash Table SMR</vt:lpstr>
      <vt:lpstr>SMR Failures?</vt:lpstr>
      <vt:lpstr>Handling Failures</vt:lpstr>
      <vt:lpstr>Handling Failures</vt:lpstr>
      <vt:lpstr>Handling Failures</vt:lpstr>
      <vt:lpstr>Handling Failures</vt:lpstr>
      <vt:lpstr>Handling Failures</vt:lpstr>
      <vt:lpstr>State Machine Replication Overview</vt:lpstr>
      <vt:lpstr>Case Study</vt:lpstr>
      <vt:lpstr>Distributed Ledger Tech</vt:lpstr>
      <vt:lpstr>Different types of DLT </vt:lpstr>
      <vt:lpstr>HashGraph</vt:lpstr>
      <vt:lpstr>Tangle (IOTA)</vt:lpstr>
      <vt:lpstr>BlockChain</vt:lpstr>
      <vt:lpstr>How does it work? Ex. Bitcoin</vt:lpstr>
      <vt:lpstr>Consensus in BlockChain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Distributed Systems CS6421 Timing and Coordination</dc:title>
  <dc:creator>Haghnazar Koochaksaraei, Roozbeh</dc:creator>
  <cp:lastModifiedBy>Haghnazar Koochaksaraei, Roozbeh</cp:lastModifiedBy>
  <cp:revision>10</cp:revision>
  <dcterms:created xsi:type="dcterms:W3CDTF">2020-10-22T20:52:16Z</dcterms:created>
  <dcterms:modified xsi:type="dcterms:W3CDTF">2026-03-26T21:22:33Z</dcterms:modified>
</cp:coreProperties>
</file>